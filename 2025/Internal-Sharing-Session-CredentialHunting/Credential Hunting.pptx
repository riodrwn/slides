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charset="1" panose="020B0503030501040103"/>
      <p:regular r:id="rId16"/>
    </p:embeddedFont>
    <p:embeddedFont>
      <p:font typeface="Lekton" charset="1" panose="02000000000000000000"/>
      <p:regular r:id="rId17"/>
    </p:embeddedFont>
    <p:embeddedFont>
      <p:font typeface="Major Mono Display" charset="1" panose="00000509000000000000"/>
      <p:regular r:id="rId18"/>
    </p:embeddedFont>
    <p:embeddedFont>
      <p:font typeface="Siyamrupali" charset="1" panose="02000500000000020004"/>
      <p:regular r:id="rId19"/>
    </p:embeddedFont>
    <p:embeddedFont>
      <p:font typeface="Lekton Bold" charset="1" panose="02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sp>
        <p:nvSpPr>
          <p:cNvPr name="TextBox 2" id="2"/>
          <p:cNvSpPr txBox="true"/>
          <p:nvPr/>
        </p:nvSpPr>
        <p:spPr>
          <a:xfrm rot="0">
            <a:off x="1028700" y="3557039"/>
            <a:ext cx="16230600" cy="3310255"/>
          </a:xfrm>
          <a:prstGeom prst="rect">
            <a:avLst/>
          </a:prstGeom>
        </p:spPr>
        <p:txBody>
          <a:bodyPr anchor="t" rtlCol="false" tIns="0" lIns="0" bIns="0" rIns="0">
            <a:spAutoFit/>
          </a:bodyPr>
          <a:lstStyle/>
          <a:p>
            <a:pPr algn="ctr">
              <a:lnSpc>
                <a:spcPts val="8260"/>
              </a:lnSpc>
            </a:pPr>
            <a:r>
              <a:rPr lang="en-US" sz="5900" spc="-64">
                <a:solidFill>
                  <a:srgbClr val="38B6FF"/>
                </a:solidFill>
                <a:latin typeface="Canva Sans"/>
                <a:ea typeface="Canva Sans"/>
                <a:cs typeface="Canva Sans"/>
                <a:sym typeface="Canva Sans"/>
              </a:rPr>
              <a:t> Credential Hunting on Target Machine [Browser Application</a:t>
            </a:r>
            <a:r>
              <a:rPr lang="en-US" sz="5900" spc="-64">
                <a:solidFill>
                  <a:srgbClr val="38B6FF"/>
                </a:solidFill>
                <a:latin typeface="Canva Sans"/>
                <a:ea typeface="Canva Sans"/>
                <a:cs typeface="Canva Sans"/>
                <a:sym typeface="Canva Sans"/>
              </a:rPr>
              <a:t>]</a:t>
            </a:r>
          </a:p>
          <a:p>
            <a:pPr algn="ctr">
              <a:lnSpc>
                <a:spcPts val="10080"/>
              </a:lnSpc>
            </a:pPr>
          </a:p>
        </p:txBody>
      </p:sp>
      <p:grpSp>
        <p:nvGrpSpPr>
          <p:cNvPr name="Group 3" id="3"/>
          <p:cNvGrpSpPr/>
          <p:nvPr/>
        </p:nvGrpSpPr>
        <p:grpSpPr>
          <a:xfrm rot="0">
            <a:off x="-819150" y="0"/>
            <a:ext cx="6619875" cy="1543050"/>
            <a:chOff x="0" y="0"/>
            <a:chExt cx="8826500" cy="2057400"/>
          </a:xfrm>
        </p:grpSpPr>
        <p:grpSp>
          <p:nvGrpSpPr>
            <p:cNvPr name="Group 4" id="4"/>
            <p:cNvGrpSpPr/>
            <p:nvPr/>
          </p:nvGrpSpPr>
          <p:grpSpPr>
            <a:xfrm rot="0">
              <a:off x="1993900" y="0"/>
              <a:ext cx="2057400" cy="2057400"/>
              <a:chOff x="0" y="0"/>
              <a:chExt cx="406400" cy="406400"/>
            </a:xfrm>
          </p:grpSpPr>
          <p:sp>
            <p:nvSpPr>
              <p:cNvPr name="Freeform 5" id="5"/>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6" id="6"/>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nvGrpSpPr>
            <p:cNvPr name="Group 7" id="7"/>
            <p:cNvGrpSpPr/>
            <p:nvPr/>
          </p:nvGrpSpPr>
          <p:grpSpPr>
            <a:xfrm rot="0">
              <a:off x="2997200" y="0"/>
              <a:ext cx="2057400" cy="2057400"/>
              <a:chOff x="0" y="0"/>
              <a:chExt cx="406400" cy="406400"/>
            </a:xfrm>
          </p:grpSpPr>
          <p:sp>
            <p:nvSpPr>
              <p:cNvPr name="Freeform 8" id="8"/>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9" id="9"/>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nvGrpSpPr>
            <p:cNvPr name="Group 10" id="10"/>
            <p:cNvGrpSpPr/>
            <p:nvPr/>
          </p:nvGrpSpPr>
          <p:grpSpPr>
            <a:xfrm rot="0">
              <a:off x="4000500" y="0"/>
              <a:ext cx="2057400" cy="2057400"/>
              <a:chOff x="0" y="0"/>
              <a:chExt cx="406400" cy="406400"/>
            </a:xfrm>
          </p:grpSpPr>
          <p:sp>
            <p:nvSpPr>
              <p:cNvPr name="Freeform 11" id="11"/>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12" id="12"/>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nvGrpSpPr>
            <p:cNvPr name="Group 13" id="13"/>
            <p:cNvGrpSpPr/>
            <p:nvPr/>
          </p:nvGrpSpPr>
          <p:grpSpPr>
            <a:xfrm rot="0">
              <a:off x="5384800" y="0"/>
              <a:ext cx="2057400" cy="2057400"/>
              <a:chOff x="0" y="0"/>
              <a:chExt cx="406400" cy="406400"/>
            </a:xfrm>
          </p:grpSpPr>
          <p:sp>
            <p:nvSpPr>
              <p:cNvPr name="Freeform 14" id="14"/>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15" id="15"/>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nvGrpSpPr>
            <p:cNvPr name="Group 16" id="16"/>
            <p:cNvGrpSpPr/>
            <p:nvPr/>
          </p:nvGrpSpPr>
          <p:grpSpPr>
            <a:xfrm rot="0">
              <a:off x="6769100" y="0"/>
              <a:ext cx="2057400" cy="2057400"/>
              <a:chOff x="0" y="0"/>
              <a:chExt cx="406400" cy="406400"/>
            </a:xfrm>
          </p:grpSpPr>
          <p:sp>
            <p:nvSpPr>
              <p:cNvPr name="Freeform 17" id="17"/>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18" id="18"/>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nvGrpSpPr>
            <p:cNvPr name="Group 19" id="19"/>
            <p:cNvGrpSpPr/>
            <p:nvPr/>
          </p:nvGrpSpPr>
          <p:grpSpPr>
            <a:xfrm rot="0">
              <a:off x="1003300" y="0"/>
              <a:ext cx="2057400" cy="2057400"/>
              <a:chOff x="0" y="0"/>
              <a:chExt cx="406400" cy="406400"/>
            </a:xfrm>
          </p:grpSpPr>
          <p:sp>
            <p:nvSpPr>
              <p:cNvPr name="Freeform 20" id="20"/>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21" id="21"/>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nvGrpSpPr>
            <p:cNvPr name="Group 22" id="22"/>
            <p:cNvGrpSpPr/>
            <p:nvPr/>
          </p:nvGrpSpPr>
          <p:grpSpPr>
            <a:xfrm rot="0">
              <a:off x="0" y="0"/>
              <a:ext cx="2057400" cy="2057400"/>
              <a:chOff x="0" y="0"/>
              <a:chExt cx="406400" cy="406400"/>
            </a:xfrm>
          </p:grpSpPr>
          <p:sp>
            <p:nvSpPr>
              <p:cNvPr name="Freeform 23" id="23"/>
              <p:cNvSpPr/>
              <p:nvPr/>
            </p:nvSpPr>
            <p:spPr>
              <a:xfrm flipH="false" flipV="false" rot="0">
                <a:off x="0" y="0"/>
                <a:ext cx="406400" cy="406400"/>
              </a:xfrm>
              <a:custGeom>
                <a:avLst/>
                <a:gdLst/>
                <a:ahLst/>
                <a:cxnLst/>
                <a:rect r="r" b="b" t="t" l="l"/>
                <a:pathLst>
                  <a:path h="406400" w="406400">
                    <a:moveTo>
                      <a:pt x="0" y="0"/>
                    </a:moveTo>
                    <a:lnTo>
                      <a:pt x="203200" y="0"/>
                    </a:lnTo>
                    <a:lnTo>
                      <a:pt x="406400" y="203200"/>
                    </a:lnTo>
                    <a:lnTo>
                      <a:pt x="203200" y="406400"/>
                    </a:lnTo>
                    <a:lnTo>
                      <a:pt x="0" y="406400"/>
                    </a:lnTo>
                    <a:lnTo>
                      <a:pt x="203200" y="203200"/>
                    </a:lnTo>
                    <a:lnTo>
                      <a:pt x="0" y="0"/>
                    </a:lnTo>
                    <a:close/>
                  </a:path>
                </a:pathLst>
              </a:custGeom>
              <a:solidFill>
                <a:srgbClr val="2589C2"/>
              </a:solidFill>
            </p:spPr>
          </p:sp>
          <p:sp>
            <p:nvSpPr>
              <p:cNvPr name="TextBox 24" id="24"/>
              <p:cNvSpPr txBox="true"/>
              <p:nvPr/>
            </p:nvSpPr>
            <p:spPr>
              <a:xfrm>
                <a:off x="177800" y="-38100"/>
                <a:ext cx="152400" cy="444500"/>
              </a:xfrm>
              <a:prstGeom prst="rect">
                <a:avLst/>
              </a:prstGeom>
            </p:spPr>
            <p:txBody>
              <a:bodyPr anchor="ctr" rtlCol="false" tIns="50800" lIns="50800" bIns="50800" rIns="50800"/>
              <a:lstStyle/>
              <a:p>
                <a:pPr algn="ctr">
                  <a:lnSpc>
                    <a:spcPts val="2253"/>
                  </a:lnSpc>
                </a:pPr>
              </a:p>
            </p:txBody>
          </p:sp>
        </p:grpSp>
      </p:grpSp>
      <p:grpSp>
        <p:nvGrpSpPr>
          <p:cNvPr name="Group 25" id="25"/>
          <p:cNvGrpSpPr/>
          <p:nvPr/>
        </p:nvGrpSpPr>
        <p:grpSpPr>
          <a:xfrm rot="5400000">
            <a:off x="-8698" y="6425353"/>
            <a:ext cx="3735982" cy="6010144"/>
            <a:chOff x="0" y="0"/>
            <a:chExt cx="4981310" cy="8013526"/>
          </a:xfrm>
        </p:grpSpPr>
        <p:sp>
          <p:nvSpPr>
            <p:cNvPr name="Freeform 26" id="26"/>
            <p:cNvSpPr/>
            <p:nvPr/>
          </p:nvSpPr>
          <p:spPr>
            <a:xfrm flipH="false" flipV="false" rot="0">
              <a:off x="0" y="0"/>
              <a:ext cx="2439275" cy="3558623"/>
            </a:xfrm>
            <a:custGeom>
              <a:avLst/>
              <a:gdLst/>
              <a:ahLst/>
              <a:cxnLst/>
              <a:rect r="r" b="b" t="t" l="l"/>
              <a:pathLst>
                <a:path h="3558623" w="2439275">
                  <a:moveTo>
                    <a:pt x="0" y="0"/>
                  </a:moveTo>
                  <a:lnTo>
                    <a:pt x="2439275" y="0"/>
                  </a:lnTo>
                  <a:lnTo>
                    <a:pt x="2439275" y="3558623"/>
                  </a:lnTo>
                  <a:lnTo>
                    <a:pt x="0" y="3558623"/>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908227" y="1117270"/>
              <a:ext cx="2439275" cy="3558623"/>
            </a:xfrm>
            <a:custGeom>
              <a:avLst/>
              <a:gdLst/>
              <a:ahLst/>
              <a:cxnLst/>
              <a:rect r="r" b="b" t="t" l="l"/>
              <a:pathLst>
                <a:path h="3558623" w="2439275">
                  <a:moveTo>
                    <a:pt x="0" y="0"/>
                  </a:moveTo>
                  <a:lnTo>
                    <a:pt x="2439274" y="0"/>
                  </a:lnTo>
                  <a:lnTo>
                    <a:pt x="2439274" y="3558623"/>
                  </a:lnTo>
                  <a:lnTo>
                    <a:pt x="0" y="3558623"/>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0">
              <a:off x="633808" y="3337633"/>
              <a:ext cx="2439275" cy="3558623"/>
            </a:xfrm>
            <a:custGeom>
              <a:avLst/>
              <a:gdLst/>
              <a:ahLst/>
              <a:cxnLst/>
              <a:rect r="r" b="b" t="t" l="l"/>
              <a:pathLst>
                <a:path h="3558623" w="2439275">
                  <a:moveTo>
                    <a:pt x="0" y="0"/>
                  </a:moveTo>
                  <a:lnTo>
                    <a:pt x="2439275" y="0"/>
                  </a:lnTo>
                  <a:lnTo>
                    <a:pt x="2439275" y="3558623"/>
                  </a:lnTo>
                  <a:lnTo>
                    <a:pt x="0" y="3558623"/>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29" id="29"/>
            <p:cNvSpPr/>
            <p:nvPr/>
          </p:nvSpPr>
          <p:spPr>
            <a:xfrm flipH="false" flipV="false" rot="0">
              <a:off x="2542035" y="4454902"/>
              <a:ext cx="2439275" cy="3558623"/>
            </a:xfrm>
            <a:custGeom>
              <a:avLst/>
              <a:gdLst/>
              <a:ahLst/>
              <a:cxnLst/>
              <a:rect r="r" b="b" t="t" l="l"/>
              <a:pathLst>
                <a:path h="3558623" w="2439275">
                  <a:moveTo>
                    <a:pt x="0" y="0"/>
                  </a:moveTo>
                  <a:lnTo>
                    <a:pt x="2439275" y="0"/>
                  </a:lnTo>
                  <a:lnTo>
                    <a:pt x="2439275" y="3558624"/>
                  </a:lnTo>
                  <a:lnTo>
                    <a:pt x="0" y="3558624"/>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sp>
        <p:nvSpPr>
          <p:cNvPr name="TextBox 30" id="30"/>
          <p:cNvSpPr txBox="true"/>
          <p:nvPr/>
        </p:nvSpPr>
        <p:spPr>
          <a:xfrm rot="0">
            <a:off x="1028700" y="6336434"/>
            <a:ext cx="16230600" cy="589915"/>
          </a:xfrm>
          <a:prstGeom prst="rect">
            <a:avLst/>
          </a:prstGeom>
        </p:spPr>
        <p:txBody>
          <a:bodyPr anchor="t" rtlCol="false" tIns="0" lIns="0" bIns="0" rIns="0">
            <a:spAutoFit/>
          </a:bodyPr>
          <a:lstStyle/>
          <a:p>
            <a:pPr algn="ctr">
              <a:lnSpc>
                <a:spcPts val="4759"/>
              </a:lnSpc>
            </a:pPr>
            <a:r>
              <a:rPr lang="en-US" sz="3399">
                <a:solidFill>
                  <a:srgbClr val="FFFFFF"/>
                </a:solidFill>
                <a:latin typeface="Lekton"/>
                <a:ea typeface="Lekton"/>
                <a:cs typeface="Lekton"/>
                <a:sym typeface="Lekton"/>
              </a:rPr>
              <a:t>Speaker by @riodrwn</a:t>
            </a:r>
          </a:p>
        </p:txBody>
      </p:sp>
      <p:grpSp>
        <p:nvGrpSpPr>
          <p:cNvPr name="Group 31" id="31"/>
          <p:cNvGrpSpPr/>
          <p:nvPr/>
        </p:nvGrpSpPr>
        <p:grpSpPr>
          <a:xfrm rot="0">
            <a:off x="14308486" y="8740614"/>
            <a:ext cx="3826938" cy="1379624"/>
            <a:chOff x="0" y="0"/>
            <a:chExt cx="5102584" cy="1839499"/>
          </a:xfrm>
        </p:grpSpPr>
        <p:sp>
          <p:nvSpPr>
            <p:cNvPr name="Freeform 32" id="32"/>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3" id="33"/>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34" id="34"/>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35" id="35"/>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36" id="36"/>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37" id="37"/>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4308486" y="8740614"/>
            <a:ext cx="3826938" cy="1379624"/>
            <a:chOff x="0" y="0"/>
            <a:chExt cx="5102584" cy="1839499"/>
          </a:xfrm>
        </p:grpSpPr>
        <p:sp>
          <p:nvSpPr>
            <p:cNvPr name="Freeform 3" id="3"/>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5" id="5"/>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6" id="6"/>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7" id="7"/>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8" id="8"/>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
        <p:nvSpPr>
          <p:cNvPr name="TextBox 9" id="9"/>
          <p:cNvSpPr txBox="true"/>
          <p:nvPr/>
        </p:nvSpPr>
        <p:spPr>
          <a:xfrm rot="0">
            <a:off x="1028700" y="518477"/>
            <a:ext cx="16230600" cy="906145"/>
          </a:xfrm>
          <a:prstGeom prst="rect">
            <a:avLst/>
          </a:prstGeom>
        </p:spPr>
        <p:txBody>
          <a:bodyPr anchor="t" rtlCol="false" tIns="0" lIns="0" bIns="0" rIns="0">
            <a:spAutoFit/>
          </a:bodyPr>
          <a:lstStyle/>
          <a:p>
            <a:pPr algn="l">
              <a:lnSpc>
                <a:spcPts val="7279"/>
              </a:lnSpc>
            </a:pPr>
            <a:r>
              <a:rPr lang="en-US" sz="5199">
                <a:solidFill>
                  <a:srgbClr val="38B6FF"/>
                </a:solidFill>
                <a:latin typeface="Lekton"/>
                <a:ea typeface="Lekton"/>
                <a:cs typeface="Lekton"/>
                <a:sym typeface="Lekton"/>
              </a:rPr>
              <a:t>why do we have to do this? </a:t>
            </a:r>
          </a:p>
        </p:txBody>
      </p:sp>
      <p:sp>
        <p:nvSpPr>
          <p:cNvPr name="TextBox 10" id="10"/>
          <p:cNvSpPr txBox="true"/>
          <p:nvPr/>
        </p:nvSpPr>
        <p:spPr>
          <a:xfrm rot="0">
            <a:off x="1028700" y="1554509"/>
            <a:ext cx="15631391" cy="6590665"/>
          </a:xfrm>
          <a:prstGeom prst="rect">
            <a:avLst/>
          </a:prstGeom>
        </p:spPr>
        <p:txBody>
          <a:bodyPr anchor="t" rtlCol="false" tIns="0" lIns="0" bIns="0" rIns="0">
            <a:spAutoFit/>
          </a:bodyPr>
          <a:lstStyle/>
          <a:p>
            <a:pPr algn="l">
              <a:lnSpc>
                <a:spcPts val="4759"/>
              </a:lnSpc>
            </a:pPr>
            <a:r>
              <a:rPr lang="en-US" sz="3399">
                <a:solidFill>
                  <a:srgbClr val="FFFFFF"/>
                </a:solidFill>
                <a:latin typeface="Lekton"/>
                <a:ea typeface="Lekton"/>
                <a:cs typeface="Lekton"/>
                <a:sym typeface="Lekton"/>
              </a:rPr>
              <a:t>Manusia itu adalah mata rantai paling lemah dalam cybersecurity. nggak konsisten, kadang nggak bisa diandalkan, dan gampang banget dimanipulasi. Kalau sistem masih melibatkan manusia, ya pasti ada celahnya.</a:t>
            </a:r>
          </a:p>
          <a:p>
            <a:pPr algn="l">
              <a:lnSpc>
                <a:spcPts val="4759"/>
              </a:lnSpc>
            </a:pPr>
          </a:p>
          <a:p>
            <a:pPr algn="l">
              <a:lnSpc>
                <a:spcPts val="4759"/>
              </a:lnSpc>
            </a:pPr>
            <a:r>
              <a:rPr lang="en-US" sz="3399">
                <a:solidFill>
                  <a:srgbClr val="FFFFFF"/>
                </a:solidFill>
                <a:latin typeface="Lekton"/>
                <a:ea typeface="Lekton"/>
                <a:cs typeface="Lekton"/>
                <a:sym typeface="Lekton"/>
              </a:rPr>
              <a:t>Hampir semua masalah cybersecurity ujungnya adalah gara-gara kelemahan manusia. Entah itu salah konfigurasi, bikin kode yang jelek, atau kelalaian lainnya, manusia tuh yang bikin sistem jadi rapuh. Jadi, anggap aja pengguna pasti bakal bikin kesalahan—dan bakal sering. Makanya, bagian yang melibatkan manusia harus dapat perhatian lebih.</a:t>
            </a:r>
          </a:p>
          <a:p>
            <a:pPr algn="l">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4308486" y="8740614"/>
            <a:ext cx="3826938" cy="1379624"/>
            <a:chOff x="0" y="0"/>
            <a:chExt cx="5102584" cy="1839499"/>
          </a:xfrm>
        </p:grpSpPr>
        <p:sp>
          <p:nvSpPr>
            <p:cNvPr name="Freeform 3" id="3"/>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5" id="5"/>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6" id="6"/>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7" id="7"/>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8" id="8"/>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
        <p:nvSpPr>
          <p:cNvPr name="Freeform 9" id="9"/>
          <p:cNvSpPr/>
          <p:nvPr/>
        </p:nvSpPr>
        <p:spPr>
          <a:xfrm flipH="false" flipV="false" rot="0">
            <a:off x="895643" y="1424623"/>
            <a:ext cx="11301259" cy="6060300"/>
          </a:xfrm>
          <a:custGeom>
            <a:avLst/>
            <a:gdLst/>
            <a:ahLst/>
            <a:cxnLst/>
            <a:rect r="r" b="b" t="t" l="l"/>
            <a:pathLst>
              <a:path h="6060300" w="11301259">
                <a:moveTo>
                  <a:pt x="0" y="0"/>
                </a:moveTo>
                <a:lnTo>
                  <a:pt x="11301259" y="0"/>
                </a:lnTo>
                <a:lnTo>
                  <a:pt x="11301259" y="6060300"/>
                </a:lnTo>
                <a:lnTo>
                  <a:pt x="0" y="6060300"/>
                </a:lnTo>
                <a:lnTo>
                  <a:pt x="0" y="0"/>
                </a:lnTo>
                <a:close/>
              </a:path>
            </a:pathLst>
          </a:custGeom>
          <a:blipFill>
            <a:blip r:embed="rId4"/>
            <a:stretch>
              <a:fillRect l="0" t="0" r="0" b="0"/>
            </a:stretch>
          </a:blipFill>
        </p:spPr>
      </p:sp>
      <p:sp>
        <p:nvSpPr>
          <p:cNvPr name="Freeform 10" id="10"/>
          <p:cNvSpPr/>
          <p:nvPr/>
        </p:nvSpPr>
        <p:spPr>
          <a:xfrm flipH="false" flipV="false" rot="0">
            <a:off x="6546273" y="3570288"/>
            <a:ext cx="11301259" cy="5170326"/>
          </a:xfrm>
          <a:custGeom>
            <a:avLst/>
            <a:gdLst/>
            <a:ahLst/>
            <a:cxnLst/>
            <a:rect r="r" b="b" t="t" l="l"/>
            <a:pathLst>
              <a:path h="5170326" w="11301259">
                <a:moveTo>
                  <a:pt x="0" y="0"/>
                </a:moveTo>
                <a:lnTo>
                  <a:pt x="11301259" y="0"/>
                </a:lnTo>
                <a:lnTo>
                  <a:pt x="11301259" y="5170326"/>
                </a:lnTo>
                <a:lnTo>
                  <a:pt x="0" y="5170326"/>
                </a:lnTo>
                <a:lnTo>
                  <a:pt x="0" y="0"/>
                </a:lnTo>
                <a:close/>
              </a:path>
            </a:pathLst>
          </a:custGeom>
          <a:blipFill>
            <a:blip r:embed="rId5"/>
            <a:stretch>
              <a:fillRect l="0" t="0" r="0" b="0"/>
            </a:stretch>
          </a:blipFill>
        </p:spPr>
      </p:sp>
      <p:sp>
        <p:nvSpPr>
          <p:cNvPr name="TextBox 11" id="11"/>
          <p:cNvSpPr txBox="true"/>
          <p:nvPr/>
        </p:nvSpPr>
        <p:spPr>
          <a:xfrm rot="0">
            <a:off x="1028700" y="518477"/>
            <a:ext cx="16230600" cy="906145"/>
          </a:xfrm>
          <a:prstGeom prst="rect">
            <a:avLst/>
          </a:prstGeom>
        </p:spPr>
        <p:txBody>
          <a:bodyPr anchor="t" rtlCol="false" tIns="0" lIns="0" bIns="0" rIns="0">
            <a:spAutoFit/>
          </a:bodyPr>
          <a:lstStyle/>
          <a:p>
            <a:pPr algn="l">
              <a:lnSpc>
                <a:spcPts val="7279"/>
              </a:lnSpc>
            </a:pPr>
            <a:r>
              <a:rPr lang="en-US" sz="5199">
                <a:solidFill>
                  <a:srgbClr val="38B6FF"/>
                </a:solidFill>
                <a:latin typeface="Lekton"/>
                <a:ea typeface="Lekton"/>
                <a:cs typeface="Lekton"/>
                <a:sym typeface="Lekton"/>
              </a:rPr>
              <a:t>Manual Method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4308486" y="8740614"/>
            <a:ext cx="3826938" cy="1379624"/>
            <a:chOff x="0" y="0"/>
            <a:chExt cx="5102584" cy="1839499"/>
          </a:xfrm>
        </p:grpSpPr>
        <p:sp>
          <p:nvSpPr>
            <p:cNvPr name="Freeform 3" id="3"/>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5" id="5"/>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6" id="6"/>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7" id="7"/>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8" id="8"/>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
        <p:nvSpPr>
          <p:cNvPr name="Freeform 9" id="9"/>
          <p:cNvSpPr/>
          <p:nvPr/>
        </p:nvSpPr>
        <p:spPr>
          <a:xfrm flipH="false" flipV="false" rot="0">
            <a:off x="670507" y="1838508"/>
            <a:ext cx="11301259" cy="5466984"/>
          </a:xfrm>
          <a:custGeom>
            <a:avLst/>
            <a:gdLst/>
            <a:ahLst/>
            <a:cxnLst/>
            <a:rect r="r" b="b" t="t" l="l"/>
            <a:pathLst>
              <a:path h="5466984" w="11301259">
                <a:moveTo>
                  <a:pt x="0" y="0"/>
                </a:moveTo>
                <a:lnTo>
                  <a:pt x="11301259" y="0"/>
                </a:lnTo>
                <a:lnTo>
                  <a:pt x="11301259" y="5466984"/>
                </a:lnTo>
                <a:lnTo>
                  <a:pt x="0" y="5466984"/>
                </a:lnTo>
                <a:lnTo>
                  <a:pt x="0" y="0"/>
                </a:lnTo>
                <a:close/>
              </a:path>
            </a:pathLst>
          </a:custGeom>
          <a:blipFill>
            <a:blip r:embed="rId4"/>
            <a:stretch>
              <a:fillRect l="0" t="0" r="0" b="0"/>
            </a:stretch>
          </a:blipFill>
        </p:spPr>
      </p:sp>
      <p:sp>
        <p:nvSpPr>
          <p:cNvPr name="TextBox 10" id="10"/>
          <p:cNvSpPr txBox="true"/>
          <p:nvPr/>
        </p:nvSpPr>
        <p:spPr>
          <a:xfrm rot="0">
            <a:off x="9144000" y="518477"/>
            <a:ext cx="8115300" cy="906145"/>
          </a:xfrm>
          <a:prstGeom prst="rect">
            <a:avLst/>
          </a:prstGeom>
        </p:spPr>
        <p:txBody>
          <a:bodyPr anchor="t" rtlCol="false" tIns="0" lIns="0" bIns="0" rIns="0">
            <a:spAutoFit/>
          </a:bodyPr>
          <a:lstStyle/>
          <a:p>
            <a:pPr algn="just">
              <a:lnSpc>
                <a:spcPts val="7279"/>
              </a:lnSpc>
            </a:pPr>
            <a:r>
              <a:rPr lang="en-US" sz="5199">
                <a:solidFill>
                  <a:srgbClr val="38B6FF"/>
                </a:solidFill>
                <a:latin typeface="Lekton"/>
                <a:ea typeface="Lekton"/>
                <a:cs typeface="Lekton"/>
                <a:sym typeface="Lekton"/>
              </a:rPr>
              <a:t>Fail? No worries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4308486" y="8740614"/>
            <a:ext cx="3826938" cy="1379624"/>
            <a:chOff x="0" y="0"/>
            <a:chExt cx="5102584" cy="1839499"/>
          </a:xfrm>
        </p:grpSpPr>
        <p:sp>
          <p:nvSpPr>
            <p:cNvPr name="Freeform 3" id="3"/>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5" id="5"/>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6" id="6"/>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7" id="7"/>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8" id="8"/>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
        <p:nvSpPr>
          <p:cNvPr name="Freeform 9" id="9"/>
          <p:cNvSpPr/>
          <p:nvPr/>
        </p:nvSpPr>
        <p:spPr>
          <a:xfrm flipH="false" flipV="false" rot="0">
            <a:off x="861007" y="1882400"/>
            <a:ext cx="16056602" cy="5499386"/>
          </a:xfrm>
          <a:custGeom>
            <a:avLst/>
            <a:gdLst/>
            <a:ahLst/>
            <a:cxnLst/>
            <a:rect r="r" b="b" t="t" l="l"/>
            <a:pathLst>
              <a:path h="5499386" w="16056602">
                <a:moveTo>
                  <a:pt x="0" y="0"/>
                </a:moveTo>
                <a:lnTo>
                  <a:pt x="16056602" y="0"/>
                </a:lnTo>
                <a:lnTo>
                  <a:pt x="16056602" y="5499386"/>
                </a:lnTo>
                <a:lnTo>
                  <a:pt x="0" y="5499386"/>
                </a:lnTo>
                <a:lnTo>
                  <a:pt x="0" y="0"/>
                </a:lnTo>
                <a:close/>
              </a:path>
            </a:pathLst>
          </a:custGeom>
          <a:blipFill>
            <a:blip r:embed="rId4"/>
            <a:stretch>
              <a:fillRect l="0" t="0" r="0" b="0"/>
            </a:stretch>
          </a:blipFill>
        </p:spPr>
      </p:sp>
      <p:sp>
        <p:nvSpPr>
          <p:cNvPr name="TextBox 10" id="10"/>
          <p:cNvSpPr txBox="true"/>
          <p:nvPr/>
        </p:nvSpPr>
        <p:spPr>
          <a:xfrm rot="0">
            <a:off x="9144000" y="547052"/>
            <a:ext cx="8115300" cy="615950"/>
          </a:xfrm>
          <a:prstGeom prst="rect">
            <a:avLst/>
          </a:prstGeom>
        </p:spPr>
        <p:txBody>
          <a:bodyPr anchor="t" rtlCol="false" tIns="0" lIns="0" bIns="0" rIns="0">
            <a:spAutoFit/>
          </a:bodyPr>
          <a:lstStyle/>
          <a:p>
            <a:pPr algn="just">
              <a:lnSpc>
                <a:spcPts val="4900"/>
              </a:lnSpc>
            </a:pPr>
            <a:r>
              <a:rPr lang="en-US" sz="3500">
                <a:solidFill>
                  <a:srgbClr val="38B6FF"/>
                </a:solidFill>
                <a:latin typeface="Lekton"/>
                <a:ea typeface="Lekton"/>
                <a:cs typeface="Lekton"/>
                <a:sym typeface="Lekton"/>
              </a:rPr>
              <a:t>Extract and decrypt browser data</a:t>
            </a:r>
          </a:p>
        </p:txBody>
      </p:sp>
      <p:sp>
        <p:nvSpPr>
          <p:cNvPr name="TextBox 11" id="11"/>
          <p:cNvSpPr txBox="true"/>
          <p:nvPr/>
        </p:nvSpPr>
        <p:spPr>
          <a:xfrm rot="0">
            <a:off x="9144000" y="1288675"/>
            <a:ext cx="8115300" cy="422275"/>
          </a:xfrm>
          <a:prstGeom prst="rect">
            <a:avLst/>
          </a:prstGeom>
        </p:spPr>
        <p:txBody>
          <a:bodyPr anchor="t" rtlCol="false" tIns="0" lIns="0" bIns="0" rIns="0">
            <a:spAutoFit/>
          </a:bodyPr>
          <a:lstStyle/>
          <a:p>
            <a:pPr algn="l">
              <a:lnSpc>
                <a:spcPts val="3499"/>
              </a:lnSpc>
            </a:pPr>
            <a:r>
              <a:rPr lang="en-US" sz="2499">
                <a:solidFill>
                  <a:srgbClr val="FFFFFF"/>
                </a:solidFill>
                <a:latin typeface="Lekton"/>
                <a:ea typeface="Lekton"/>
                <a:cs typeface="Lekton"/>
                <a:sym typeface="Lekton"/>
              </a:rPr>
              <a:t>tools : https://github.com/moonD4rk/HackBrowserData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4308486" y="8740614"/>
            <a:ext cx="3826938" cy="1379624"/>
            <a:chOff x="0" y="0"/>
            <a:chExt cx="5102584" cy="1839499"/>
          </a:xfrm>
        </p:grpSpPr>
        <p:sp>
          <p:nvSpPr>
            <p:cNvPr name="Freeform 3" id="3"/>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5" id="5"/>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6" id="6"/>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7" id="7"/>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8" id="8"/>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
        <p:nvSpPr>
          <p:cNvPr name="Freeform 9" id="9"/>
          <p:cNvSpPr/>
          <p:nvPr/>
        </p:nvSpPr>
        <p:spPr>
          <a:xfrm flipH="false" flipV="false" rot="0">
            <a:off x="1519098" y="1676261"/>
            <a:ext cx="14191488" cy="6794175"/>
          </a:xfrm>
          <a:custGeom>
            <a:avLst/>
            <a:gdLst/>
            <a:ahLst/>
            <a:cxnLst/>
            <a:rect r="r" b="b" t="t" l="l"/>
            <a:pathLst>
              <a:path h="6794175" w="14191488">
                <a:moveTo>
                  <a:pt x="0" y="0"/>
                </a:moveTo>
                <a:lnTo>
                  <a:pt x="14191487" y="0"/>
                </a:lnTo>
                <a:lnTo>
                  <a:pt x="14191487" y="6794175"/>
                </a:lnTo>
                <a:lnTo>
                  <a:pt x="0" y="6794175"/>
                </a:lnTo>
                <a:lnTo>
                  <a:pt x="0" y="0"/>
                </a:lnTo>
                <a:close/>
              </a:path>
            </a:pathLst>
          </a:custGeom>
          <a:blipFill>
            <a:blip r:embed="rId4"/>
            <a:stretch>
              <a:fillRect l="0" t="0" r="0" b="0"/>
            </a:stretch>
          </a:blipFill>
        </p:spPr>
      </p:sp>
      <p:sp>
        <p:nvSpPr>
          <p:cNvPr name="TextBox 10" id="10"/>
          <p:cNvSpPr txBox="true"/>
          <p:nvPr/>
        </p:nvSpPr>
        <p:spPr>
          <a:xfrm rot="0">
            <a:off x="13525500" y="122555"/>
            <a:ext cx="8115300" cy="906145"/>
          </a:xfrm>
          <a:prstGeom prst="rect">
            <a:avLst/>
          </a:prstGeom>
        </p:spPr>
        <p:txBody>
          <a:bodyPr anchor="t" rtlCol="false" tIns="0" lIns="0" bIns="0" rIns="0">
            <a:spAutoFit/>
          </a:bodyPr>
          <a:lstStyle/>
          <a:p>
            <a:pPr algn="just">
              <a:lnSpc>
                <a:spcPts val="7279"/>
              </a:lnSpc>
            </a:pPr>
            <a:r>
              <a:rPr lang="en-US" sz="5199">
                <a:solidFill>
                  <a:srgbClr val="38B6FF"/>
                </a:solidFill>
                <a:latin typeface="Lekton"/>
                <a:ea typeface="Lekton"/>
                <a:cs typeface="Lekton"/>
                <a:sym typeface="Lekton"/>
              </a:rPr>
              <a:t>Result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sp>
        <p:nvSpPr>
          <p:cNvPr name="TextBox 2" id="2"/>
          <p:cNvSpPr txBox="true"/>
          <p:nvPr/>
        </p:nvSpPr>
        <p:spPr>
          <a:xfrm rot="0">
            <a:off x="9144000" y="518477"/>
            <a:ext cx="8115300" cy="906145"/>
          </a:xfrm>
          <a:prstGeom prst="rect">
            <a:avLst/>
          </a:prstGeom>
        </p:spPr>
        <p:txBody>
          <a:bodyPr anchor="t" rtlCol="false" tIns="0" lIns="0" bIns="0" rIns="0">
            <a:spAutoFit/>
          </a:bodyPr>
          <a:lstStyle/>
          <a:p>
            <a:pPr algn="just">
              <a:lnSpc>
                <a:spcPts val="7279"/>
              </a:lnSpc>
            </a:pPr>
            <a:r>
              <a:rPr lang="en-US" sz="5199">
                <a:solidFill>
                  <a:srgbClr val="38B6FF"/>
                </a:solidFill>
                <a:latin typeface="Lekton"/>
                <a:ea typeface="Lekton"/>
                <a:cs typeface="Lekton"/>
                <a:sym typeface="Lekton"/>
              </a:rPr>
              <a:t>LaZagne Cant Do THAT!</a:t>
            </a:r>
          </a:p>
        </p:txBody>
      </p:sp>
      <p:grpSp>
        <p:nvGrpSpPr>
          <p:cNvPr name="Group 3" id="3"/>
          <p:cNvGrpSpPr/>
          <p:nvPr/>
        </p:nvGrpSpPr>
        <p:grpSpPr>
          <a:xfrm rot="0">
            <a:off x="14308486" y="8740614"/>
            <a:ext cx="3826938" cy="1379624"/>
            <a:chOff x="0" y="0"/>
            <a:chExt cx="5102584" cy="1839499"/>
          </a:xfrm>
        </p:grpSpPr>
        <p:sp>
          <p:nvSpPr>
            <p:cNvPr name="Freeform 4" id="4"/>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6" id="6"/>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7" id="7"/>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8" id="8"/>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9" id="9"/>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
        <p:nvSpPr>
          <p:cNvPr name="Freeform 10" id="10"/>
          <p:cNvSpPr/>
          <p:nvPr/>
        </p:nvSpPr>
        <p:spPr>
          <a:xfrm flipH="false" flipV="false" rot="0">
            <a:off x="1028700" y="1664646"/>
            <a:ext cx="11907395" cy="5537617"/>
          </a:xfrm>
          <a:custGeom>
            <a:avLst/>
            <a:gdLst/>
            <a:ahLst/>
            <a:cxnLst/>
            <a:rect r="r" b="b" t="t" l="l"/>
            <a:pathLst>
              <a:path h="5537617" w="11907395">
                <a:moveTo>
                  <a:pt x="0" y="0"/>
                </a:moveTo>
                <a:lnTo>
                  <a:pt x="11907395" y="0"/>
                </a:lnTo>
                <a:lnTo>
                  <a:pt x="11907395" y="5537616"/>
                </a:lnTo>
                <a:lnTo>
                  <a:pt x="0" y="5537616"/>
                </a:lnTo>
                <a:lnTo>
                  <a:pt x="0" y="0"/>
                </a:lnTo>
                <a:close/>
              </a:path>
            </a:pathLst>
          </a:custGeom>
          <a:blipFill>
            <a:blip r:embed="rId4"/>
            <a:stretch>
              <a:fillRect l="0" t="-2681" r="0" b="-2681"/>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sp>
        <p:nvSpPr>
          <p:cNvPr name="TextBox 2" id="2"/>
          <p:cNvSpPr txBox="true"/>
          <p:nvPr/>
        </p:nvSpPr>
        <p:spPr>
          <a:xfrm rot="0">
            <a:off x="7614805" y="4110520"/>
            <a:ext cx="3058391" cy="2076450"/>
          </a:xfrm>
          <a:prstGeom prst="rect">
            <a:avLst/>
          </a:prstGeom>
        </p:spPr>
        <p:txBody>
          <a:bodyPr anchor="t" rtlCol="false" tIns="0" lIns="0" bIns="0" rIns="0">
            <a:spAutoFit/>
          </a:bodyPr>
          <a:lstStyle/>
          <a:p>
            <a:pPr algn="l">
              <a:lnSpc>
                <a:spcPts val="16800"/>
              </a:lnSpc>
            </a:pPr>
            <a:r>
              <a:rPr lang="en-US" sz="12000">
                <a:solidFill>
                  <a:srgbClr val="FFFFFF"/>
                </a:solidFill>
                <a:latin typeface="Lekton"/>
                <a:ea typeface="Lekton"/>
                <a:cs typeface="Lekton"/>
                <a:sym typeface="Lekton"/>
              </a:rPr>
              <a:t>DEMO</a:t>
            </a:r>
          </a:p>
        </p:txBody>
      </p:sp>
      <p:grpSp>
        <p:nvGrpSpPr>
          <p:cNvPr name="Group 3" id="3"/>
          <p:cNvGrpSpPr/>
          <p:nvPr/>
        </p:nvGrpSpPr>
        <p:grpSpPr>
          <a:xfrm rot="0">
            <a:off x="14308486" y="8740614"/>
            <a:ext cx="3826938" cy="1379624"/>
            <a:chOff x="0" y="0"/>
            <a:chExt cx="5102584" cy="1839499"/>
          </a:xfrm>
        </p:grpSpPr>
        <p:sp>
          <p:nvSpPr>
            <p:cNvPr name="Freeform 4" id="4"/>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6" id="6"/>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7" id="7"/>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8" id="8"/>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9" id="9"/>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5346799" y="3922395"/>
            <a:ext cx="7594402" cy="1908809"/>
            <a:chOff x="0" y="0"/>
            <a:chExt cx="10125869" cy="2545079"/>
          </a:xfrm>
        </p:grpSpPr>
        <p:sp>
          <p:nvSpPr>
            <p:cNvPr name="TextBox 3" id="3"/>
            <p:cNvSpPr txBox="true"/>
            <p:nvPr/>
          </p:nvSpPr>
          <p:spPr>
            <a:xfrm rot="0">
              <a:off x="0" y="513503"/>
              <a:ext cx="10125869" cy="2031576"/>
            </a:xfrm>
            <a:prstGeom prst="rect">
              <a:avLst/>
            </a:prstGeom>
          </p:spPr>
          <p:txBody>
            <a:bodyPr anchor="t" rtlCol="false" tIns="0" lIns="0" bIns="0" rIns="0">
              <a:spAutoFit/>
            </a:bodyPr>
            <a:lstStyle/>
            <a:p>
              <a:pPr algn="ctr">
                <a:lnSpc>
                  <a:spcPts val="12880"/>
                </a:lnSpc>
              </a:pPr>
              <a:r>
                <a:rPr lang="en-US" sz="9200" b="true">
                  <a:solidFill>
                    <a:srgbClr val="FFFFFF"/>
                  </a:solidFill>
                  <a:latin typeface="Lekton Bold"/>
                  <a:ea typeface="Lekton Bold"/>
                  <a:cs typeface="Lekton Bold"/>
                  <a:sym typeface="Lekton Bold"/>
                </a:rPr>
                <a:t>Any “</a:t>
              </a:r>
              <a:r>
                <a:rPr lang="en-US" sz="9200" b="true">
                  <a:solidFill>
                    <a:srgbClr val="38B6FF"/>
                  </a:solidFill>
                  <a:latin typeface="Lekton Bold"/>
                  <a:ea typeface="Lekton Bold"/>
                  <a:cs typeface="Lekton Bold"/>
                  <a:sym typeface="Lekton Bold"/>
                </a:rPr>
                <a:t>--help</a:t>
              </a:r>
              <a:r>
                <a:rPr lang="en-US" sz="9200" b="true">
                  <a:solidFill>
                    <a:srgbClr val="FFFFFF"/>
                  </a:solidFill>
                  <a:latin typeface="Lekton Bold"/>
                  <a:ea typeface="Lekton Bold"/>
                  <a:cs typeface="Lekton Bold"/>
                  <a:sym typeface="Lekton Bold"/>
                </a:rPr>
                <a:t>”?</a:t>
              </a:r>
            </a:p>
          </p:txBody>
        </p:sp>
        <p:sp>
          <p:nvSpPr>
            <p:cNvPr name="TextBox 4" id="4"/>
            <p:cNvSpPr txBox="true"/>
            <p:nvPr/>
          </p:nvSpPr>
          <p:spPr>
            <a:xfrm rot="0">
              <a:off x="3801368" y="-66675"/>
              <a:ext cx="4876701" cy="751628"/>
            </a:xfrm>
            <a:prstGeom prst="rect">
              <a:avLst/>
            </a:prstGeom>
          </p:spPr>
          <p:txBody>
            <a:bodyPr anchor="t" rtlCol="false" tIns="0" lIns="0" bIns="0" rIns="0">
              <a:spAutoFit/>
            </a:bodyPr>
            <a:lstStyle/>
            <a:p>
              <a:pPr algn="ctr">
                <a:lnSpc>
                  <a:spcPts val="4759"/>
                </a:lnSpc>
              </a:pPr>
              <a:r>
                <a:rPr lang="en-US" sz="3399" strike="sngStrike">
                  <a:solidFill>
                    <a:srgbClr val="FFFFFF"/>
                  </a:solidFill>
                  <a:latin typeface="Canva Sans"/>
                  <a:ea typeface="Canva Sans"/>
                  <a:cs typeface="Canva Sans"/>
                  <a:sym typeface="Canva Sans"/>
                </a:rPr>
                <a:t> Questions </a:t>
              </a:r>
            </a:p>
          </p:txBody>
        </p:sp>
      </p:grpSp>
      <p:grpSp>
        <p:nvGrpSpPr>
          <p:cNvPr name="Group 5" id="5"/>
          <p:cNvGrpSpPr/>
          <p:nvPr/>
        </p:nvGrpSpPr>
        <p:grpSpPr>
          <a:xfrm rot="0">
            <a:off x="14308486" y="8740614"/>
            <a:ext cx="3826938" cy="1379624"/>
            <a:chOff x="0" y="0"/>
            <a:chExt cx="5102584" cy="1839499"/>
          </a:xfrm>
        </p:grpSpPr>
        <p:sp>
          <p:nvSpPr>
            <p:cNvPr name="Freeform 6" id="6"/>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8" id="8"/>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9" id="9"/>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10" id="10"/>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11" id="11"/>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grpSp>
        <p:nvGrpSpPr>
          <p:cNvPr name="Group 2" id="2"/>
          <p:cNvGrpSpPr/>
          <p:nvPr/>
        </p:nvGrpSpPr>
        <p:grpSpPr>
          <a:xfrm rot="0">
            <a:off x="14308486" y="8740614"/>
            <a:ext cx="3826938" cy="1379624"/>
            <a:chOff x="0" y="0"/>
            <a:chExt cx="5102584" cy="1839499"/>
          </a:xfrm>
        </p:grpSpPr>
        <p:sp>
          <p:nvSpPr>
            <p:cNvPr name="Freeform 3" id="3"/>
            <p:cNvSpPr/>
            <p:nvPr/>
          </p:nvSpPr>
          <p:spPr>
            <a:xfrm flipH="false" flipV="false" rot="0">
              <a:off x="0" y="0"/>
              <a:ext cx="1448187" cy="1839499"/>
            </a:xfrm>
            <a:custGeom>
              <a:avLst/>
              <a:gdLst/>
              <a:ahLst/>
              <a:cxnLst/>
              <a:rect r="r" b="b" t="t" l="l"/>
              <a:pathLst>
                <a:path h="1839499" w="1448187">
                  <a:moveTo>
                    <a:pt x="0" y="0"/>
                  </a:moveTo>
                  <a:lnTo>
                    <a:pt x="1448187" y="0"/>
                  </a:lnTo>
                  <a:lnTo>
                    <a:pt x="1448187" y="1839499"/>
                  </a:lnTo>
                  <a:lnTo>
                    <a:pt x="0" y="1839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2980" y="1237692"/>
              <a:ext cx="3024980" cy="362567"/>
            </a:xfrm>
            <a:prstGeom prst="rect">
              <a:avLst/>
            </a:prstGeom>
          </p:spPr>
          <p:txBody>
            <a:bodyPr anchor="t" rtlCol="false" tIns="0" lIns="0" bIns="0" rIns="0">
              <a:spAutoFit/>
            </a:bodyPr>
            <a:lstStyle/>
            <a:p>
              <a:pPr algn="ctr">
                <a:lnSpc>
                  <a:spcPts val="2253"/>
                </a:lnSpc>
              </a:pPr>
              <a:r>
                <a:rPr lang="en-US" sz="1609">
                  <a:solidFill>
                    <a:srgbClr val="FFFFFF"/>
                  </a:solidFill>
                  <a:latin typeface="Major Mono Display"/>
                  <a:ea typeface="Major Mono Display"/>
                  <a:cs typeface="Major Mono Display"/>
                  <a:sym typeface="Major Mono Display"/>
                </a:rPr>
                <a:t>www.zerobyte.id</a:t>
              </a:r>
            </a:p>
          </p:txBody>
        </p:sp>
        <p:sp>
          <p:nvSpPr>
            <p:cNvPr name="TextBox 5" id="5"/>
            <p:cNvSpPr txBox="true"/>
            <p:nvPr/>
          </p:nvSpPr>
          <p:spPr>
            <a:xfrm rot="0">
              <a:off x="1492980" y="99348"/>
              <a:ext cx="3609604" cy="1082434"/>
            </a:xfrm>
            <a:prstGeom prst="rect">
              <a:avLst/>
            </a:prstGeom>
          </p:spPr>
          <p:txBody>
            <a:bodyPr anchor="t" rtlCol="false" tIns="0" lIns="0" bIns="0" rIns="0">
              <a:spAutoFit/>
            </a:bodyPr>
            <a:lstStyle/>
            <a:p>
              <a:pPr algn="ctr">
                <a:lnSpc>
                  <a:spcPts val="6759"/>
                </a:lnSpc>
              </a:pPr>
              <a:r>
                <a:rPr lang="en-US" sz="4828">
                  <a:solidFill>
                    <a:srgbClr val="2589C2"/>
                  </a:solidFill>
                  <a:latin typeface="Siyamrupali"/>
                  <a:ea typeface="Siyamrupali"/>
                  <a:cs typeface="Siyamrupali"/>
                  <a:sym typeface="Siyamrupali"/>
                </a:rPr>
                <a:t>Zeroby</a:t>
              </a:r>
              <a:r>
                <a:rPr lang="en-US" sz="4828">
                  <a:solidFill>
                    <a:srgbClr val="FFFFFF"/>
                  </a:solidFill>
                  <a:latin typeface="Siyamrupali"/>
                  <a:ea typeface="Siyamrupali"/>
                  <a:cs typeface="Siyamrupali"/>
                  <a:sym typeface="Siyamrupali"/>
                </a:rPr>
                <a:t>7</a:t>
              </a:r>
              <a:r>
                <a:rPr lang="en-US" sz="4828">
                  <a:solidFill>
                    <a:srgbClr val="2589C2"/>
                  </a:solidFill>
                  <a:latin typeface="Siyamrupali"/>
                  <a:ea typeface="Siyamrupali"/>
                  <a:cs typeface="Siyamrupali"/>
                  <a:sym typeface="Siyamrupali"/>
                </a:rPr>
                <a:t>e</a:t>
              </a:r>
            </a:p>
          </p:txBody>
        </p:sp>
        <p:sp>
          <p:nvSpPr>
            <p:cNvPr name="TextBox 6" id="6"/>
            <p:cNvSpPr txBox="true"/>
            <p:nvPr/>
          </p:nvSpPr>
          <p:spPr>
            <a:xfrm rot="0">
              <a:off x="4646966" y="236170"/>
              <a:ext cx="200131" cy="263465"/>
            </a:xfrm>
            <a:prstGeom prst="rect">
              <a:avLst/>
            </a:prstGeom>
          </p:spPr>
          <p:txBody>
            <a:bodyPr anchor="t" rtlCol="false" tIns="0" lIns="0" bIns="0" rIns="0">
              <a:spAutoFit/>
            </a:bodyPr>
            <a:lstStyle/>
            <a:p>
              <a:pPr algn="ctr">
                <a:lnSpc>
                  <a:spcPts val="1689"/>
                </a:lnSpc>
              </a:pPr>
              <a:r>
                <a:rPr lang="en-US" sz="1207">
                  <a:solidFill>
                    <a:srgbClr val="2589C2"/>
                  </a:solidFill>
                  <a:latin typeface="Siyamrupali"/>
                  <a:ea typeface="Siyamrupali"/>
                  <a:cs typeface="Siyamrupali"/>
                  <a:sym typeface="Siyamrupali"/>
                </a:rPr>
                <a:t>th</a:t>
              </a:r>
            </a:p>
          </p:txBody>
        </p:sp>
        <p:sp>
          <p:nvSpPr>
            <p:cNvPr name="AutoShape 7" id="7"/>
            <p:cNvSpPr/>
            <p:nvPr/>
          </p:nvSpPr>
          <p:spPr>
            <a:xfrm flipH="true">
              <a:off x="4582300" y="1513607"/>
              <a:ext cx="495527" cy="0"/>
            </a:xfrm>
            <a:prstGeom prst="line">
              <a:avLst/>
            </a:prstGeom>
            <a:ln cap="flat" w="21290">
              <a:solidFill>
                <a:srgbClr val="FFFFFF"/>
              </a:solidFill>
              <a:prstDash val="solid"/>
              <a:headEnd type="none" len="sm" w="sm"/>
              <a:tailEnd type="none" len="sm" w="sm"/>
            </a:ln>
          </p:spPr>
        </p:sp>
        <p:sp>
          <p:nvSpPr>
            <p:cNvPr name="AutoShape 8" id="8"/>
            <p:cNvSpPr/>
            <p:nvPr/>
          </p:nvSpPr>
          <p:spPr>
            <a:xfrm flipH="true">
              <a:off x="4582300" y="1396510"/>
              <a:ext cx="495527" cy="0"/>
            </a:xfrm>
            <a:prstGeom prst="line">
              <a:avLst/>
            </a:prstGeom>
            <a:ln cap="flat" w="21290">
              <a:solidFill>
                <a:srgbClr val="FFFFFF"/>
              </a:solidFill>
              <a:prstDash val="solid"/>
              <a:headEnd type="none" len="sm" w="sm"/>
              <a:tailEnd type="none" len="sm" w="sm"/>
            </a:ln>
          </p:spPr>
        </p:sp>
      </p:grpSp>
      <p:grpSp>
        <p:nvGrpSpPr>
          <p:cNvPr name="Group 9" id="9"/>
          <p:cNvGrpSpPr/>
          <p:nvPr/>
        </p:nvGrpSpPr>
        <p:grpSpPr>
          <a:xfrm rot="0">
            <a:off x="5346799" y="4317524"/>
            <a:ext cx="7594402" cy="1651952"/>
            <a:chOff x="0" y="0"/>
            <a:chExt cx="10125869" cy="2202603"/>
          </a:xfrm>
        </p:grpSpPr>
        <p:sp>
          <p:nvSpPr>
            <p:cNvPr name="TextBox 10" id="10"/>
            <p:cNvSpPr txBox="true"/>
            <p:nvPr/>
          </p:nvSpPr>
          <p:spPr>
            <a:xfrm rot="0">
              <a:off x="0" y="-171450"/>
              <a:ext cx="10125869" cy="2031576"/>
            </a:xfrm>
            <a:prstGeom prst="rect">
              <a:avLst/>
            </a:prstGeom>
          </p:spPr>
          <p:txBody>
            <a:bodyPr anchor="t" rtlCol="false" tIns="0" lIns="0" bIns="0" rIns="0">
              <a:spAutoFit/>
            </a:bodyPr>
            <a:lstStyle/>
            <a:p>
              <a:pPr algn="ctr">
                <a:lnSpc>
                  <a:spcPts val="12880"/>
                </a:lnSpc>
              </a:pPr>
              <a:r>
                <a:rPr lang="en-US" sz="9200">
                  <a:solidFill>
                    <a:srgbClr val="FFFFFF"/>
                  </a:solidFill>
                  <a:latin typeface="Lekton"/>
                  <a:ea typeface="Lekton"/>
                  <a:cs typeface="Lekton"/>
                  <a:sym typeface="Lekton"/>
                </a:rPr>
                <a:t>.eof</a:t>
              </a:r>
            </a:p>
          </p:txBody>
        </p:sp>
        <p:sp>
          <p:nvSpPr>
            <p:cNvPr name="TextBox 11" id="11"/>
            <p:cNvSpPr txBox="true"/>
            <p:nvPr/>
          </p:nvSpPr>
          <p:spPr>
            <a:xfrm rot="0">
              <a:off x="3556794" y="1450974"/>
              <a:ext cx="3012281" cy="751628"/>
            </a:xfrm>
            <a:prstGeom prst="rect">
              <a:avLst/>
            </a:prstGeom>
          </p:spPr>
          <p:txBody>
            <a:bodyPr anchor="t" rtlCol="false" tIns="0" lIns="0" bIns="0" rIns="0">
              <a:spAutoFit/>
            </a:bodyPr>
            <a:lstStyle/>
            <a:p>
              <a:pPr algn="ctr">
                <a:lnSpc>
                  <a:spcPts val="4759"/>
                </a:lnSpc>
              </a:pPr>
              <a:r>
                <a:rPr lang="en-US" sz="3399">
                  <a:solidFill>
                    <a:srgbClr val="38B6FF"/>
                  </a:solidFill>
                  <a:latin typeface="Canva Sans"/>
                  <a:ea typeface="Canva Sans"/>
                  <a:cs typeface="Canva Sans"/>
                  <a:sym typeface="Canva Sans"/>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DAGQyEh7Zbk</dc:identifier>
  <dcterms:modified xsi:type="dcterms:W3CDTF">2011-08-01T06:04:30Z</dcterms:modified>
  <cp:revision>1</cp:revision>
  <dc:title>Copy of 0byte template</dc:title>
</cp:coreProperties>
</file>