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" charset="1" panose="020B0503030501040103"/>
      <p:regular r:id="rId13"/>
    </p:embeddedFont>
    <p:embeddedFont>
      <p:font typeface="Lekton" charset="1" panose="02000000000000000000"/>
      <p:regular r:id="rId14"/>
    </p:embeddedFont>
    <p:embeddedFont>
      <p:font typeface="Major Mono Display" charset="1" panose="00000509000000000000"/>
      <p:regular r:id="rId15"/>
    </p:embeddedFont>
    <p:embeddedFont>
      <p:font typeface="Siyamrupali" charset="1" panose="02000500000000020004"/>
      <p:regular r:id="rId16"/>
    </p:embeddedFont>
    <p:embeddedFont>
      <p:font typeface="Lekton Bold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https://github.com/NH-RED-TEAM/RustHound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https://youtube.com/shorts/dd-J6TUR3NY?si=ueVXmAmRSjoKBeuF" TargetMode="External" Type="http://schemas.openxmlformats.org/officeDocument/2006/relationships/video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28464"/>
            <a:ext cx="16230600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RustHound : Modern AD Data Collection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819150" y="0"/>
            <a:ext cx="6619875" cy="1543050"/>
            <a:chOff x="0" y="0"/>
            <a:chExt cx="8826500" cy="20574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993900" y="0"/>
              <a:ext cx="2057400" cy="2057400"/>
              <a:chOff x="0" y="0"/>
              <a:chExt cx="406400" cy="4064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89C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3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997200" y="0"/>
              <a:ext cx="2057400" cy="2057400"/>
              <a:chOff x="0" y="0"/>
              <a:chExt cx="406400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89C2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3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4000500" y="0"/>
              <a:ext cx="2057400" cy="2057400"/>
              <a:chOff x="0" y="0"/>
              <a:chExt cx="406400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89C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3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384800" y="0"/>
              <a:ext cx="2057400" cy="2057400"/>
              <a:chOff x="0" y="0"/>
              <a:chExt cx="406400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89C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3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769100" y="0"/>
              <a:ext cx="2057400" cy="2057400"/>
              <a:chOff x="0" y="0"/>
              <a:chExt cx="406400" cy="406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89C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3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003300" y="0"/>
              <a:ext cx="2057400" cy="2057400"/>
              <a:chOff x="0" y="0"/>
              <a:chExt cx="406400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89C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3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2057400" cy="2057400"/>
              <a:chOff x="0" y="0"/>
              <a:chExt cx="406400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89C2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3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5400000">
            <a:off x="-8698" y="6425353"/>
            <a:ext cx="3735982" cy="6010144"/>
            <a:chOff x="0" y="0"/>
            <a:chExt cx="4981310" cy="80135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9275" cy="3558623"/>
            </a:xfrm>
            <a:custGeom>
              <a:avLst/>
              <a:gdLst/>
              <a:ahLst/>
              <a:cxnLst/>
              <a:rect r="r" b="b" t="t" l="l"/>
              <a:pathLst>
                <a:path h="3558623" w="2439275">
                  <a:moveTo>
                    <a:pt x="0" y="0"/>
                  </a:moveTo>
                  <a:lnTo>
                    <a:pt x="2439275" y="0"/>
                  </a:lnTo>
                  <a:lnTo>
                    <a:pt x="2439275" y="3558623"/>
                  </a:lnTo>
                  <a:lnTo>
                    <a:pt x="0" y="3558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908227" y="1117270"/>
              <a:ext cx="2439275" cy="3558623"/>
            </a:xfrm>
            <a:custGeom>
              <a:avLst/>
              <a:gdLst/>
              <a:ahLst/>
              <a:cxnLst/>
              <a:rect r="r" b="b" t="t" l="l"/>
              <a:pathLst>
                <a:path h="3558623" w="2439275">
                  <a:moveTo>
                    <a:pt x="0" y="0"/>
                  </a:moveTo>
                  <a:lnTo>
                    <a:pt x="2439274" y="0"/>
                  </a:lnTo>
                  <a:lnTo>
                    <a:pt x="2439274" y="3558623"/>
                  </a:lnTo>
                  <a:lnTo>
                    <a:pt x="0" y="3558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3808" y="3337633"/>
              <a:ext cx="2439275" cy="3558623"/>
            </a:xfrm>
            <a:custGeom>
              <a:avLst/>
              <a:gdLst/>
              <a:ahLst/>
              <a:cxnLst/>
              <a:rect r="r" b="b" t="t" l="l"/>
              <a:pathLst>
                <a:path h="3558623" w="2439275">
                  <a:moveTo>
                    <a:pt x="0" y="0"/>
                  </a:moveTo>
                  <a:lnTo>
                    <a:pt x="2439275" y="0"/>
                  </a:lnTo>
                  <a:lnTo>
                    <a:pt x="2439275" y="3558623"/>
                  </a:lnTo>
                  <a:lnTo>
                    <a:pt x="0" y="3558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542035" y="4454902"/>
              <a:ext cx="2439275" cy="3558623"/>
            </a:xfrm>
            <a:custGeom>
              <a:avLst/>
              <a:gdLst/>
              <a:ahLst/>
              <a:cxnLst/>
              <a:rect r="r" b="b" t="t" l="l"/>
              <a:pathLst>
                <a:path h="3558623" w="2439275">
                  <a:moveTo>
                    <a:pt x="0" y="0"/>
                  </a:moveTo>
                  <a:lnTo>
                    <a:pt x="2439275" y="0"/>
                  </a:lnTo>
                  <a:lnTo>
                    <a:pt x="2439275" y="3558624"/>
                  </a:lnTo>
                  <a:lnTo>
                    <a:pt x="0" y="3558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28700" y="6336434"/>
            <a:ext cx="16230600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rPr>
              <a:t>Speaker by @riodrwn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308486" y="8740614"/>
            <a:ext cx="3826938" cy="1379624"/>
            <a:chOff x="0" y="0"/>
            <a:chExt cx="5102584" cy="18394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48187" cy="1839499"/>
            </a:xfrm>
            <a:custGeom>
              <a:avLst/>
              <a:gdLst/>
              <a:ahLst/>
              <a:cxnLst/>
              <a:rect r="r" b="b" t="t" l="l"/>
              <a:pathLst>
                <a:path h="1839499" w="1448187">
                  <a:moveTo>
                    <a:pt x="0" y="0"/>
                  </a:moveTo>
                  <a:lnTo>
                    <a:pt x="1448187" y="0"/>
                  </a:lnTo>
                  <a:lnTo>
                    <a:pt x="1448187" y="1839499"/>
                  </a:lnTo>
                  <a:lnTo>
                    <a:pt x="0" y="183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492980" y="1237692"/>
              <a:ext cx="3024980" cy="3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3"/>
                </a:lnSpc>
              </a:pPr>
              <a:r>
                <a:rPr lang="en-US" sz="1609">
                  <a:solidFill>
                    <a:srgbClr val="FFFFFF"/>
                  </a:solidFill>
                  <a:latin typeface="Major Mono Display"/>
                  <a:ea typeface="Major Mono Display"/>
                  <a:cs typeface="Major Mono Display"/>
                  <a:sym typeface="Major Mono Display"/>
                </a:rPr>
                <a:t>www.zerobyte.id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492980" y="99348"/>
              <a:ext cx="3609604" cy="1082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9"/>
                </a:lnSpc>
              </a:pP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Zeroby</a:t>
              </a:r>
              <a:r>
                <a:rPr lang="en-US" sz="4828">
                  <a:solidFill>
                    <a:srgbClr val="FFFFFF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7</a:t>
              </a: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4646966" y="236170"/>
              <a:ext cx="200131" cy="26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1207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th</a:t>
              </a:r>
            </a:p>
          </p:txBody>
        </p:sp>
        <p:sp>
          <p:nvSpPr>
            <p:cNvPr name="AutoShape 36" id="36"/>
            <p:cNvSpPr/>
            <p:nvPr/>
          </p:nvSpPr>
          <p:spPr>
            <a:xfrm flipH="true">
              <a:off x="4582300" y="1513607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 flipH="true">
              <a:off x="4582300" y="1396510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8486" y="8740614"/>
            <a:ext cx="3826938" cy="1379624"/>
            <a:chOff x="0" y="0"/>
            <a:chExt cx="5102584" cy="18394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187" cy="1839499"/>
            </a:xfrm>
            <a:custGeom>
              <a:avLst/>
              <a:gdLst/>
              <a:ahLst/>
              <a:cxnLst/>
              <a:rect r="r" b="b" t="t" l="l"/>
              <a:pathLst>
                <a:path h="1839499" w="1448187">
                  <a:moveTo>
                    <a:pt x="0" y="0"/>
                  </a:moveTo>
                  <a:lnTo>
                    <a:pt x="1448187" y="0"/>
                  </a:lnTo>
                  <a:lnTo>
                    <a:pt x="1448187" y="1839499"/>
                  </a:lnTo>
                  <a:lnTo>
                    <a:pt x="0" y="183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492980" y="1237692"/>
              <a:ext cx="3024980" cy="3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3"/>
                </a:lnSpc>
              </a:pPr>
              <a:r>
                <a:rPr lang="en-US" sz="1609">
                  <a:solidFill>
                    <a:srgbClr val="FFFFFF"/>
                  </a:solidFill>
                  <a:latin typeface="Major Mono Display"/>
                  <a:ea typeface="Major Mono Display"/>
                  <a:cs typeface="Major Mono Display"/>
                  <a:sym typeface="Major Mono Display"/>
                </a:rPr>
                <a:t>www.zerobyte.id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92980" y="99348"/>
              <a:ext cx="3609604" cy="1082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9"/>
                </a:lnSpc>
              </a:pP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Zeroby</a:t>
              </a:r>
              <a:r>
                <a:rPr lang="en-US" sz="4828">
                  <a:solidFill>
                    <a:srgbClr val="FFFFFF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7</a:t>
              </a: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646966" y="236170"/>
              <a:ext cx="200131" cy="26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1207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th</a:t>
              </a:r>
            </a:p>
          </p:txBody>
        </p:sp>
        <p:sp>
          <p:nvSpPr>
            <p:cNvPr name="AutoShape 7" id="7"/>
            <p:cNvSpPr/>
            <p:nvPr/>
          </p:nvSpPr>
          <p:spPr>
            <a:xfrm flipH="true">
              <a:off x="4582300" y="1513607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4582300" y="1396510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518477"/>
            <a:ext cx="162306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38B6FF"/>
                </a:solidFill>
                <a:latin typeface="Lekton"/>
                <a:ea typeface="Lekton"/>
                <a:cs typeface="Lekton"/>
                <a:sym typeface="Lekton"/>
              </a:rPr>
              <a:t>Kenapa harus rusthound?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554509"/>
            <a:ext cx="15631391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rPr>
              <a:t>dikarenakan menggunakan rust pastinya aplikasi ini sangat kencang dibandingkan tools recon AD yang tradisional ataupun yang modern.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rPr>
              <a:t>crossplatform (linux,windows,mac)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rPr>
              <a:t>tidak membutuhkan pc client (lebih aman terhindar dari deteksi EDR)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rPr>
              <a:t> dan masih banyak lagi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911030"/>
            <a:ext cx="15631391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rPr>
              <a:t>LINK RUSTHOUND : </a:t>
            </a:r>
            <a:r>
              <a:rPr lang="en-US" sz="3399" u="sng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  <a:hlinkClick r:id="rId4" tooltip="https://github.com/NH-RED-TEAM/RustHound"/>
              </a:rPr>
              <a:t>https://github.com/NH-RED-TEAM/RustHound?tab=readme-ov-file#-roadmap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8486" y="8740614"/>
            <a:ext cx="3826938" cy="1379624"/>
            <a:chOff x="0" y="0"/>
            <a:chExt cx="5102584" cy="18394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187" cy="1839499"/>
            </a:xfrm>
            <a:custGeom>
              <a:avLst/>
              <a:gdLst/>
              <a:ahLst/>
              <a:cxnLst/>
              <a:rect r="r" b="b" t="t" l="l"/>
              <a:pathLst>
                <a:path h="1839499" w="1448187">
                  <a:moveTo>
                    <a:pt x="0" y="0"/>
                  </a:moveTo>
                  <a:lnTo>
                    <a:pt x="1448187" y="0"/>
                  </a:lnTo>
                  <a:lnTo>
                    <a:pt x="1448187" y="1839499"/>
                  </a:lnTo>
                  <a:lnTo>
                    <a:pt x="0" y="183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492980" y="1237692"/>
              <a:ext cx="3024980" cy="3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3"/>
                </a:lnSpc>
              </a:pPr>
              <a:r>
                <a:rPr lang="en-US" sz="1609">
                  <a:solidFill>
                    <a:srgbClr val="FFFFFF"/>
                  </a:solidFill>
                  <a:latin typeface="Major Mono Display"/>
                  <a:ea typeface="Major Mono Display"/>
                  <a:cs typeface="Major Mono Display"/>
                  <a:sym typeface="Major Mono Display"/>
                </a:rPr>
                <a:t>www.zerobyte.id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92980" y="99348"/>
              <a:ext cx="3609604" cy="1082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9"/>
                </a:lnSpc>
              </a:pP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Zeroby</a:t>
              </a:r>
              <a:r>
                <a:rPr lang="en-US" sz="4828">
                  <a:solidFill>
                    <a:srgbClr val="FFFFFF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7</a:t>
              </a: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646966" y="236170"/>
              <a:ext cx="200131" cy="26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1207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th</a:t>
              </a:r>
            </a:p>
          </p:txBody>
        </p:sp>
        <p:sp>
          <p:nvSpPr>
            <p:cNvPr name="AutoShape 7" id="7"/>
            <p:cNvSpPr/>
            <p:nvPr/>
          </p:nvSpPr>
          <p:spPr>
            <a:xfrm flipH="true">
              <a:off x="4582300" y="1513607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4582300" y="1396510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518477"/>
            <a:ext cx="162306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38B6FF"/>
                </a:solidFill>
                <a:latin typeface="Lekton"/>
                <a:ea typeface="Lekton"/>
                <a:cs typeface="Lekton"/>
                <a:sym typeface="Lekton"/>
              </a:rPr>
              <a:t>Traditional Method detected by AV/EDR</a:t>
            </a:r>
          </a:p>
        </p:txBody>
      </p:sp>
      <p:pic>
        <p:nvPicPr>
          <p:cNvPr name="Picture 10" id="10"/>
          <p:cNvPicPr>
            <a:picLocks noChangeAspect="true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 rot="0">
            <a:off x="6020561" y="1456987"/>
            <a:ext cx="4144089" cy="7373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8486" y="8740614"/>
            <a:ext cx="3826938" cy="1379624"/>
            <a:chOff x="0" y="0"/>
            <a:chExt cx="5102584" cy="18394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187" cy="1839499"/>
            </a:xfrm>
            <a:custGeom>
              <a:avLst/>
              <a:gdLst/>
              <a:ahLst/>
              <a:cxnLst/>
              <a:rect r="r" b="b" t="t" l="l"/>
              <a:pathLst>
                <a:path h="1839499" w="1448187">
                  <a:moveTo>
                    <a:pt x="0" y="0"/>
                  </a:moveTo>
                  <a:lnTo>
                    <a:pt x="1448187" y="0"/>
                  </a:lnTo>
                  <a:lnTo>
                    <a:pt x="1448187" y="1839499"/>
                  </a:lnTo>
                  <a:lnTo>
                    <a:pt x="0" y="183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492980" y="1237692"/>
              <a:ext cx="3024980" cy="3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3"/>
                </a:lnSpc>
              </a:pPr>
              <a:r>
                <a:rPr lang="en-US" sz="1609">
                  <a:solidFill>
                    <a:srgbClr val="FFFFFF"/>
                  </a:solidFill>
                  <a:latin typeface="Major Mono Display"/>
                  <a:ea typeface="Major Mono Display"/>
                  <a:cs typeface="Major Mono Display"/>
                  <a:sym typeface="Major Mono Display"/>
                </a:rPr>
                <a:t>www.zerobyte.id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92980" y="99348"/>
              <a:ext cx="3609604" cy="1082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9"/>
                </a:lnSpc>
              </a:pP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Zeroby</a:t>
              </a:r>
              <a:r>
                <a:rPr lang="en-US" sz="4828">
                  <a:solidFill>
                    <a:srgbClr val="FFFFFF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7</a:t>
              </a: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646966" y="236170"/>
              <a:ext cx="200131" cy="26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1207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th</a:t>
              </a:r>
            </a:p>
          </p:txBody>
        </p:sp>
        <p:sp>
          <p:nvSpPr>
            <p:cNvPr name="AutoShape 7" id="7"/>
            <p:cNvSpPr/>
            <p:nvPr/>
          </p:nvSpPr>
          <p:spPr>
            <a:xfrm flipH="true">
              <a:off x="4582300" y="1513607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4582300" y="1396510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102957" y="1773403"/>
            <a:ext cx="12082087" cy="7657022"/>
          </a:xfrm>
          <a:custGeom>
            <a:avLst/>
            <a:gdLst/>
            <a:ahLst/>
            <a:cxnLst/>
            <a:rect r="r" b="b" t="t" l="l"/>
            <a:pathLst>
              <a:path h="7657022" w="12082087">
                <a:moveTo>
                  <a:pt x="0" y="0"/>
                </a:moveTo>
                <a:lnTo>
                  <a:pt x="12082086" y="0"/>
                </a:lnTo>
                <a:lnTo>
                  <a:pt x="12082086" y="7657023"/>
                </a:lnTo>
                <a:lnTo>
                  <a:pt x="0" y="7657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18477"/>
            <a:ext cx="81153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>
                <a:solidFill>
                  <a:srgbClr val="38B6FF"/>
                </a:solidFill>
                <a:latin typeface="Lekton"/>
                <a:ea typeface="Lekton"/>
                <a:cs typeface="Lekton"/>
                <a:sym typeface="Lekton"/>
              </a:rPr>
              <a:t>Rusthound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14805" y="4110520"/>
            <a:ext cx="3058391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rPr>
              <a:t>DEMO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308486" y="8740614"/>
            <a:ext cx="3826938" cy="1379624"/>
            <a:chOff x="0" y="0"/>
            <a:chExt cx="5102584" cy="18394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8187" cy="1839499"/>
            </a:xfrm>
            <a:custGeom>
              <a:avLst/>
              <a:gdLst/>
              <a:ahLst/>
              <a:cxnLst/>
              <a:rect r="r" b="b" t="t" l="l"/>
              <a:pathLst>
                <a:path h="1839499" w="1448187">
                  <a:moveTo>
                    <a:pt x="0" y="0"/>
                  </a:moveTo>
                  <a:lnTo>
                    <a:pt x="1448187" y="0"/>
                  </a:lnTo>
                  <a:lnTo>
                    <a:pt x="1448187" y="1839499"/>
                  </a:lnTo>
                  <a:lnTo>
                    <a:pt x="0" y="183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492980" y="1237692"/>
              <a:ext cx="3024980" cy="3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3"/>
                </a:lnSpc>
              </a:pPr>
              <a:r>
                <a:rPr lang="en-US" sz="1609">
                  <a:solidFill>
                    <a:srgbClr val="FFFFFF"/>
                  </a:solidFill>
                  <a:latin typeface="Major Mono Display"/>
                  <a:ea typeface="Major Mono Display"/>
                  <a:cs typeface="Major Mono Display"/>
                  <a:sym typeface="Major Mono Display"/>
                </a:rPr>
                <a:t>www.zerobyte.id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492980" y="99348"/>
              <a:ext cx="3609604" cy="1082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9"/>
                </a:lnSpc>
              </a:pP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Zeroby</a:t>
              </a:r>
              <a:r>
                <a:rPr lang="en-US" sz="4828">
                  <a:solidFill>
                    <a:srgbClr val="FFFFFF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7</a:t>
              </a: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646966" y="236170"/>
              <a:ext cx="200131" cy="26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1207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th</a:t>
              </a:r>
            </a:p>
          </p:txBody>
        </p:sp>
        <p:sp>
          <p:nvSpPr>
            <p:cNvPr name="AutoShape 8" id="8"/>
            <p:cNvSpPr/>
            <p:nvPr/>
          </p:nvSpPr>
          <p:spPr>
            <a:xfrm flipH="true">
              <a:off x="4582300" y="1513607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H="true">
              <a:off x="4582300" y="1396510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6799" y="3922395"/>
            <a:ext cx="7594402" cy="1908809"/>
            <a:chOff x="0" y="0"/>
            <a:chExt cx="10125869" cy="254507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13503"/>
              <a:ext cx="10125869" cy="2031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880"/>
                </a:lnSpc>
              </a:pPr>
              <a:r>
                <a:rPr lang="en-US" sz="9200" b="true">
                  <a:solidFill>
                    <a:srgbClr val="FFFFFF"/>
                  </a:solidFill>
                  <a:latin typeface="Lekton Bold"/>
                  <a:ea typeface="Lekton Bold"/>
                  <a:cs typeface="Lekton Bold"/>
                  <a:sym typeface="Lekton Bold"/>
                </a:rPr>
                <a:t>Any “</a:t>
              </a:r>
              <a:r>
                <a:rPr lang="en-US" sz="9200" b="true">
                  <a:solidFill>
                    <a:srgbClr val="38B6FF"/>
                  </a:solidFill>
                  <a:latin typeface="Lekton Bold"/>
                  <a:ea typeface="Lekton Bold"/>
                  <a:cs typeface="Lekton Bold"/>
                  <a:sym typeface="Lekton Bold"/>
                </a:rPr>
                <a:t>--help</a:t>
              </a:r>
              <a:r>
                <a:rPr lang="en-US" sz="9200" b="true">
                  <a:solidFill>
                    <a:srgbClr val="FFFFFF"/>
                  </a:solidFill>
                  <a:latin typeface="Lekton Bold"/>
                  <a:ea typeface="Lekton Bold"/>
                  <a:cs typeface="Lekton Bold"/>
                  <a:sym typeface="Lekton Bold"/>
                </a:rPr>
                <a:t>”?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01368" y="-66675"/>
              <a:ext cx="4876701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strike="sngStrike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Questions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486" y="8740614"/>
            <a:ext cx="3826938" cy="1379624"/>
            <a:chOff x="0" y="0"/>
            <a:chExt cx="5102584" cy="18394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8187" cy="1839499"/>
            </a:xfrm>
            <a:custGeom>
              <a:avLst/>
              <a:gdLst/>
              <a:ahLst/>
              <a:cxnLst/>
              <a:rect r="r" b="b" t="t" l="l"/>
              <a:pathLst>
                <a:path h="1839499" w="1448187">
                  <a:moveTo>
                    <a:pt x="0" y="0"/>
                  </a:moveTo>
                  <a:lnTo>
                    <a:pt x="1448187" y="0"/>
                  </a:lnTo>
                  <a:lnTo>
                    <a:pt x="1448187" y="1839499"/>
                  </a:lnTo>
                  <a:lnTo>
                    <a:pt x="0" y="183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92980" y="1237692"/>
              <a:ext cx="3024980" cy="3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3"/>
                </a:lnSpc>
              </a:pPr>
              <a:r>
                <a:rPr lang="en-US" sz="1609">
                  <a:solidFill>
                    <a:srgbClr val="FFFFFF"/>
                  </a:solidFill>
                  <a:latin typeface="Major Mono Display"/>
                  <a:ea typeface="Major Mono Display"/>
                  <a:cs typeface="Major Mono Display"/>
                  <a:sym typeface="Major Mono Display"/>
                </a:rPr>
                <a:t>www.zerobyte.id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92980" y="99348"/>
              <a:ext cx="3609604" cy="1082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9"/>
                </a:lnSpc>
              </a:pP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Zeroby</a:t>
              </a:r>
              <a:r>
                <a:rPr lang="en-US" sz="4828">
                  <a:solidFill>
                    <a:srgbClr val="FFFFFF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7</a:t>
              </a: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646966" y="236170"/>
              <a:ext cx="200131" cy="26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1207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th</a:t>
              </a:r>
            </a:p>
          </p:txBody>
        </p:sp>
        <p:sp>
          <p:nvSpPr>
            <p:cNvPr name="AutoShape 10" id="10"/>
            <p:cNvSpPr/>
            <p:nvPr/>
          </p:nvSpPr>
          <p:spPr>
            <a:xfrm flipH="true">
              <a:off x="4582300" y="1513607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H="true">
              <a:off x="4582300" y="1396510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8486" y="8740614"/>
            <a:ext cx="3826938" cy="1379624"/>
            <a:chOff x="0" y="0"/>
            <a:chExt cx="5102584" cy="18394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187" cy="1839499"/>
            </a:xfrm>
            <a:custGeom>
              <a:avLst/>
              <a:gdLst/>
              <a:ahLst/>
              <a:cxnLst/>
              <a:rect r="r" b="b" t="t" l="l"/>
              <a:pathLst>
                <a:path h="1839499" w="1448187">
                  <a:moveTo>
                    <a:pt x="0" y="0"/>
                  </a:moveTo>
                  <a:lnTo>
                    <a:pt x="1448187" y="0"/>
                  </a:lnTo>
                  <a:lnTo>
                    <a:pt x="1448187" y="1839499"/>
                  </a:lnTo>
                  <a:lnTo>
                    <a:pt x="0" y="183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492980" y="1237692"/>
              <a:ext cx="3024980" cy="3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3"/>
                </a:lnSpc>
              </a:pPr>
              <a:r>
                <a:rPr lang="en-US" sz="1609">
                  <a:solidFill>
                    <a:srgbClr val="FFFFFF"/>
                  </a:solidFill>
                  <a:latin typeface="Major Mono Display"/>
                  <a:ea typeface="Major Mono Display"/>
                  <a:cs typeface="Major Mono Display"/>
                  <a:sym typeface="Major Mono Display"/>
                </a:rPr>
                <a:t>www.zerobyte.id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92980" y="99348"/>
              <a:ext cx="3609604" cy="1082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9"/>
                </a:lnSpc>
              </a:pP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Zeroby</a:t>
              </a:r>
              <a:r>
                <a:rPr lang="en-US" sz="4828">
                  <a:solidFill>
                    <a:srgbClr val="FFFFFF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7</a:t>
              </a:r>
              <a:r>
                <a:rPr lang="en-US" sz="4828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646966" y="236170"/>
              <a:ext cx="200131" cy="26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1207">
                  <a:solidFill>
                    <a:srgbClr val="2589C2"/>
                  </a:solidFill>
                  <a:latin typeface="Siyamrupali"/>
                  <a:ea typeface="Siyamrupali"/>
                  <a:cs typeface="Siyamrupali"/>
                  <a:sym typeface="Siyamrupali"/>
                </a:rPr>
                <a:t>th</a:t>
              </a:r>
            </a:p>
          </p:txBody>
        </p:sp>
        <p:sp>
          <p:nvSpPr>
            <p:cNvPr name="AutoShape 7" id="7"/>
            <p:cNvSpPr/>
            <p:nvPr/>
          </p:nvSpPr>
          <p:spPr>
            <a:xfrm flipH="true">
              <a:off x="4582300" y="1513607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4582300" y="1396510"/>
              <a:ext cx="495527" cy="0"/>
            </a:xfrm>
            <a:prstGeom prst="line">
              <a:avLst/>
            </a:prstGeom>
            <a:ln cap="flat" w="2129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346799" y="4317524"/>
            <a:ext cx="7594402" cy="1651952"/>
            <a:chOff x="0" y="0"/>
            <a:chExt cx="10125869" cy="22026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71450"/>
              <a:ext cx="10125869" cy="2031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880"/>
                </a:lnSpc>
              </a:pPr>
              <a:r>
                <a:rPr lang="en-US" sz="9200">
                  <a:solidFill>
                    <a:srgbClr val="FFFFFF"/>
                  </a:solidFill>
                  <a:latin typeface="Lekton"/>
                  <a:ea typeface="Lekton"/>
                  <a:cs typeface="Lekton"/>
                  <a:sym typeface="Lekton"/>
                </a:rPr>
                <a:t>.eof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794" y="1450974"/>
              <a:ext cx="3012281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38B6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DAGc4sw_iVY</dc:identifier>
  <dcterms:modified xsi:type="dcterms:W3CDTF">2011-08-01T06:04:30Z</dcterms:modified>
  <cp:revision>1</cp:revision>
  <dc:title>Copy of Copy of 0byte template</dc:title>
</cp:coreProperties>
</file>