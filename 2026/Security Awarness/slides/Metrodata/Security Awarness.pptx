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8288000" cy="10287000"/>
  <p:notesSz cx="6858000" cy="9144000"/>
  <p:embeddedFontLst>
    <p:embeddedFont>
      <p:font typeface="Etna Sans Serif" charset="1" panose="02000600000000000000"/>
      <p:regular r:id="rId44"/>
    </p:embeddedFont>
    <p:embeddedFont>
      <p:font typeface="Poppins Extra-Light" charset="1" panose="00000300000000000000"/>
      <p:regular r:id="rId45"/>
    </p:embeddedFont>
    <p:embeddedFont>
      <p:font typeface="Libre Franklin Bold" charset="1" panose="00000800000000000000"/>
      <p:regular r:id="rId46"/>
    </p:embeddedFont>
    <p:embeddedFont>
      <p:font typeface="Canva Sans" charset="1" panose="020B0503030501040103"/>
      <p:regular r:id="rId47"/>
    </p:embeddedFont>
    <p:embeddedFont>
      <p:font typeface="Poppins" charset="1" panose="00000500000000000000"/>
      <p:regular r:id="rId48"/>
    </p:embeddedFont>
    <p:embeddedFont>
      <p:font typeface="Poppins Bold" charset="1" panose="000008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4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svg" Type="http://schemas.openxmlformats.org/officeDocument/2006/relationships/image"/><Relationship Id="rId11" Target="../media/image47.png" Type="http://schemas.openxmlformats.org/officeDocument/2006/relationships/image"/><Relationship Id="rId12" Target="../media/image4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svg" Type="http://schemas.openxmlformats.org/officeDocument/2006/relationships/image"/><Relationship Id="rId11" Target="../media/image47.png" Type="http://schemas.openxmlformats.org/officeDocument/2006/relationships/image"/><Relationship Id="rId12" Target="../media/image4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9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svg" Type="http://schemas.openxmlformats.org/officeDocument/2006/relationships/image"/><Relationship Id="rId11" Target="../media/image47.png" Type="http://schemas.openxmlformats.org/officeDocument/2006/relationships/image"/><Relationship Id="rId12" Target="../media/image4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0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../media/image57.png" Type="http://schemas.openxmlformats.org/officeDocument/2006/relationships/image"/><Relationship Id="rId13" Target="../media/image5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5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youtube.com/shorts/UqePw7jp0no?si=spsgp3tiIXitlQqX" TargetMode="External" Type="http://schemas.openxmlformats.org/officeDocument/2006/relationships/video"/><Relationship Id="rId11" Target="../media/image6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60.jpeg" Type="http://schemas.openxmlformats.org/officeDocument/2006/relationships/image"/><Relationship Id="rId9" Target="https://youtube.com/shorts/eislteSWlsA?si=GcJ2CBtKKRxzGCz2" TargetMode="External" Type="http://schemas.openxmlformats.org/officeDocument/2006/relationships/video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62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6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65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6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11" Target="../media/image7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68.pn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3.png" Type="http://schemas.openxmlformats.org/officeDocument/2006/relationships/image"/><Relationship Id="rId9" Target="../media/image74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png" Type="http://schemas.openxmlformats.org/officeDocument/2006/relationships/image"/><Relationship Id="rId11" Target="../media/image77.svg" Type="http://schemas.openxmlformats.org/officeDocument/2006/relationships/image"/><Relationship Id="rId12" Target="../media/image75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png" Type="http://schemas.openxmlformats.org/officeDocument/2006/relationships/image"/><Relationship Id="rId12" Target="../media/image8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5.pn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png" Type="http://schemas.openxmlformats.org/officeDocument/2006/relationships/image"/><Relationship Id="rId12" Target="../media/image85.png" Type="http://schemas.openxmlformats.org/officeDocument/2006/relationships/image"/><Relationship Id="rId13" Target="../media/image8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5.pn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7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svg" Type="http://schemas.openxmlformats.org/officeDocument/2006/relationships/image"/><Relationship Id="rId11" Target="../media/image90.png" Type="http://schemas.openxmlformats.org/officeDocument/2006/relationships/image"/><Relationship Id="rId12" Target="../media/image9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5.png" Type="http://schemas.openxmlformats.org/officeDocument/2006/relationships/image"/><Relationship Id="rId9" Target="../media/image8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350702" y="2482182"/>
            <a:ext cx="3436024" cy="5215976"/>
          </a:xfrm>
          <a:custGeom>
            <a:avLst/>
            <a:gdLst/>
            <a:ahLst/>
            <a:cxnLst/>
            <a:rect r="r" b="b" t="t" l="l"/>
            <a:pathLst>
              <a:path h="5215976" w="3436024">
                <a:moveTo>
                  <a:pt x="0" y="0"/>
                </a:moveTo>
                <a:lnTo>
                  <a:pt x="3436024" y="0"/>
                </a:lnTo>
                <a:lnTo>
                  <a:pt x="3436024" y="5215976"/>
                </a:lnTo>
                <a:lnTo>
                  <a:pt x="0" y="5215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90498" y="-486700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6549656" y="8868678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1"/>
                </a:lnTo>
                <a:lnTo>
                  <a:pt x="0" y="2708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06217" y="544433"/>
            <a:ext cx="1146744" cy="1349110"/>
          </a:xfrm>
          <a:custGeom>
            <a:avLst/>
            <a:gdLst/>
            <a:ahLst/>
            <a:cxnLst/>
            <a:rect r="r" b="b" t="t" l="l"/>
            <a:pathLst>
              <a:path h="1349110" w="1146744">
                <a:moveTo>
                  <a:pt x="0" y="0"/>
                </a:moveTo>
                <a:lnTo>
                  <a:pt x="1146744" y="0"/>
                </a:lnTo>
                <a:lnTo>
                  <a:pt x="1146744" y="1349111"/>
                </a:lnTo>
                <a:lnTo>
                  <a:pt x="0" y="1349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31279" y="1437697"/>
            <a:ext cx="774939" cy="911692"/>
          </a:xfrm>
          <a:custGeom>
            <a:avLst/>
            <a:gdLst/>
            <a:ahLst/>
            <a:cxnLst/>
            <a:rect r="r" b="b" t="t" l="l"/>
            <a:pathLst>
              <a:path h="911692" w="774939">
                <a:moveTo>
                  <a:pt x="0" y="0"/>
                </a:moveTo>
                <a:lnTo>
                  <a:pt x="774938" y="0"/>
                </a:lnTo>
                <a:lnTo>
                  <a:pt x="774938" y="911693"/>
                </a:lnTo>
                <a:lnTo>
                  <a:pt x="0" y="9116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40452" y="8496413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86079" y="3577870"/>
            <a:ext cx="11153576" cy="2643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3"/>
              </a:lnSpc>
            </a:pPr>
            <a:r>
              <a:rPr lang="en-US" sz="10769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SECURITY AWARENESS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6079" y="6106554"/>
            <a:ext cx="11936620" cy="1387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4"/>
              </a:lnSpc>
              <a:spcBef>
                <a:spcPct val="0"/>
              </a:spcBef>
            </a:pPr>
            <a:r>
              <a:rPr lang="en-US" sz="3888">
                <a:solidFill>
                  <a:srgbClr val="004AAD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</a:t>
            </a:r>
            <a:r>
              <a:rPr lang="en-US" sz="3888">
                <a:solidFill>
                  <a:srgbClr val="004AAD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rotect your data through smart digital behaviour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6079" y="8269377"/>
            <a:ext cx="2065149" cy="42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5"/>
              </a:lnSpc>
              <a:spcBef>
                <a:spcPct val="0"/>
              </a:spcBef>
            </a:pPr>
            <a:r>
              <a:rPr lang="en-US" sz="2553" spc="-51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Presented By: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6079" y="8668513"/>
            <a:ext cx="1813615" cy="70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4"/>
              </a:lnSpc>
              <a:spcBef>
                <a:spcPct val="0"/>
              </a:spcBef>
            </a:pPr>
            <a:r>
              <a:rPr lang="en-US" sz="3888">
                <a:solidFill>
                  <a:srgbClr val="004AAD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Rio 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8149276" y="2535512"/>
            <a:ext cx="3436024" cy="5215976"/>
          </a:xfrm>
          <a:custGeom>
            <a:avLst/>
            <a:gdLst/>
            <a:ahLst/>
            <a:cxnLst/>
            <a:rect r="r" b="b" t="t" l="l"/>
            <a:pathLst>
              <a:path h="5215976" w="3436024">
                <a:moveTo>
                  <a:pt x="0" y="0"/>
                </a:moveTo>
                <a:lnTo>
                  <a:pt x="3436024" y="0"/>
                </a:lnTo>
                <a:lnTo>
                  <a:pt x="3436024" y="5215976"/>
                </a:lnTo>
                <a:lnTo>
                  <a:pt x="0" y="5215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90498" y="-486700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6549656" y="8868678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1"/>
                </a:lnTo>
                <a:lnTo>
                  <a:pt x="0" y="2708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64829" y="393598"/>
            <a:ext cx="1146744" cy="1349110"/>
          </a:xfrm>
          <a:custGeom>
            <a:avLst/>
            <a:gdLst/>
            <a:ahLst/>
            <a:cxnLst/>
            <a:rect r="r" b="b" t="t" l="l"/>
            <a:pathLst>
              <a:path h="1349110" w="1146744">
                <a:moveTo>
                  <a:pt x="0" y="0"/>
                </a:moveTo>
                <a:lnTo>
                  <a:pt x="1146744" y="0"/>
                </a:lnTo>
                <a:lnTo>
                  <a:pt x="1146744" y="1349110"/>
                </a:lnTo>
                <a:lnTo>
                  <a:pt x="0" y="1349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89891" y="1286862"/>
            <a:ext cx="774939" cy="911692"/>
          </a:xfrm>
          <a:custGeom>
            <a:avLst/>
            <a:gdLst/>
            <a:ahLst/>
            <a:cxnLst/>
            <a:rect r="r" b="b" t="t" l="l"/>
            <a:pathLst>
              <a:path h="911692" w="774939">
                <a:moveTo>
                  <a:pt x="0" y="0"/>
                </a:moveTo>
                <a:lnTo>
                  <a:pt x="774938" y="0"/>
                </a:lnTo>
                <a:lnTo>
                  <a:pt x="774938" y="911693"/>
                </a:lnTo>
                <a:lnTo>
                  <a:pt x="0" y="9116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35390" y="9431591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68574" y="1575049"/>
            <a:ext cx="4350851" cy="4350851"/>
          </a:xfrm>
          <a:custGeom>
            <a:avLst/>
            <a:gdLst/>
            <a:ahLst/>
            <a:cxnLst/>
            <a:rect r="r" b="b" t="t" l="l"/>
            <a:pathLst>
              <a:path h="4350851" w="4350851">
                <a:moveTo>
                  <a:pt x="0" y="0"/>
                </a:moveTo>
                <a:lnTo>
                  <a:pt x="4350852" y="0"/>
                </a:lnTo>
                <a:lnTo>
                  <a:pt x="4350852" y="4350851"/>
                </a:lnTo>
                <a:lnTo>
                  <a:pt x="0" y="43508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43339" y="7640775"/>
            <a:ext cx="2617462" cy="2363615"/>
          </a:xfrm>
          <a:custGeom>
            <a:avLst/>
            <a:gdLst/>
            <a:ahLst/>
            <a:cxnLst/>
            <a:rect r="r" b="b" t="t" l="l"/>
            <a:pathLst>
              <a:path h="2363615" w="2617462">
                <a:moveTo>
                  <a:pt x="0" y="0"/>
                </a:moveTo>
                <a:lnTo>
                  <a:pt x="2617462" y="0"/>
                </a:lnTo>
                <a:lnTo>
                  <a:pt x="2617462" y="2363615"/>
                </a:lnTo>
                <a:lnTo>
                  <a:pt x="0" y="23636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1073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956395" y="5848347"/>
            <a:ext cx="2170733" cy="42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75"/>
              </a:lnSpc>
              <a:spcBef>
                <a:spcPct val="0"/>
              </a:spcBef>
            </a:pPr>
            <a:r>
              <a:rPr lang="en-US" sz="2553" spc="-51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Rio Darmawan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68574" y="6447504"/>
            <a:ext cx="4350851" cy="176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4030" indent="-182015" lvl="1">
              <a:lnSpc>
                <a:spcPts val="2360"/>
              </a:lnSpc>
              <a:buFont typeface="Arial"/>
              <a:buChar char="•"/>
            </a:pPr>
            <a:r>
              <a:rPr lang="en-US" sz="1686" spc="33">
                <a:solidFill>
                  <a:srgbClr val="333333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Security Consultant</a:t>
            </a:r>
          </a:p>
          <a:p>
            <a:pPr algn="l" marL="364030" indent="-182015" lvl="1">
              <a:lnSpc>
                <a:spcPts val="2360"/>
              </a:lnSpc>
              <a:buFont typeface="Arial"/>
              <a:buChar char="•"/>
            </a:pPr>
            <a:r>
              <a:rPr lang="en-US" sz="1686" spc="33">
                <a:solidFill>
                  <a:srgbClr val="333333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Penetration Tester</a:t>
            </a:r>
          </a:p>
          <a:p>
            <a:pPr algn="l" marL="364030" indent="-182015" lvl="1">
              <a:lnSpc>
                <a:spcPts val="2360"/>
              </a:lnSpc>
              <a:buFont typeface="Arial"/>
              <a:buChar char="•"/>
            </a:pPr>
            <a:r>
              <a:rPr lang="en-US" sz="1686" spc="33">
                <a:solidFill>
                  <a:srgbClr val="333333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Bug Bounty Hunter</a:t>
            </a:r>
          </a:p>
          <a:p>
            <a:pPr algn="l" marL="364030" indent="-182015" lvl="1">
              <a:lnSpc>
                <a:spcPts val="2360"/>
              </a:lnSpc>
              <a:buFont typeface="Arial"/>
              <a:buChar char="•"/>
            </a:pPr>
            <a:r>
              <a:rPr lang="en-US" sz="1686" spc="33">
                <a:solidFill>
                  <a:srgbClr val="333333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Security Auditor</a:t>
            </a:r>
          </a:p>
          <a:p>
            <a:pPr algn="l" marL="364030" indent="-182015" lvl="1">
              <a:lnSpc>
                <a:spcPts val="2360"/>
              </a:lnSpc>
              <a:buFont typeface="Arial"/>
              <a:buChar char="•"/>
            </a:pPr>
            <a:r>
              <a:rPr lang="en-US" sz="1686" spc="33">
                <a:solidFill>
                  <a:srgbClr val="333333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Offensive Security Engineer</a:t>
            </a:r>
          </a:p>
          <a:p>
            <a:pPr algn="l" marL="0" indent="0" lvl="0">
              <a:lnSpc>
                <a:spcPts val="236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033999" y="328625"/>
            <a:ext cx="2220002" cy="43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5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ABOUT ME!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295199" y="2336050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0"/>
                </a:moveTo>
                <a:lnTo>
                  <a:pt x="3132286" y="0"/>
                </a:lnTo>
                <a:lnTo>
                  <a:pt x="3132286" y="4754894"/>
                </a:lnTo>
                <a:lnTo>
                  <a:pt x="0" y="475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325841"/>
            <a:ext cx="7955369" cy="7666987"/>
          </a:xfrm>
          <a:custGeom>
            <a:avLst/>
            <a:gdLst/>
            <a:ahLst/>
            <a:cxnLst/>
            <a:rect r="r" b="b" t="t" l="l"/>
            <a:pathLst>
              <a:path h="7666987" w="7955369">
                <a:moveTo>
                  <a:pt x="0" y="0"/>
                </a:moveTo>
                <a:lnTo>
                  <a:pt x="7955369" y="0"/>
                </a:lnTo>
                <a:lnTo>
                  <a:pt x="7955369" y="7666987"/>
                </a:lnTo>
                <a:lnTo>
                  <a:pt x="0" y="7666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451735" y="7187871"/>
            <a:ext cx="1921682" cy="1804957"/>
            <a:chOff x="0" y="0"/>
            <a:chExt cx="2562243" cy="24066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615711" y="1593809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25050" y="1880209"/>
            <a:ext cx="12037900" cy="7222740"/>
          </a:xfrm>
          <a:custGeom>
            <a:avLst/>
            <a:gdLst/>
            <a:ahLst/>
            <a:cxnLst/>
            <a:rect r="r" b="b" t="t" l="l"/>
            <a:pathLst>
              <a:path h="7222740" w="12037900">
                <a:moveTo>
                  <a:pt x="0" y="0"/>
                </a:moveTo>
                <a:lnTo>
                  <a:pt x="12037900" y="0"/>
                </a:lnTo>
                <a:lnTo>
                  <a:pt x="12037900" y="7222740"/>
                </a:lnTo>
                <a:lnTo>
                  <a:pt x="0" y="72227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2330767">
            <a:off x="10197298" y="2521778"/>
            <a:ext cx="2599015" cy="1569155"/>
          </a:xfrm>
          <a:custGeom>
            <a:avLst/>
            <a:gdLst/>
            <a:ahLst/>
            <a:cxnLst/>
            <a:rect r="r" b="b" t="t" l="l"/>
            <a:pathLst>
              <a:path h="1569155" w="2599015">
                <a:moveTo>
                  <a:pt x="0" y="0"/>
                </a:moveTo>
                <a:lnTo>
                  <a:pt x="2599015" y="0"/>
                </a:lnTo>
                <a:lnTo>
                  <a:pt x="2599015" y="1569155"/>
                </a:lnTo>
                <a:lnTo>
                  <a:pt x="0" y="15691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3559025">
            <a:off x="7277312" y="6021264"/>
            <a:ext cx="2181381" cy="3255793"/>
          </a:xfrm>
          <a:custGeom>
            <a:avLst/>
            <a:gdLst/>
            <a:ahLst/>
            <a:cxnLst/>
            <a:rect r="r" b="b" t="t" l="l"/>
            <a:pathLst>
              <a:path h="3255793" w="2181381">
                <a:moveTo>
                  <a:pt x="0" y="0"/>
                </a:moveTo>
                <a:lnTo>
                  <a:pt x="2181381" y="0"/>
                </a:lnTo>
                <a:lnTo>
                  <a:pt x="2181381" y="3255793"/>
                </a:lnTo>
                <a:lnTo>
                  <a:pt x="0" y="32557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48391" y="746407"/>
            <a:ext cx="5719376" cy="43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5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CYBER ATTACK TRENDS 2025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31252" y="4154256"/>
            <a:ext cx="2908745" cy="93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4"/>
              </a:lnSpc>
            </a:pPr>
            <a:r>
              <a:rPr lang="en-US" b="true" sz="7084">
                <a:solidFill>
                  <a:srgbClr val="FFD02B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44%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54850" y="6793098"/>
            <a:ext cx="2908745" cy="93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4"/>
              </a:lnSpc>
            </a:pPr>
            <a:r>
              <a:rPr lang="en-US" b="true" sz="7084">
                <a:solidFill>
                  <a:srgbClr val="FFD02B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3%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301670" y="9903628"/>
            <a:ext cx="16056752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https://www.isaca.org/-/media/files/isacadp/project/isaca/resources/infographics/isaca-state-of-cybersecurity-infographic-global-0925.pdf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24624" y="8666584"/>
            <a:ext cx="5719376" cy="43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5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SOURCE : ISACA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295199" y="2336050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0"/>
                </a:moveTo>
                <a:lnTo>
                  <a:pt x="3132286" y="0"/>
                </a:lnTo>
                <a:lnTo>
                  <a:pt x="3132286" y="4754894"/>
                </a:lnTo>
                <a:lnTo>
                  <a:pt x="0" y="475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325841"/>
            <a:ext cx="7955369" cy="7666987"/>
          </a:xfrm>
          <a:custGeom>
            <a:avLst/>
            <a:gdLst/>
            <a:ahLst/>
            <a:cxnLst/>
            <a:rect r="r" b="b" t="t" l="l"/>
            <a:pathLst>
              <a:path h="7666987" w="7955369">
                <a:moveTo>
                  <a:pt x="0" y="0"/>
                </a:moveTo>
                <a:lnTo>
                  <a:pt x="7955369" y="0"/>
                </a:lnTo>
                <a:lnTo>
                  <a:pt x="7955369" y="7666987"/>
                </a:lnTo>
                <a:lnTo>
                  <a:pt x="0" y="7666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451735" y="7187871"/>
            <a:ext cx="1921682" cy="1804957"/>
            <a:chOff x="0" y="0"/>
            <a:chExt cx="2562243" cy="24066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615711" y="1593809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51312" y="820334"/>
            <a:ext cx="6258377" cy="2683330"/>
          </a:xfrm>
          <a:custGeom>
            <a:avLst/>
            <a:gdLst/>
            <a:ahLst/>
            <a:cxnLst/>
            <a:rect r="r" b="b" t="t" l="l"/>
            <a:pathLst>
              <a:path h="2683330" w="6258377">
                <a:moveTo>
                  <a:pt x="0" y="0"/>
                </a:moveTo>
                <a:lnTo>
                  <a:pt x="6258377" y="0"/>
                </a:lnTo>
                <a:lnTo>
                  <a:pt x="6258377" y="2683330"/>
                </a:lnTo>
                <a:lnTo>
                  <a:pt x="0" y="26833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7829" y="1325841"/>
            <a:ext cx="7768105" cy="2579011"/>
          </a:xfrm>
          <a:custGeom>
            <a:avLst/>
            <a:gdLst/>
            <a:ahLst/>
            <a:cxnLst/>
            <a:rect r="r" b="b" t="t" l="l"/>
            <a:pathLst>
              <a:path h="2579011" w="7768105">
                <a:moveTo>
                  <a:pt x="0" y="0"/>
                </a:moveTo>
                <a:lnTo>
                  <a:pt x="7768105" y="0"/>
                </a:lnTo>
                <a:lnTo>
                  <a:pt x="7768105" y="2579011"/>
                </a:lnTo>
                <a:lnTo>
                  <a:pt x="0" y="25790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17829" y="4047727"/>
            <a:ext cx="8899740" cy="3014787"/>
          </a:xfrm>
          <a:custGeom>
            <a:avLst/>
            <a:gdLst/>
            <a:ahLst/>
            <a:cxnLst/>
            <a:rect r="r" b="b" t="t" l="l"/>
            <a:pathLst>
              <a:path h="3014787" w="8899740">
                <a:moveTo>
                  <a:pt x="0" y="0"/>
                </a:moveTo>
                <a:lnTo>
                  <a:pt x="8899741" y="0"/>
                </a:lnTo>
                <a:lnTo>
                  <a:pt x="8899741" y="3014787"/>
                </a:lnTo>
                <a:lnTo>
                  <a:pt x="0" y="30147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625483" y="3598797"/>
            <a:ext cx="6992403" cy="2595311"/>
          </a:xfrm>
          <a:custGeom>
            <a:avLst/>
            <a:gdLst/>
            <a:ahLst/>
            <a:cxnLst/>
            <a:rect r="r" b="b" t="t" l="l"/>
            <a:pathLst>
              <a:path h="2595311" w="6992403">
                <a:moveTo>
                  <a:pt x="0" y="0"/>
                </a:moveTo>
                <a:lnTo>
                  <a:pt x="6992403" y="0"/>
                </a:lnTo>
                <a:lnTo>
                  <a:pt x="6992403" y="2595311"/>
                </a:lnTo>
                <a:lnTo>
                  <a:pt x="0" y="25953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96493" y="6417716"/>
            <a:ext cx="5655242" cy="4184879"/>
          </a:xfrm>
          <a:custGeom>
            <a:avLst/>
            <a:gdLst/>
            <a:ahLst/>
            <a:cxnLst/>
            <a:rect r="r" b="b" t="t" l="l"/>
            <a:pathLst>
              <a:path h="4184879" w="5655242">
                <a:moveTo>
                  <a:pt x="0" y="0"/>
                </a:moveTo>
                <a:lnTo>
                  <a:pt x="5655242" y="0"/>
                </a:lnTo>
                <a:lnTo>
                  <a:pt x="5655242" y="4184879"/>
                </a:lnTo>
                <a:lnTo>
                  <a:pt x="0" y="41848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29448" y="7187871"/>
            <a:ext cx="5983487" cy="6356958"/>
          </a:xfrm>
          <a:custGeom>
            <a:avLst/>
            <a:gdLst/>
            <a:ahLst/>
            <a:cxnLst/>
            <a:rect r="r" b="b" t="t" l="l"/>
            <a:pathLst>
              <a:path h="6356958" w="5983487">
                <a:moveTo>
                  <a:pt x="0" y="0"/>
                </a:moveTo>
                <a:lnTo>
                  <a:pt x="5983487" y="0"/>
                </a:lnTo>
                <a:lnTo>
                  <a:pt x="598348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48391" y="746407"/>
            <a:ext cx="5719376" cy="43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5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CYBER ATTACK TRENDS 2025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7076881" y="2336050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3132286" y="4754894"/>
                </a:moveTo>
                <a:lnTo>
                  <a:pt x="0" y="4754894"/>
                </a:lnTo>
                <a:lnTo>
                  <a:pt x="0" y="0"/>
                </a:lnTo>
                <a:lnTo>
                  <a:pt x="3132286" y="0"/>
                </a:lnTo>
                <a:lnTo>
                  <a:pt x="3132286" y="47548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1755903" y="2336050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3132286" y="0"/>
                </a:moveTo>
                <a:lnTo>
                  <a:pt x="0" y="0"/>
                </a:lnTo>
                <a:lnTo>
                  <a:pt x="0" y="4754894"/>
                </a:lnTo>
                <a:lnTo>
                  <a:pt x="3132286" y="4754894"/>
                </a:lnTo>
                <a:lnTo>
                  <a:pt x="31322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32835">
            <a:off x="1008321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081828" y="8036403"/>
            <a:ext cx="1177472" cy="1105950"/>
            <a:chOff x="0" y="0"/>
            <a:chExt cx="1569962" cy="147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3104" y="0"/>
              <a:ext cx="936858" cy="1102186"/>
            </a:xfrm>
            <a:custGeom>
              <a:avLst/>
              <a:gdLst/>
              <a:ahLst/>
              <a:cxnLst/>
              <a:rect r="r" b="b" t="t" l="l"/>
              <a:pathLst>
                <a:path h="1102186" w="936858">
                  <a:moveTo>
                    <a:pt x="0" y="0"/>
                  </a:moveTo>
                  <a:lnTo>
                    <a:pt x="936858" y="0"/>
                  </a:lnTo>
                  <a:lnTo>
                    <a:pt x="936858" y="1102186"/>
                  </a:lnTo>
                  <a:lnTo>
                    <a:pt x="0" y="1102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729773"/>
              <a:ext cx="633104" cy="744828"/>
            </a:xfrm>
            <a:custGeom>
              <a:avLst/>
              <a:gdLst/>
              <a:ahLst/>
              <a:cxnLst/>
              <a:rect r="r" b="b" t="t" l="l"/>
              <a:pathLst>
                <a:path h="744828" w="633104">
                  <a:moveTo>
                    <a:pt x="0" y="0"/>
                  </a:moveTo>
                  <a:lnTo>
                    <a:pt x="633104" y="0"/>
                  </a:lnTo>
                  <a:lnTo>
                    <a:pt x="633104" y="744827"/>
                  </a:lnTo>
                  <a:lnTo>
                    <a:pt x="0" y="744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747855" y="1380929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34734" y="2136206"/>
            <a:ext cx="5020155" cy="4697075"/>
          </a:xfrm>
          <a:custGeom>
            <a:avLst/>
            <a:gdLst/>
            <a:ahLst/>
            <a:cxnLst/>
            <a:rect r="r" b="b" t="t" l="l"/>
            <a:pathLst>
              <a:path h="4697075" w="5020155">
                <a:moveTo>
                  <a:pt x="0" y="0"/>
                </a:moveTo>
                <a:lnTo>
                  <a:pt x="5020154" y="0"/>
                </a:lnTo>
                <a:lnTo>
                  <a:pt x="5020154" y="4697075"/>
                </a:lnTo>
                <a:lnTo>
                  <a:pt x="0" y="4697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891005" y="1986976"/>
            <a:ext cx="3975379" cy="5060153"/>
          </a:xfrm>
          <a:custGeom>
            <a:avLst/>
            <a:gdLst/>
            <a:ahLst/>
            <a:cxnLst/>
            <a:rect r="r" b="b" t="t" l="l"/>
            <a:pathLst>
              <a:path h="5060153" w="3975379">
                <a:moveTo>
                  <a:pt x="0" y="0"/>
                </a:moveTo>
                <a:lnTo>
                  <a:pt x="3975379" y="0"/>
                </a:lnTo>
                <a:lnTo>
                  <a:pt x="3975379" y="5060153"/>
                </a:lnTo>
                <a:lnTo>
                  <a:pt x="0" y="50601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161529" y="7134911"/>
            <a:ext cx="7964942" cy="2575728"/>
          </a:xfrm>
          <a:custGeom>
            <a:avLst/>
            <a:gdLst/>
            <a:ahLst/>
            <a:cxnLst/>
            <a:rect r="r" b="b" t="t" l="l"/>
            <a:pathLst>
              <a:path h="2575728" w="7964942">
                <a:moveTo>
                  <a:pt x="0" y="0"/>
                </a:moveTo>
                <a:lnTo>
                  <a:pt x="7964942" y="0"/>
                </a:lnTo>
                <a:lnTo>
                  <a:pt x="7964942" y="2575728"/>
                </a:lnTo>
                <a:lnTo>
                  <a:pt x="0" y="25757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99571" y="636793"/>
            <a:ext cx="5134682" cy="119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4957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CRIME AS A SERVICES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295199" y="2336050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0"/>
                </a:moveTo>
                <a:lnTo>
                  <a:pt x="3132286" y="0"/>
                </a:lnTo>
                <a:lnTo>
                  <a:pt x="3132286" y="4754894"/>
                </a:lnTo>
                <a:lnTo>
                  <a:pt x="0" y="475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325841"/>
            <a:ext cx="7955369" cy="7666987"/>
          </a:xfrm>
          <a:custGeom>
            <a:avLst/>
            <a:gdLst/>
            <a:ahLst/>
            <a:cxnLst/>
            <a:rect r="r" b="b" t="t" l="l"/>
            <a:pathLst>
              <a:path h="7666987" w="7955369">
                <a:moveTo>
                  <a:pt x="0" y="0"/>
                </a:moveTo>
                <a:lnTo>
                  <a:pt x="7955369" y="0"/>
                </a:lnTo>
                <a:lnTo>
                  <a:pt x="7955369" y="7666987"/>
                </a:lnTo>
                <a:lnTo>
                  <a:pt x="0" y="7666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451735" y="7187871"/>
            <a:ext cx="1921682" cy="1804957"/>
            <a:chOff x="0" y="0"/>
            <a:chExt cx="2562243" cy="24066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615711" y="1593809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81259" y="2996301"/>
            <a:ext cx="4656068" cy="4114800"/>
          </a:xfrm>
          <a:custGeom>
            <a:avLst/>
            <a:gdLst/>
            <a:ahLst/>
            <a:cxnLst/>
            <a:rect r="r" b="b" t="t" l="l"/>
            <a:pathLst>
              <a:path h="4114800" w="4656068">
                <a:moveTo>
                  <a:pt x="0" y="0"/>
                </a:moveTo>
                <a:lnTo>
                  <a:pt x="4656068" y="0"/>
                </a:lnTo>
                <a:lnTo>
                  <a:pt x="4656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03616" y="1325841"/>
            <a:ext cx="2158666" cy="1923912"/>
          </a:xfrm>
          <a:custGeom>
            <a:avLst/>
            <a:gdLst/>
            <a:ahLst/>
            <a:cxnLst/>
            <a:rect r="r" b="b" t="t" l="l"/>
            <a:pathLst>
              <a:path h="1923912" w="2158666">
                <a:moveTo>
                  <a:pt x="0" y="0"/>
                </a:moveTo>
                <a:lnTo>
                  <a:pt x="2158666" y="0"/>
                </a:lnTo>
                <a:lnTo>
                  <a:pt x="2158666" y="1923912"/>
                </a:lnTo>
                <a:lnTo>
                  <a:pt x="0" y="19239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55363" y="1727159"/>
            <a:ext cx="4174581" cy="65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4"/>
              </a:lnSpc>
            </a:pPr>
            <a:r>
              <a:rPr lang="en-US" sz="52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“AM I SAFE?”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3254" y="3316428"/>
            <a:ext cx="6109336" cy="241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8"/>
              </a:lnSpc>
            </a:pPr>
            <a:r>
              <a:rPr lang="en-US" sz="287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“WHAT IF I’VE ALREADY BECOME A VICTIM? HOW CAN I KNOW?”</a:t>
            </a:r>
            <a:r>
              <a:rPr lang="en-US" sz="287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​</a:t>
            </a:r>
          </a:p>
          <a:p>
            <a:pPr algn="l">
              <a:lnSpc>
                <a:spcPts val="2698"/>
              </a:lnSpc>
            </a:pPr>
            <a:r>
              <a:rPr lang="en-US" sz="287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​</a:t>
            </a:r>
          </a:p>
          <a:p>
            <a:pPr algn="l">
              <a:lnSpc>
                <a:spcPts val="2698"/>
              </a:lnSpc>
            </a:pPr>
            <a:r>
              <a:rPr lang="en-US" sz="287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“ANY TIPS TO STAY SAFE?”</a:t>
            </a:r>
          </a:p>
          <a:p>
            <a:pPr algn="l">
              <a:lnSpc>
                <a:spcPts val="2698"/>
              </a:lnSpc>
            </a:pPr>
          </a:p>
          <a:p>
            <a:pPr algn="l">
              <a:lnSpc>
                <a:spcPts val="2698"/>
              </a:lnSpc>
            </a:pPr>
          </a:p>
          <a:p>
            <a:pPr algn="l">
              <a:lnSpc>
                <a:spcPts val="269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913921" y="2995245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4754894"/>
                </a:moveTo>
                <a:lnTo>
                  <a:pt x="3132286" y="4754894"/>
                </a:lnTo>
                <a:lnTo>
                  <a:pt x="3132286" y="0"/>
                </a:lnTo>
                <a:lnTo>
                  <a:pt x="0" y="0"/>
                </a:lnTo>
                <a:lnTo>
                  <a:pt x="0" y="47548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85621" y="7784171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20334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15579" y="1240083"/>
            <a:ext cx="6797769" cy="65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4"/>
              </a:lnSpc>
            </a:pPr>
            <a:r>
              <a:rPr lang="en-US" sz="52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WRONG ASSUMPTIONS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5579" y="1840626"/>
            <a:ext cx="610326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The “Not Me” Fallacy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53857" y="3249842"/>
            <a:ext cx="3398885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300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COMMON FALLACIES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60757" y="3820899"/>
            <a:ext cx="7262654" cy="49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8"/>
              </a:lnSpc>
              <a:spcBef>
                <a:spcPct val="0"/>
              </a:spcBef>
            </a:pPr>
            <a:r>
              <a:rPr lang="en-US" sz="2870" strike="sngStrike" spc="453">
                <a:solidFill>
                  <a:srgbClr val="C93A55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"I'M NOT A HIGH-PROFILE TARGET."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09218" y="4399645"/>
            <a:ext cx="7765732" cy="49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8"/>
              </a:lnSpc>
              <a:spcBef>
                <a:spcPct val="0"/>
              </a:spcBef>
            </a:pPr>
            <a:r>
              <a:rPr lang="en-US" sz="2870" strike="sngStrike" spc="453">
                <a:solidFill>
                  <a:srgbClr val="C93A55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"I DON'T HAVE ANYTHING VALUABLE."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09218" y="5298680"/>
            <a:ext cx="8669565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300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JADI GAK MUNGKIN ADA YANG HACK AKU, KAN?​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913921" y="2995245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4754894"/>
                </a:moveTo>
                <a:lnTo>
                  <a:pt x="3132286" y="4754894"/>
                </a:lnTo>
                <a:lnTo>
                  <a:pt x="3132286" y="0"/>
                </a:lnTo>
                <a:lnTo>
                  <a:pt x="0" y="0"/>
                </a:lnTo>
                <a:lnTo>
                  <a:pt x="0" y="47548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85621" y="7784171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20334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26294" y="3955713"/>
            <a:ext cx="4109657" cy="4114800"/>
          </a:xfrm>
          <a:custGeom>
            <a:avLst/>
            <a:gdLst/>
            <a:ahLst/>
            <a:cxnLst/>
            <a:rect r="r" b="b" t="t" l="l"/>
            <a:pathLst>
              <a:path h="4114800" w="4109657">
                <a:moveTo>
                  <a:pt x="0" y="0"/>
                </a:moveTo>
                <a:lnTo>
                  <a:pt x="4109656" y="0"/>
                </a:lnTo>
                <a:lnTo>
                  <a:pt x="41096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790208" y="2987734"/>
            <a:ext cx="2812425" cy="2063617"/>
          </a:xfrm>
          <a:custGeom>
            <a:avLst/>
            <a:gdLst/>
            <a:ahLst/>
            <a:cxnLst/>
            <a:rect r="r" b="b" t="t" l="l"/>
            <a:pathLst>
              <a:path h="2063617" w="2812425">
                <a:moveTo>
                  <a:pt x="0" y="0"/>
                </a:moveTo>
                <a:lnTo>
                  <a:pt x="2812425" y="0"/>
                </a:lnTo>
                <a:lnTo>
                  <a:pt x="2812425" y="2063618"/>
                </a:lnTo>
                <a:lnTo>
                  <a:pt x="0" y="20636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008205" y="3638159"/>
            <a:ext cx="7716737" cy="3010682"/>
            <a:chOff x="0" y="0"/>
            <a:chExt cx="2032392" cy="7929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2392" cy="792937"/>
            </a:xfrm>
            <a:custGeom>
              <a:avLst/>
              <a:gdLst/>
              <a:ahLst/>
              <a:cxnLst/>
              <a:rect r="r" b="b" t="t" l="l"/>
              <a:pathLst>
                <a:path h="792937" w="2032392">
                  <a:moveTo>
                    <a:pt x="0" y="0"/>
                  </a:moveTo>
                  <a:lnTo>
                    <a:pt x="2032392" y="0"/>
                  </a:lnTo>
                  <a:lnTo>
                    <a:pt x="2032392" y="792937"/>
                  </a:lnTo>
                  <a:lnTo>
                    <a:pt x="0" y="792937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032392" cy="850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35280" y="1240083"/>
            <a:ext cx="3765984" cy="65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4"/>
              </a:lnSpc>
            </a:pPr>
            <a:r>
              <a:rPr lang="en-US" sz="52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THE REALITY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14941" y="4332605"/>
            <a:ext cx="6103265" cy="154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Your access is the gateway</a:t>
            </a:r>
          </a:p>
          <a:p>
            <a:pPr algn="ctr">
              <a:lnSpc>
                <a:spcPts val="4059"/>
              </a:lnSpc>
            </a:pPr>
          </a:p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Your identity is the currency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54674" y="3582744"/>
            <a:ext cx="2083494" cy="39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1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tch, i dont care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913921" y="2995245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4754894"/>
                </a:moveTo>
                <a:lnTo>
                  <a:pt x="3132286" y="4754894"/>
                </a:lnTo>
                <a:lnTo>
                  <a:pt x="3132286" y="0"/>
                </a:lnTo>
                <a:lnTo>
                  <a:pt x="0" y="0"/>
                </a:lnTo>
                <a:lnTo>
                  <a:pt x="0" y="47548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85621" y="7784171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20334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15579" y="2095748"/>
            <a:ext cx="7179903" cy="5311161"/>
          </a:xfrm>
          <a:custGeom>
            <a:avLst/>
            <a:gdLst/>
            <a:ahLst/>
            <a:cxnLst/>
            <a:rect r="r" b="b" t="t" l="l"/>
            <a:pathLst>
              <a:path h="5311161" w="7179903">
                <a:moveTo>
                  <a:pt x="0" y="0"/>
                </a:moveTo>
                <a:lnTo>
                  <a:pt x="7179903" y="0"/>
                </a:lnTo>
                <a:lnTo>
                  <a:pt x="7179903" y="5311161"/>
                </a:lnTo>
                <a:lnTo>
                  <a:pt x="0" y="53111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407304" y="1211508"/>
            <a:ext cx="4875915" cy="104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8"/>
              </a:lnSpc>
            </a:pPr>
            <a:r>
              <a:rPr lang="en-US" sz="43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HACKER MOTIVES &amp; TARGETS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07304" y="3171227"/>
            <a:ext cx="6103265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Financial Gain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Political Influence (Hacktivism)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Corporate Spionage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43842" y="2687938"/>
            <a:ext cx="5036521" cy="32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6"/>
              </a:lnSpc>
            </a:pPr>
            <a:r>
              <a:rPr lang="en-US" sz="25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PRIMARY MOTIVES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43842" y="4718087"/>
            <a:ext cx="5036521" cy="32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6"/>
              </a:lnSpc>
            </a:pPr>
            <a:r>
              <a:rPr lang="en-US" sz="25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KEY TARGETS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643842" y="5143500"/>
            <a:ext cx="4031731" cy="1313148"/>
            <a:chOff x="0" y="0"/>
            <a:chExt cx="1061855" cy="3458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1855" cy="345850"/>
            </a:xfrm>
            <a:custGeom>
              <a:avLst/>
              <a:gdLst/>
              <a:ahLst/>
              <a:cxnLst/>
              <a:rect r="r" b="b" t="t" l="l"/>
              <a:pathLst>
                <a:path h="345850" w="1061855">
                  <a:moveTo>
                    <a:pt x="0" y="0"/>
                  </a:moveTo>
                  <a:lnTo>
                    <a:pt x="1061855" y="0"/>
                  </a:lnTo>
                  <a:lnTo>
                    <a:pt x="1061855" y="345850"/>
                  </a:lnTo>
                  <a:lnTo>
                    <a:pt x="0" y="34585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61855" cy="403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643842" y="5200902"/>
            <a:ext cx="4639376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Organization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 Personal Data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 Professional Identity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913921" y="2995245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4754894"/>
                </a:moveTo>
                <a:lnTo>
                  <a:pt x="3132286" y="4754894"/>
                </a:lnTo>
                <a:lnTo>
                  <a:pt x="3132286" y="0"/>
                </a:lnTo>
                <a:lnTo>
                  <a:pt x="0" y="0"/>
                </a:lnTo>
                <a:lnTo>
                  <a:pt x="0" y="47548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257957" y="8355822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20334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65521" y="2442223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12201" y="1497908"/>
            <a:ext cx="6263598" cy="54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8"/>
              </a:lnSpc>
            </a:pPr>
            <a:r>
              <a:rPr lang="en-US" sz="43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LET’S PROTECT OUR SELF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08361" y="5245417"/>
            <a:ext cx="71279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5552" y="2498040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0"/>
                </a:moveTo>
                <a:lnTo>
                  <a:pt x="3132286" y="0"/>
                </a:lnTo>
                <a:lnTo>
                  <a:pt x="3132286" y="4754894"/>
                </a:lnTo>
                <a:lnTo>
                  <a:pt x="0" y="475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14835" y="8258800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355322" y="2147889"/>
            <a:ext cx="1490071" cy="1789387"/>
          </a:xfrm>
          <a:custGeom>
            <a:avLst/>
            <a:gdLst/>
            <a:ahLst/>
            <a:cxnLst/>
            <a:rect r="r" b="b" t="t" l="l"/>
            <a:pathLst>
              <a:path h="1789387" w="1490071">
                <a:moveTo>
                  <a:pt x="0" y="0"/>
                </a:moveTo>
                <a:lnTo>
                  <a:pt x="1490071" y="0"/>
                </a:lnTo>
                <a:lnTo>
                  <a:pt x="1490071" y="1789386"/>
                </a:lnTo>
                <a:lnTo>
                  <a:pt x="0" y="1789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683244" y="5600344"/>
            <a:ext cx="2353247" cy="1682571"/>
          </a:xfrm>
          <a:custGeom>
            <a:avLst/>
            <a:gdLst/>
            <a:ahLst/>
            <a:cxnLst/>
            <a:rect r="r" b="b" t="t" l="l"/>
            <a:pathLst>
              <a:path h="1682571" w="2353247">
                <a:moveTo>
                  <a:pt x="0" y="0"/>
                </a:moveTo>
                <a:lnTo>
                  <a:pt x="2353247" y="0"/>
                </a:lnTo>
                <a:lnTo>
                  <a:pt x="2353247" y="1682572"/>
                </a:lnTo>
                <a:lnTo>
                  <a:pt x="0" y="1682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1983798" y="2213609"/>
            <a:ext cx="1752138" cy="1723666"/>
          </a:xfrm>
          <a:custGeom>
            <a:avLst/>
            <a:gdLst/>
            <a:ahLst/>
            <a:cxnLst/>
            <a:rect r="r" b="b" t="t" l="l"/>
            <a:pathLst>
              <a:path h="1723666" w="1752138">
                <a:moveTo>
                  <a:pt x="0" y="0"/>
                </a:moveTo>
                <a:lnTo>
                  <a:pt x="1752139" y="0"/>
                </a:lnTo>
                <a:lnTo>
                  <a:pt x="1752139" y="1723666"/>
                </a:lnTo>
                <a:lnTo>
                  <a:pt x="0" y="17236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252432" y="5409148"/>
            <a:ext cx="1695852" cy="2064964"/>
          </a:xfrm>
          <a:custGeom>
            <a:avLst/>
            <a:gdLst/>
            <a:ahLst/>
            <a:cxnLst/>
            <a:rect r="r" b="b" t="t" l="l"/>
            <a:pathLst>
              <a:path h="2064964" w="1695852">
                <a:moveTo>
                  <a:pt x="0" y="0"/>
                </a:moveTo>
                <a:lnTo>
                  <a:pt x="1695852" y="0"/>
                </a:lnTo>
                <a:lnTo>
                  <a:pt x="1695852" y="2064964"/>
                </a:lnTo>
                <a:lnTo>
                  <a:pt x="0" y="20649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256193" y="934634"/>
            <a:ext cx="5775613" cy="641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6"/>
              </a:lnSpc>
            </a:pPr>
            <a:r>
              <a:rPr lang="en-US" sz="50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THREAT CASE STUDY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21359" y="4108725"/>
            <a:ext cx="1757997" cy="70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Phising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98016" y="7389308"/>
            <a:ext cx="4536757" cy="70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Social Engineering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86492" y="4108725"/>
            <a:ext cx="5746750" cy="70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Unsafe Wifi Connection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41119" y="7389308"/>
            <a:ext cx="6637496" cy="70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Malware And Ransomware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913921" y="2995245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4754894"/>
                </a:moveTo>
                <a:lnTo>
                  <a:pt x="3132286" y="4754894"/>
                </a:lnTo>
                <a:lnTo>
                  <a:pt x="3132286" y="0"/>
                </a:lnTo>
                <a:lnTo>
                  <a:pt x="0" y="0"/>
                </a:lnTo>
                <a:lnTo>
                  <a:pt x="0" y="47548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85621" y="7784171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20334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93320" y="3600434"/>
            <a:ext cx="6301360" cy="3544515"/>
          </a:xfrm>
          <a:custGeom>
            <a:avLst/>
            <a:gdLst/>
            <a:ahLst/>
            <a:cxnLst/>
            <a:rect r="r" b="b" t="t" l="l"/>
            <a:pathLst>
              <a:path h="3544515" w="6301360">
                <a:moveTo>
                  <a:pt x="0" y="0"/>
                </a:moveTo>
                <a:lnTo>
                  <a:pt x="6301360" y="0"/>
                </a:lnTo>
                <a:lnTo>
                  <a:pt x="6301360" y="3544515"/>
                </a:lnTo>
                <a:lnTo>
                  <a:pt x="0" y="35445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44558" y="1912476"/>
            <a:ext cx="3398885" cy="71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560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PHISING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46621" y="2780137"/>
            <a:ext cx="7594759" cy="49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8"/>
              </a:lnSpc>
              <a:spcBef>
                <a:spcPct val="0"/>
              </a:spcBef>
            </a:pPr>
            <a:r>
              <a:rPr lang="en-US" sz="2870" spc="453">
                <a:solidFill>
                  <a:srgbClr val="2F8CEA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IT’S FISHING, BUT YOU ARE THE FISH​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5552" y="2498040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0"/>
                </a:moveTo>
                <a:lnTo>
                  <a:pt x="3132286" y="0"/>
                </a:lnTo>
                <a:lnTo>
                  <a:pt x="3132286" y="4754894"/>
                </a:lnTo>
                <a:lnTo>
                  <a:pt x="0" y="475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325841"/>
            <a:ext cx="7955369" cy="7666987"/>
          </a:xfrm>
          <a:custGeom>
            <a:avLst/>
            <a:gdLst/>
            <a:ahLst/>
            <a:cxnLst/>
            <a:rect r="r" b="b" t="t" l="l"/>
            <a:pathLst>
              <a:path h="7666987" w="7955369">
                <a:moveTo>
                  <a:pt x="0" y="0"/>
                </a:moveTo>
                <a:lnTo>
                  <a:pt x="7955369" y="0"/>
                </a:lnTo>
                <a:lnTo>
                  <a:pt x="7955369" y="7666987"/>
                </a:lnTo>
                <a:lnTo>
                  <a:pt x="0" y="7666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451735" y="7187871"/>
            <a:ext cx="1921682" cy="1804957"/>
            <a:chOff x="0" y="0"/>
            <a:chExt cx="2562243" cy="24066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615711" y="1593809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022778" y="2630788"/>
            <a:ext cx="3383304" cy="4062920"/>
          </a:xfrm>
          <a:custGeom>
            <a:avLst/>
            <a:gdLst/>
            <a:ahLst/>
            <a:cxnLst/>
            <a:rect r="r" b="b" t="t" l="l"/>
            <a:pathLst>
              <a:path h="4062920" w="3383304">
                <a:moveTo>
                  <a:pt x="0" y="0"/>
                </a:moveTo>
                <a:lnTo>
                  <a:pt x="3383304" y="0"/>
                </a:lnTo>
                <a:lnTo>
                  <a:pt x="3383304" y="4062919"/>
                </a:lnTo>
                <a:lnTo>
                  <a:pt x="0" y="4062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96335" y="2144166"/>
            <a:ext cx="5036521" cy="43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5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PHISING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96335" y="2656771"/>
            <a:ext cx="7247665" cy="1755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Per</a:t>
            </a:r>
            <a:r>
              <a:rPr lang="en-US" sz="2493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cobaan pencurian informasi pribadi (ex: credit card number, bankaccount, password) dengan mengarahkan agar korban memberikan informasi.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96335" y="4722970"/>
            <a:ext cx="5036521" cy="43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5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SPEAR PHISING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96335" y="5292684"/>
            <a:ext cx="7247665" cy="219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Ketik</a:t>
            </a:r>
            <a:r>
              <a:rPr lang="en-US" sz="2493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 phishing secara khusus menargetkan dirimu.​</a:t>
            </a:r>
          </a:p>
          <a:p>
            <a:pPr algn="just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Mereka sudah tau informasi tentangmu (keluarga, pekerjaan, aktivitas,dsb). </a:t>
            </a:r>
          </a:p>
          <a:p>
            <a:pPr algn="just">
              <a:lnSpc>
                <a:spcPts val="34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295199" y="3018398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0"/>
                </a:moveTo>
                <a:lnTo>
                  <a:pt x="3132286" y="0"/>
                </a:lnTo>
                <a:lnTo>
                  <a:pt x="3132286" y="4754894"/>
                </a:lnTo>
                <a:lnTo>
                  <a:pt x="0" y="475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16852643" y="3018398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4754894"/>
                </a:moveTo>
                <a:lnTo>
                  <a:pt x="3132286" y="4754894"/>
                </a:lnTo>
                <a:lnTo>
                  <a:pt x="3132286" y="0"/>
                </a:lnTo>
                <a:lnTo>
                  <a:pt x="0" y="0"/>
                </a:lnTo>
                <a:lnTo>
                  <a:pt x="0" y="47548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00000">
            <a:off x="13278223" y="-152108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234106" y="8690904"/>
            <a:ext cx="812260" cy="762922"/>
            <a:chOff x="0" y="0"/>
            <a:chExt cx="1083013" cy="1017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36736" y="0"/>
              <a:ext cx="646277" cy="760326"/>
            </a:xfrm>
            <a:custGeom>
              <a:avLst/>
              <a:gdLst/>
              <a:ahLst/>
              <a:cxnLst/>
              <a:rect r="r" b="b" t="t" l="l"/>
              <a:pathLst>
                <a:path h="760326" w="646277">
                  <a:moveTo>
                    <a:pt x="0" y="0"/>
                  </a:moveTo>
                  <a:lnTo>
                    <a:pt x="646277" y="0"/>
                  </a:lnTo>
                  <a:lnTo>
                    <a:pt x="646277" y="760326"/>
                  </a:lnTo>
                  <a:lnTo>
                    <a:pt x="0" y="760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503422"/>
              <a:ext cx="436736" cy="513808"/>
            </a:xfrm>
            <a:custGeom>
              <a:avLst/>
              <a:gdLst/>
              <a:ahLst/>
              <a:cxnLst/>
              <a:rect r="r" b="b" t="t" l="l"/>
              <a:pathLst>
                <a:path h="513808" w="436736">
                  <a:moveTo>
                    <a:pt x="0" y="0"/>
                  </a:moveTo>
                  <a:lnTo>
                    <a:pt x="436736" y="0"/>
                  </a:lnTo>
                  <a:lnTo>
                    <a:pt x="436736" y="513807"/>
                  </a:lnTo>
                  <a:lnTo>
                    <a:pt x="0" y="51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203" y="1491945"/>
            <a:ext cx="812260" cy="762922"/>
            <a:chOff x="0" y="0"/>
            <a:chExt cx="1083013" cy="10172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36736" y="0"/>
              <a:ext cx="646277" cy="760326"/>
            </a:xfrm>
            <a:custGeom>
              <a:avLst/>
              <a:gdLst/>
              <a:ahLst/>
              <a:cxnLst/>
              <a:rect r="r" b="b" t="t" l="l"/>
              <a:pathLst>
                <a:path h="760326" w="646277">
                  <a:moveTo>
                    <a:pt x="0" y="0"/>
                  </a:moveTo>
                  <a:lnTo>
                    <a:pt x="646277" y="0"/>
                  </a:lnTo>
                  <a:lnTo>
                    <a:pt x="646277" y="760326"/>
                  </a:lnTo>
                  <a:lnTo>
                    <a:pt x="0" y="760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503422"/>
              <a:ext cx="436736" cy="513808"/>
            </a:xfrm>
            <a:custGeom>
              <a:avLst/>
              <a:gdLst/>
              <a:ahLst/>
              <a:cxnLst/>
              <a:rect r="r" b="b" t="t" l="l"/>
              <a:pathLst>
                <a:path h="513808" w="436736">
                  <a:moveTo>
                    <a:pt x="0" y="0"/>
                  </a:moveTo>
                  <a:lnTo>
                    <a:pt x="436736" y="0"/>
                  </a:lnTo>
                  <a:lnTo>
                    <a:pt x="436736" y="513807"/>
                  </a:lnTo>
                  <a:lnTo>
                    <a:pt x="0" y="51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5400000">
            <a:off x="7186124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00000">
            <a:off x="6540908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5954886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5581964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5999700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5354484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5400000">
            <a:off x="4768463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4395540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5471584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5400000">
            <a:off x="4826369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4240347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3867425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5400000">
            <a:off x="4285161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400000">
            <a:off x="3639945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3053924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5400000">
            <a:off x="2681001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5400000">
            <a:off x="14481871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5400000">
            <a:off x="13836656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5400000">
            <a:off x="13250634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5400000">
            <a:off x="12877712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5400000">
            <a:off x="13295448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5400000">
            <a:off x="12650232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5400000">
            <a:off x="12064211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5400000">
            <a:off x="11691288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5400000">
            <a:off x="12767332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5400000">
            <a:off x="12122117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5400000">
            <a:off x="11536095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5400000">
            <a:off x="11163173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5400000">
            <a:off x="11580909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5400000">
            <a:off x="10935693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5400000">
            <a:off x="10349672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5400000">
            <a:off x="9976749" y="5218371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4" id="44"/>
          <p:cNvSpPr/>
          <p:nvPr/>
        </p:nvSpPr>
        <p:spPr>
          <a:xfrm>
            <a:off x="8922975" y="4472548"/>
            <a:ext cx="0" cy="2322699"/>
          </a:xfrm>
          <a:prstGeom prst="line">
            <a:avLst/>
          </a:prstGeom>
          <a:ln cap="flat" w="38100">
            <a:solidFill>
              <a:srgbClr val="344F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H="true">
            <a:off x="2424463" y="6768514"/>
            <a:ext cx="13439074" cy="0"/>
          </a:xfrm>
          <a:prstGeom prst="line">
            <a:avLst/>
          </a:prstGeom>
          <a:ln cap="flat" w="38100">
            <a:solidFill>
              <a:srgbClr val="344F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4329410" y="5511287"/>
            <a:ext cx="191446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Email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902010" y="5511287"/>
            <a:ext cx="327724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SMS / Text Message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355634" y="3109475"/>
            <a:ext cx="5134682" cy="61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4957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PHISING MEDIUM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5400000">
            <a:off x="9379099" y="6967769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5400000">
            <a:off x="8793077" y="6967769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5400000">
            <a:off x="8420155" y="6967769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5400000">
            <a:off x="9496199" y="6967769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5400000">
            <a:off x="8850983" y="6967769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5400000">
            <a:off x="8264962" y="6967769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5400000">
            <a:off x="7892039" y="6967769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5400000">
            <a:off x="8309775" y="6967769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5400000">
            <a:off x="7664560" y="6967769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8354025" y="7260685"/>
            <a:ext cx="191446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Voice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278630" y="2151399"/>
            <a:ext cx="2245145" cy="3408190"/>
          </a:xfrm>
          <a:custGeom>
            <a:avLst/>
            <a:gdLst/>
            <a:ahLst/>
            <a:cxnLst/>
            <a:rect r="r" b="b" t="t" l="l"/>
            <a:pathLst>
              <a:path h="3408190" w="2245145">
                <a:moveTo>
                  <a:pt x="0" y="0"/>
                </a:moveTo>
                <a:lnTo>
                  <a:pt x="2245145" y="0"/>
                </a:lnTo>
                <a:lnTo>
                  <a:pt x="2245145" y="3408191"/>
                </a:lnTo>
                <a:lnTo>
                  <a:pt x="0" y="3408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663279" y="7662531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615711" y="1593809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93371" y="2473578"/>
            <a:ext cx="11301259" cy="5339845"/>
          </a:xfrm>
          <a:custGeom>
            <a:avLst/>
            <a:gdLst/>
            <a:ahLst/>
            <a:cxnLst/>
            <a:rect r="r" b="b" t="t" l="l"/>
            <a:pathLst>
              <a:path h="5339845" w="11301259">
                <a:moveTo>
                  <a:pt x="0" y="0"/>
                </a:moveTo>
                <a:lnTo>
                  <a:pt x="11301258" y="0"/>
                </a:lnTo>
                <a:lnTo>
                  <a:pt x="11301258" y="5339844"/>
                </a:lnTo>
                <a:lnTo>
                  <a:pt x="0" y="53398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269384" y="2414811"/>
            <a:ext cx="2245145" cy="3408190"/>
          </a:xfrm>
          <a:custGeom>
            <a:avLst/>
            <a:gdLst/>
            <a:ahLst/>
            <a:cxnLst/>
            <a:rect r="r" b="b" t="t" l="l"/>
            <a:pathLst>
              <a:path h="3408190" w="2245145">
                <a:moveTo>
                  <a:pt x="0" y="3408191"/>
                </a:moveTo>
                <a:lnTo>
                  <a:pt x="2245145" y="3408191"/>
                </a:lnTo>
                <a:lnTo>
                  <a:pt x="2245145" y="0"/>
                </a:lnTo>
                <a:lnTo>
                  <a:pt x="0" y="0"/>
                </a:lnTo>
                <a:lnTo>
                  <a:pt x="0" y="34081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951463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554169" y="1837799"/>
            <a:ext cx="11179663" cy="7420501"/>
          </a:xfrm>
          <a:custGeom>
            <a:avLst/>
            <a:gdLst/>
            <a:ahLst/>
            <a:cxnLst/>
            <a:rect r="r" b="b" t="t" l="l"/>
            <a:pathLst>
              <a:path h="7420501" w="11179663">
                <a:moveTo>
                  <a:pt x="0" y="0"/>
                </a:moveTo>
                <a:lnTo>
                  <a:pt x="11179662" y="0"/>
                </a:lnTo>
                <a:lnTo>
                  <a:pt x="11179662" y="7420501"/>
                </a:lnTo>
                <a:lnTo>
                  <a:pt x="0" y="74205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81242">
            <a:off x="6799756" y="7483994"/>
            <a:ext cx="552971" cy="1427022"/>
          </a:xfrm>
          <a:custGeom>
            <a:avLst/>
            <a:gdLst/>
            <a:ahLst/>
            <a:cxnLst/>
            <a:rect r="r" b="b" t="t" l="l"/>
            <a:pathLst>
              <a:path h="1427022" w="552971">
                <a:moveTo>
                  <a:pt x="0" y="0"/>
                </a:moveTo>
                <a:lnTo>
                  <a:pt x="552970" y="0"/>
                </a:lnTo>
                <a:lnTo>
                  <a:pt x="552970" y="1427021"/>
                </a:lnTo>
                <a:lnTo>
                  <a:pt x="0" y="14270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581439" y="7727247"/>
            <a:ext cx="214084" cy="334506"/>
          </a:xfrm>
          <a:custGeom>
            <a:avLst/>
            <a:gdLst/>
            <a:ahLst/>
            <a:cxnLst/>
            <a:rect r="r" b="b" t="t" l="l"/>
            <a:pathLst>
              <a:path h="334506" w="214084">
                <a:moveTo>
                  <a:pt x="0" y="0"/>
                </a:moveTo>
                <a:lnTo>
                  <a:pt x="214084" y="0"/>
                </a:lnTo>
                <a:lnTo>
                  <a:pt x="214084" y="334506"/>
                </a:lnTo>
                <a:lnTo>
                  <a:pt x="0" y="3345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269384" y="2414811"/>
            <a:ext cx="2245145" cy="3408190"/>
          </a:xfrm>
          <a:custGeom>
            <a:avLst/>
            <a:gdLst/>
            <a:ahLst/>
            <a:cxnLst/>
            <a:rect r="r" b="b" t="t" l="l"/>
            <a:pathLst>
              <a:path h="3408190" w="2245145">
                <a:moveTo>
                  <a:pt x="0" y="3408191"/>
                </a:moveTo>
                <a:lnTo>
                  <a:pt x="2245145" y="3408191"/>
                </a:lnTo>
                <a:lnTo>
                  <a:pt x="2245145" y="0"/>
                </a:lnTo>
                <a:lnTo>
                  <a:pt x="0" y="0"/>
                </a:lnTo>
                <a:lnTo>
                  <a:pt x="0" y="34081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89541" y="1417504"/>
            <a:ext cx="14959317" cy="7647951"/>
          </a:xfrm>
          <a:custGeom>
            <a:avLst/>
            <a:gdLst/>
            <a:ahLst/>
            <a:cxnLst/>
            <a:rect r="r" b="b" t="t" l="l"/>
            <a:pathLst>
              <a:path h="7647951" w="14959317">
                <a:moveTo>
                  <a:pt x="0" y="0"/>
                </a:moveTo>
                <a:lnTo>
                  <a:pt x="14959317" y="0"/>
                </a:lnTo>
                <a:lnTo>
                  <a:pt x="14959317" y="7647950"/>
                </a:lnTo>
                <a:lnTo>
                  <a:pt x="0" y="7647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32835">
            <a:off x="951463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1921682" cy="1804957"/>
            <a:chOff x="0" y="0"/>
            <a:chExt cx="2562243" cy="24066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2453354">
            <a:off x="6166615" y="6443219"/>
            <a:ext cx="962864" cy="2484811"/>
          </a:xfrm>
          <a:custGeom>
            <a:avLst/>
            <a:gdLst/>
            <a:ahLst/>
            <a:cxnLst/>
            <a:rect r="r" b="b" t="t" l="l"/>
            <a:pathLst>
              <a:path h="2484811" w="962864">
                <a:moveTo>
                  <a:pt x="0" y="0"/>
                </a:moveTo>
                <a:lnTo>
                  <a:pt x="962865" y="0"/>
                </a:lnTo>
                <a:lnTo>
                  <a:pt x="962865" y="2484811"/>
                </a:lnTo>
                <a:lnTo>
                  <a:pt x="0" y="24848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63538" y="6830357"/>
            <a:ext cx="214084" cy="334506"/>
          </a:xfrm>
          <a:custGeom>
            <a:avLst/>
            <a:gdLst/>
            <a:ahLst/>
            <a:cxnLst/>
            <a:rect r="r" b="b" t="t" l="l"/>
            <a:pathLst>
              <a:path h="334506" w="214084">
                <a:moveTo>
                  <a:pt x="0" y="0"/>
                </a:moveTo>
                <a:lnTo>
                  <a:pt x="214084" y="0"/>
                </a:lnTo>
                <a:lnTo>
                  <a:pt x="214084" y="334506"/>
                </a:lnTo>
                <a:lnTo>
                  <a:pt x="0" y="3345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269384" y="2414811"/>
            <a:ext cx="2245145" cy="3408190"/>
          </a:xfrm>
          <a:custGeom>
            <a:avLst/>
            <a:gdLst/>
            <a:ahLst/>
            <a:cxnLst/>
            <a:rect r="r" b="b" t="t" l="l"/>
            <a:pathLst>
              <a:path h="3408190" w="2245145">
                <a:moveTo>
                  <a:pt x="0" y="3408191"/>
                </a:moveTo>
                <a:lnTo>
                  <a:pt x="2245145" y="3408191"/>
                </a:lnTo>
                <a:lnTo>
                  <a:pt x="2245145" y="0"/>
                </a:lnTo>
                <a:lnTo>
                  <a:pt x="0" y="0"/>
                </a:lnTo>
                <a:lnTo>
                  <a:pt x="0" y="34081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951463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74140" y="1621369"/>
            <a:ext cx="17339720" cy="7044261"/>
          </a:xfrm>
          <a:custGeom>
            <a:avLst/>
            <a:gdLst/>
            <a:ahLst/>
            <a:cxnLst/>
            <a:rect r="r" b="b" t="t" l="l"/>
            <a:pathLst>
              <a:path h="7044261" w="17339720">
                <a:moveTo>
                  <a:pt x="0" y="0"/>
                </a:moveTo>
                <a:lnTo>
                  <a:pt x="17339720" y="0"/>
                </a:lnTo>
                <a:lnTo>
                  <a:pt x="17339720" y="7044262"/>
                </a:lnTo>
                <a:lnTo>
                  <a:pt x="0" y="70442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1921682" cy="1804957"/>
            <a:chOff x="0" y="0"/>
            <a:chExt cx="2562243" cy="24066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2700000">
            <a:off x="5998192" y="7117041"/>
            <a:ext cx="552971" cy="1427022"/>
          </a:xfrm>
          <a:custGeom>
            <a:avLst/>
            <a:gdLst/>
            <a:ahLst/>
            <a:cxnLst/>
            <a:rect r="r" b="b" t="t" l="l"/>
            <a:pathLst>
              <a:path h="1427022" w="552971">
                <a:moveTo>
                  <a:pt x="0" y="0"/>
                </a:moveTo>
                <a:lnTo>
                  <a:pt x="552971" y="0"/>
                </a:lnTo>
                <a:lnTo>
                  <a:pt x="552971" y="1427022"/>
                </a:lnTo>
                <a:lnTo>
                  <a:pt x="0" y="14270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26690" y="7284877"/>
            <a:ext cx="214084" cy="334506"/>
          </a:xfrm>
          <a:custGeom>
            <a:avLst/>
            <a:gdLst/>
            <a:ahLst/>
            <a:cxnLst/>
            <a:rect r="r" b="b" t="t" l="l"/>
            <a:pathLst>
              <a:path h="334506" w="214084">
                <a:moveTo>
                  <a:pt x="0" y="0"/>
                </a:moveTo>
                <a:lnTo>
                  <a:pt x="214084" y="0"/>
                </a:lnTo>
                <a:lnTo>
                  <a:pt x="214084" y="334506"/>
                </a:lnTo>
                <a:lnTo>
                  <a:pt x="0" y="3345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269384" y="2414811"/>
            <a:ext cx="2245145" cy="3408190"/>
          </a:xfrm>
          <a:custGeom>
            <a:avLst/>
            <a:gdLst/>
            <a:ahLst/>
            <a:cxnLst/>
            <a:rect r="r" b="b" t="t" l="l"/>
            <a:pathLst>
              <a:path h="3408190" w="2245145">
                <a:moveTo>
                  <a:pt x="0" y="3408191"/>
                </a:moveTo>
                <a:lnTo>
                  <a:pt x="2245145" y="3408191"/>
                </a:lnTo>
                <a:lnTo>
                  <a:pt x="2245145" y="0"/>
                </a:lnTo>
                <a:lnTo>
                  <a:pt x="0" y="0"/>
                </a:lnTo>
                <a:lnTo>
                  <a:pt x="0" y="34081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951463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95700" y="2630788"/>
            <a:ext cx="9278140" cy="5311161"/>
          </a:xfrm>
          <a:custGeom>
            <a:avLst/>
            <a:gdLst/>
            <a:ahLst/>
            <a:cxnLst/>
            <a:rect r="r" b="b" t="t" l="l"/>
            <a:pathLst>
              <a:path h="5311161" w="9278140">
                <a:moveTo>
                  <a:pt x="0" y="0"/>
                </a:moveTo>
                <a:lnTo>
                  <a:pt x="9278140" y="0"/>
                </a:lnTo>
                <a:lnTo>
                  <a:pt x="9278140" y="5311161"/>
                </a:lnTo>
                <a:lnTo>
                  <a:pt x="0" y="53111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42659" y="2630788"/>
            <a:ext cx="5745202" cy="5396549"/>
          </a:xfrm>
          <a:custGeom>
            <a:avLst/>
            <a:gdLst/>
            <a:ahLst/>
            <a:cxnLst/>
            <a:rect r="r" b="b" t="t" l="l"/>
            <a:pathLst>
              <a:path h="5396549" w="5745202">
                <a:moveTo>
                  <a:pt x="0" y="0"/>
                </a:moveTo>
                <a:lnTo>
                  <a:pt x="5745202" y="0"/>
                </a:lnTo>
                <a:lnTo>
                  <a:pt x="5745202" y="5396549"/>
                </a:lnTo>
                <a:lnTo>
                  <a:pt x="0" y="53965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38907" y="2748297"/>
            <a:ext cx="3436024" cy="5215976"/>
          </a:xfrm>
          <a:custGeom>
            <a:avLst/>
            <a:gdLst/>
            <a:ahLst/>
            <a:cxnLst/>
            <a:rect r="r" b="b" t="t" l="l"/>
            <a:pathLst>
              <a:path h="5215976" w="3436024">
                <a:moveTo>
                  <a:pt x="0" y="0"/>
                </a:moveTo>
                <a:lnTo>
                  <a:pt x="3436024" y="0"/>
                </a:lnTo>
                <a:lnTo>
                  <a:pt x="3436024" y="5215977"/>
                </a:lnTo>
                <a:lnTo>
                  <a:pt x="0" y="5215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90498" y="-486700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6549656" y="8868678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1"/>
                </a:lnTo>
                <a:lnTo>
                  <a:pt x="0" y="2708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36089" y="571765"/>
            <a:ext cx="1146744" cy="1349110"/>
          </a:xfrm>
          <a:custGeom>
            <a:avLst/>
            <a:gdLst/>
            <a:ahLst/>
            <a:cxnLst/>
            <a:rect r="r" b="b" t="t" l="l"/>
            <a:pathLst>
              <a:path h="1349110" w="1146744">
                <a:moveTo>
                  <a:pt x="0" y="0"/>
                </a:moveTo>
                <a:lnTo>
                  <a:pt x="1146744" y="0"/>
                </a:lnTo>
                <a:lnTo>
                  <a:pt x="1146744" y="1349111"/>
                </a:lnTo>
                <a:lnTo>
                  <a:pt x="0" y="1349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61150" y="1465030"/>
            <a:ext cx="774939" cy="911692"/>
          </a:xfrm>
          <a:custGeom>
            <a:avLst/>
            <a:gdLst/>
            <a:ahLst/>
            <a:cxnLst/>
            <a:rect r="r" b="b" t="t" l="l"/>
            <a:pathLst>
              <a:path h="911692" w="774939">
                <a:moveTo>
                  <a:pt x="0" y="0"/>
                </a:moveTo>
                <a:lnTo>
                  <a:pt x="774939" y="0"/>
                </a:lnTo>
                <a:lnTo>
                  <a:pt x="774939" y="911692"/>
                </a:lnTo>
                <a:lnTo>
                  <a:pt x="0" y="911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471244" y="9360933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90108" y="2837027"/>
            <a:ext cx="3075298" cy="2306473"/>
          </a:xfrm>
          <a:custGeom>
            <a:avLst/>
            <a:gdLst/>
            <a:ahLst/>
            <a:cxnLst/>
            <a:rect r="r" b="b" t="t" l="l"/>
            <a:pathLst>
              <a:path h="2306473" w="3075298">
                <a:moveTo>
                  <a:pt x="0" y="0"/>
                </a:moveTo>
                <a:lnTo>
                  <a:pt x="3075298" y="0"/>
                </a:lnTo>
                <a:lnTo>
                  <a:pt x="3075298" y="2306473"/>
                </a:lnTo>
                <a:lnTo>
                  <a:pt x="0" y="23064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76730" y="2270832"/>
            <a:ext cx="2872668" cy="2872668"/>
          </a:xfrm>
          <a:custGeom>
            <a:avLst/>
            <a:gdLst/>
            <a:ahLst/>
            <a:cxnLst/>
            <a:rect r="r" b="b" t="t" l="l"/>
            <a:pathLst>
              <a:path h="2872668" w="2872668">
                <a:moveTo>
                  <a:pt x="0" y="0"/>
                </a:moveTo>
                <a:lnTo>
                  <a:pt x="2872667" y="0"/>
                </a:lnTo>
                <a:lnTo>
                  <a:pt x="2872667" y="2872668"/>
                </a:lnTo>
                <a:lnTo>
                  <a:pt x="0" y="28726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05467" y="6804034"/>
            <a:ext cx="1244580" cy="1313541"/>
          </a:xfrm>
          <a:custGeom>
            <a:avLst/>
            <a:gdLst/>
            <a:ahLst/>
            <a:cxnLst/>
            <a:rect r="r" b="b" t="t" l="l"/>
            <a:pathLst>
              <a:path h="1313541" w="1244580">
                <a:moveTo>
                  <a:pt x="0" y="0"/>
                </a:moveTo>
                <a:lnTo>
                  <a:pt x="1244580" y="0"/>
                </a:lnTo>
                <a:lnTo>
                  <a:pt x="1244580" y="1313541"/>
                </a:lnTo>
                <a:lnTo>
                  <a:pt x="0" y="13135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75518" y="5832585"/>
            <a:ext cx="3475092" cy="2316728"/>
          </a:xfrm>
          <a:custGeom>
            <a:avLst/>
            <a:gdLst/>
            <a:ahLst/>
            <a:cxnLst/>
            <a:rect r="r" b="b" t="t" l="l"/>
            <a:pathLst>
              <a:path h="2316728" w="3475092">
                <a:moveTo>
                  <a:pt x="0" y="0"/>
                </a:moveTo>
                <a:lnTo>
                  <a:pt x="3475091" y="0"/>
                </a:lnTo>
                <a:lnTo>
                  <a:pt x="3475091" y="2316728"/>
                </a:lnTo>
                <a:lnTo>
                  <a:pt x="0" y="23167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07959" y="4574468"/>
            <a:ext cx="2240560" cy="2987414"/>
          </a:xfrm>
          <a:custGeom>
            <a:avLst/>
            <a:gdLst/>
            <a:ahLst/>
            <a:cxnLst/>
            <a:rect r="r" b="b" t="t" l="l"/>
            <a:pathLst>
              <a:path h="2987414" w="2240560">
                <a:moveTo>
                  <a:pt x="0" y="0"/>
                </a:moveTo>
                <a:lnTo>
                  <a:pt x="2240560" y="0"/>
                </a:lnTo>
                <a:lnTo>
                  <a:pt x="2240560" y="2987414"/>
                </a:lnTo>
                <a:lnTo>
                  <a:pt x="0" y="29874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75748" y="404786"/>
            <a:ext cx="9463116" cy="126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5174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WHAT HELPS YOU PROTECT FROM PHISHING?​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30397" y="5299136"/>
            <a:ext cx="359472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44FCC"/>
                </a:solidFill>
                <a:latin typeface="Poppins"/>
                <a:ea typeface="Poppins"/>
                <a:cs typeface="Poppins"/>
                <a:sym typeface="Poppins"/>
              </a:rPr>
              <a:t>tetap Tenang Don’t Panick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14116" y="8250327"/>
            <a:ext cx="359472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44FCC"/>
                </a:solidFill>
                <a:latin typeface="Poppins"/>
                <a:ea typeface="Poppins"/>
                <a:cs typeface="Poppins"/>
                <a:sym typeface="Poppins"/>
              </a:rPr>
              <a:t>Call &amp; Verify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17360" y="8250327"/>
            <a:ext cx="448464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44FCC"/>
                </a:solidFill>
                <a:latin typeface="Poppins"/>
                <a:ea typeface="Poppins"/>
                <a:cs typeface="Poppins"/>
                <a:sym typeface="Poppins"/>
              </a:rPr>
              <a:t>Periksa Kembali Alamat Pengirim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30672" y="5299136"/>
            <a:ext cx="163657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44FCC"/>
                </a:solidFill>
                <a:latin typeface="Poppins"/>
                <a:ea typeface="Poppins"/>
                <a:cs typeface="Poppins"/>
                <a:sym typeface="Poppins"/>
              </a:rPr>
              <a:t>Aktifkan 2FA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55776" y="7629514"/>
            <a:ext cx="314492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44FCC"/>
                </a:solidFill>
                <a:latin typeface="Poppins"/>
                <a:ea typeface="Poppins"/>
                <a:cs typeface="Poppins"/>
                <a:sym typeface="Poppins"/>
              </a:rPr>
              <a:t>Jangan Malu Bertanya!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913921" y="2995245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4754894"/>
                </a:moveTo>
                <a:lnTo>
                  <a:pt x="3132286" y="4754894"/>
                </a:lnTo>
                <a:lnTo>
                  <a:pt x="3132286" y="0"/>
                </a:lnTo>
                <a:lnTo>
                  <a:pt x="0" y="0"/>
                </a:lnTo>
                <a:lnTo>
                  <a:pt x="0" y="47548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85621" y="7784171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20334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79561" y="2522962"/>
            <a:ext cx="9728879" cy="5474267"/>
          </a:xfrm>
          <a:custGeom>
            <a:avLst/>
            <a:gdLst/>
            <a:ahLst/>
            <a:cxnLst/>
            <a:rect r="r" b="b" t="t" l="l"/>
            <a:pathLst>
              <a:path h="5474267" w="9728879">
                <a:moveTo>
                  <a:pt x="0" y="0"/>
                </a:moveTo>
                <a:lnTo>
                  <a:pt x="9728878" y="0"/>
                </a:lnTo>
                <a:lnTo>
                  <a:pt x="9728878" y="5474267"/>
                </a:lnTo>
                <a:lnTo>
                  <a:pt x="0" y="5474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00742" y="1804650"/>
            <a:ext cx="7486516" cy="71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560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SOCIAL ENGINEERING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5552" y="2498040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0"/>
                </a:moveTo>
                <a:lnTo>
                  <a:pt x="3132286" y="0"/>
                </a:lnTo>
                <a:lnTo>
                  <a:pt x="3132286" y="4754894"/>
                </a:lnTo>
                <a:lnTo>
                  <a:pt x="0" y="475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325841"/>
            <a:ext cx="7955369" cy="7666987"/>
          </a:xfrm>
          <a:custGeom>
            <a:avLst/>
            <a:gdLst/>
            <a:ahLst/>
            <a:cxnLst/>
            <a:rect r="r" b="b" t="t" l="l"/>
            <a:pathLst>
              <a:path h="7666987" w="7955369">
                <a:moveTo>
                  <a:pt x="0" y="0"/>
                </a:moveTo>
                <a:lnTo>
                  <a:pt x="7955369" y="0"/>
                </a:lnTo>
                <a:lnTo>
                  <a:pt x="7955369" y="7666987"/>
                </a:lnTo>
                <a:lnTo>
                  <a:pt x="0" y="7666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451735" y="7187871"/>
            <a:ext cx="1921682" cy="1804957"/>
            <a:chOff x="0" y="0"/>
            <a:chExt cx="2562243" cy="24066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615711" y="1593809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96335" y="2144166"/>
            <a:ext cx="5036521" cy="43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5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SOCIAL ENGINEERING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96335" y="2656771"/>
            <a:ext cx="7247665" cy="394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Meng</a:t>
            </a:r>
            <a:r>
              <a:rPr lang="en-US" sz="2493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aku atau menyerupai pihak yang memiliki relasi (misal: keluarga) atau otoritas (misal: atasan, instansi) dengan korban untuk mempengaruhisehingga korban melakukan tindakan yang dikehendaki attacker.</a:t>
            </a:r>
          </a:p>
          <a:p>
            <a:pPr algn="just">
              <a:lnSpc>
                <a:spcPts val="3491"/>
              </a:lnSpc>
              <a:spcBef>
                <a:spcPct val="0"/>
              </a:spcBef>
            </a:pPr>
          </a:p>
          <a:p>
            <a:pPr algn="just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Fun fact: </a:t>
            </a:r>
          </a:p>
          <a:p>
            <a:pPr algn="just">
              <a:lnSpc>
                <a:spcPts val="3491"/>
              </a:lnSpc>
              <a:spcBef>
                <a:spcPct val="0"/>
              </a:spcBef>
            </a:pPr>
            <a:r>
              <a:rPr lang="en-US" b="true" sz="2493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phishing termasuk social engineering, yes!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236096" y="2845292"/>
            <a:ext cx="3334595" cy="4060389"/>
          </a:xfrm>
          <a:custGeom>
            <a:avLst/>
            <a:gdLst/>
            <a:ahLst/>
            <a:cxnLst/>
            <a:rect r="r" b="b" t="t" l="l"/>
            <a:pathLst>
              <a:path h="4060389" w="3334595">
                <a:moveTo>
                  <a:pt x="0" y="0"/>
                </a:moveTo>
                <a:lnTo>
                  <a:pt x="3334595" y="0"/>
                </a:lnTo>
                <a:lnTo>
                  <a:pt x="3334595" y="4060389"/>
                </a:lnTo>
                <a:lnTo>
                  <a:pt x="0" y="40603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295199" y="3018398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0"/>
                </a:moveTo>
                <a:lnTo>
                  <a:pt x="3132286" y="0"/>
                </a:lnTo>
                <a:lnTo>
                  <a:pt x="3132286" y="4754894"/>
                </a:lnTo>
                <a:lnTo>
                  <a:pt x="0" y="475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16852643" y="3018398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4754894"/>
                </a:moveTo>
                <a:lnTo>
                  <a:pt x="3132286" y="4754894"/>
                </a:lnTo>
                <a:lnTo>
                  <a:pt x="3132286" y="0"/>
                </a:lnTo>
                <a:lnTo>
                  <a:pt x="0" y="0"/>
                </a:lnTo>
                <a:lnTo>
                  <a:pt x="0" y="47548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00000">
            <a:off x="13278223" y="-152108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234106" y="8690904"/>
            <a:ext cx="812260" cy="762922"/>
            <a:chOff x="0" y="0"/>
            <a:chExt cx="1083013" cy="10172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6736" y="0"/>
              <a:ext cx="646277" cy="760326"/>
            </a:xfrm>
            <a:custGeom>
              <a:avLst/>
              <a:gdLst/>
              <a:ahLst/>
              <a:cxnLst/>
              <a:rect r="r" b="b" t="t" l="l"/>
              <a:pathLst>
                <a:path h="760326" w="646277">
                  <a:moveTo>
                    <a:pt x="0" y="0"/>
                  </a:moveTo>
                  <a:lnTo>
                    <a:pt x="646277" y="0"/>
                  </a:lnTo>
                  <a:lnTo>
                    <a:pt x="646277" y="760326"/>
                  </a:lnTo>
                  <a:lnTo>
                    <a:pt x="0" y="760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503422"/>
              <a:ext cx="436736" cy="513808"/>
            </a:xfrm>
            <a:custGeom>
              <a:avLst/>
              <a:gdLst/>
              <a:ahLst/>
              <a:cxnLst/>
              <a:rect r="r" b="b" t="t" l="l"/>
              <a:pathLst>
                <a:path h="513808" w="436736">
                  <a:moveTo>
                    <a:pt x="0" y="0"/>
                  </a:moveTo>
                  <a:lnTo>
                    <a:pt x="436736" y="0"/>
                  </a:lnTo>
                  <a:lnTo>
                    <a:pt x="436736" y="513807"/>
                  </a:lnTo>
                  <a:lnTo>
                    <a:pt x="0" y="51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12203" y="1491945"/>
            <a:ext cx="812260" cy="762922"/>
            <a:chOff x="0" y="0"/>
            <a:chExt cx="1083013" cy="10172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36736" y="0"/>
              <a:ext cx="646277" cy="760326"/>
            </a:xfrm>
            <a:custGeom>
              <a:avLst/>
              <a:gdLst/>
              <a:ahLst/>
              <a:cxnLst/>
              <a:rect r="r" b="b" t="t" l="l"/>
              <a:pathLst>
                <a:path h="760326" w="646277">
                  <a:moveTo>
                    <a:pt x="0" y="0"/>
                  </a:moveTo>
                  <a:lnTo>
                    <a:pt x="646277" y="0"/>
                  </a:lnTo>
                  <a:lnTo>
                    <a:pt x="646277" y="760326"/>
                  </a:lnTo>
                  <a:lnTo>
                    <a:pt x="0" y="760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503422"/>
              <a:ext cx="436736" cy="513808"/>
            </a:xfrm>
            <a:custGeom>
              <a:avLst/>
              <a:gdLst/>
              <a:ahLst/>
              <a:cxnLst/>
              <a:rect r="r" b="b" t="t" l="l"/>
              <a:pathLst>
                <a:path h="513808" w="436736">
                  <a:moveTo>
                    <a:pt x="0" y="0"/>
                  </a:moveTo>
                  <a:lnTo>
                    <a:pt x="436736" y="0"/>
                  </a:lnTo>
                  <a:lnTo>
                    <a:pt x="436736" y="513807"/>
                  </a:lnTo>
                  <a:lnTo>
                    <a:pt x="0" y="51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5400000">
            <a:off x="7428543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6783327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00000">
            <a:off x="6197306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5824383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6242119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5596904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5010882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5400000">
            <a:off x="4637959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5714004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5068788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5400000">
            <a:off x="4482767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4109844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4527580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5400000">
            <a:off x="3882365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400000">
            <a:off x="3296343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2923420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5400000">
            <a:off x="14317522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5400000">
            <a:off x="13672306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5400000">
            <a:off x="13086284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5400000">
            <a:off x="12713362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5400000">
            <a:off x="13131098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5400000">
            <a:off x="12485882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5400000">
            <a:off x="11899861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5400000">
            <a:off x="11526938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5400000">
            <a:off x="12602982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5400000">
            <a:off x="11957767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5400000">
            <a:off x="11371745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5400000">
            <a:off x="10998823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5400000">
            <a:off x="11416559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5400000">
            <a:off x="10771343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5400000">
            <a:off x="10185322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5400000">
            <a:off x="9812399" y="5115274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3" id="43"/>
          <p:cNvSpPr/>
          <p:nvPr/>
        </p:nvSpPr>
        <p:spPr>
          <a:xfrm>
            <a:off x="8922975" y="4472548"/>
            <a:ext cx="0" cy="2322699"/>
          </a:xfrm>
          <a:prstGeom prst="line">
            <a:avLst/>
          </a:prstGeom>
          <a:ln cap="flat" w="38100">
            <a:solidFill>
              <a:srgbClr val="344F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H="true">
            <a:off x="2424463" y="6768514"/>
            <a:ext cx="13439074" cy="0"/>
          </a:xfrm>
          <a:prstGeom prst="line">
            <a:avLst/>
          </a:prstGeom>
          <a:ln cap="flat" w="38100">
            <a:solidFill>
              <a:srgbClr val="344F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3302220" y="5417714"/>
            <a:ext cx="6181015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Keingin</a:t>
            </a:r>
            <a:r>
              <a:rPr lang="en-US" sz="17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 untuk menolong orang​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827692" y="5427239"/>
            <a:ext cx="6663589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Kecendrungan un</a:t>
            </a:r>
            <a:r>
              <a:rPr lang="en-US" sz="1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tuk mempercayai orang lain​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355634" y="1372181"/>
            <a:ext cx="5134682" cy="235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4957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SOCIAL ENGINEERING EXPLOITS BASIC HUMAN TRAITS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5400000">
            <a:off x="11038230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5400000">
            <a:off x="10393015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5400000">
            <a:off x="9806993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5400000">
            <a:off x="9434071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5400000">
            <a:off x="9851807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5400000">
            <a:off x="9206591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5400000">
            <a:off x="8620570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5400000">
            <a:off x="8247647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5400000">
            <a:off x="9323691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5400000">
            <a:off x="8678476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5400000">
            <a:off x="8092454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5400000">
            <a:off x="7719531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5400000">
            <a:off x="8137268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5400000">
            <a:off x="7492052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2" y="0"/>
                </a:lnTo>
                <a:lnTo>
                  <a:pt x="685192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5400000">
            <a:off x="6906031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5400000">
            <a:off x="6533108" y="6972110"/>
            <a:ext cx="685192" cy="1040139"/>
          </a:xfrm>
          <a:custGeom>
            <a:avLst/>
            <a:gdLst/>
            <a:ahLst/>
            <a:cxnLst/>
            <a:rect r="r" b="b" t="t" l="l"/>
            <a:pathLst>
              <a:path h="1040139" w="685192">
                <a:moveTo>
                  <a:pt x="0" y="0"/>
                </a:moveTo>
                <a:lnTo>
                  <a:pt x="685191" y="0"/>
                </a:lnTo>
                <a:lnTo>
                  <a:pt x="685191" y="1040139"/>
                </a:lnTo>
                <a:lnTo>
                  <a:pt x="0" y="1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6647464" y="7356290"/>
            <a:ext cx="6181015" cy="23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Kekhawatiran ak</a:t>
            </a:r>
            <a:r>
              <a:rPr lang="en-US" sz="13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 mendapatkan masalah / kesulitan​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913921" y="2995245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4754894"/>
                </a:moveTo>
                <a:lnTo>
                  <a:pt x="3132286" y="4754894"/>
                </a:lnTo>
                <a:lnTo>
                  <a:pt x="3132286" y="0"/>
                </a:lnTo>
                <a:lnTo>
                  <a:pt x="0" y="0"/>
                </a:lnTo>
                <a:lnTo>
                  <a:pt x="0" y="47548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85621" y="7784171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20334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9" id="9"/>
          <p:cNvPicPr>
            <a:picLocks noChangeAspect="true"/>
          </p:cNvPicPr>
          <p:nvPr>
            <a:videoFile r:link="rId9"/>
          </p:nvPr>
        </p:nvPicPr>
        <p:blipFill>
          <a:blip r:embed="rId8"/>
          <a:stretch>
            <a:fillRect/>
          </a:stretch>
        </p:blipFill>
        <p:spPr>
          <a:xfrm rot="0">
            <a:off x="1387883" y="2057400"/>
            <a:ext cx="3469152" cy="6172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>
            <a:videoFile r:link="rId10"/>
          </p:nvPr>
        </p:nvPicPr>
        <p:blipFill>
          <a:blip r:embed="rId8"/>
          <a:stretch>
            <a:fillRect/>
          </a:stretch>
        </p:blipFill>
        <p:spPr>
          <a:xfrm rot="0">
            <a:off x="13717159" y="2057400"/>
            <a:ext cx="3469152" cy="6172200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false" flipV="false" rot="0">
            <a:off x="5566726" y="3660077"/>
            <a:ext cx="7681156" cy="2966847"/>
          </a:xfrm>
          <a:custGeom>
            <a:avLst/>
            <a:gdLst/>
            <a:ahLst/>
            <a:cxnLst/>
            <a:rect r="r" b="b" t="t" l="l"/>
            <a:pathLst>
              <a:path h="2966847" w="7681156">
                <a:moveTo>
                  <a:pt x="0" y="0"/>
                </a:moveTo>
                <a:lnTo>
                  <a:pt x="7681156" y="0"/>
                </a:lnTo>
                <a:lnTo>
                  <a:pt x="7681156" y="2966846"/>
                </a:lnTo>
                <a:lnTo>
                  <a:pt x="0" y="29668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269384" y="2414811"/>
            <a:ext cx="2245145" cy="3408190"/>
          </a:xfrm>
          <a:custGeom>
            <a:avLst/>
            <a:gdLst/>
            <a:ahLst/>
            <a:cxnLst/>
            <a:rect r="r" b="b" t="t" l="l"/>
            <a:pathLst>
              <a:path h="3408190" w="2245145">
                <a:moveTo>
                  <a:pt x="0" y="3408191"/>
                </a:moveTo>
                <a:lnTo>
                  <a:pt x="2245145" y="3408191"/>
                </a:lnTo>
                <a:lnTo>
                  <a:pt x="2245145" y="0"/>
                </a:lnTo>
                <a:lnTo>
                  <a:pt x="0" y="0"/>
                </a:lnTo>
                <a:lnTo>
                  <a:pt x="0" y="34081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951463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877770" y="3500168"/>
            <a:ext cx="6626899" cy="4433954"/>
          </a:xfrm>
          <a:custGeom>
            <a:avLst/>
            <a:gdLst/>
            <a:ahLst/>
            <a:cxnLst/>
            <a:rect r="r" b="b" t="t" l="l"/>
            <a:pathLst>
              <a:path h="4433954" w="6626899">
                <a:moveTo>
                  <a:pt x="0" y="0"/>
                </a:moveTo>
                <a:lnTo>
                  <a:pt x="6626899" y="0"/>
                </a:lnTo>
                <a:lnTo>
                  <a:pt x="6626899" y="4433954"/>
                </a:lnTo>
                <a:lnTo>
                  <a:pt x="0" y="44339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976042" y="5588605"/>
            <a:ext cx="3520771" cy="4117861"/>
          </a:xfrm>
          <a:custGeom>
            <a:avLst/>
            <a:gdLst/>
            <a:ahLst/>
            <a:cxnLst/>
            <a:rect r="r" b="b" t="t" l="l"/>
            <a:pathLst>
              <a:path h="4117861" w="3520771">
                <a:moveTo>
                  <a:pt x="0" y="0"/>
                </a:moveTo>
                <a:lnTo>
                  <a:pt x="3520771" y="0"/>
                </a:lnTo>
                <a:lnTo>
                  <a:pt x="3520771" y="4117860"/>
                </a:lnTo>
                <a:lnTo>
                  <a:pt x="0" y="41178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66064" y="944159"/>
            <a:ext cx="7155872" cy="119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4957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SOCIAL ENGINEERING 2.0</a:t>
            </a:r>
          </a:p>
          <a:p>
            <a:pPr algn="ctr">
              <a:lnSpc>
                <a:spcPts val="4660"/>
              </a:lnSpc>
            </a:pPr>
            <a:r>
              <a:rPr lang="en-US" sz="4957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THE AI ERA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61643" y="2228833"/>
            <a:ext cx="2164715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Seeing is No​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Longer Believing​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4715" y="3097141"/>
            <a:ext cx="228393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Voice Deepfakes​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8155" y="3593812"/>
            <a:ext cx="3717057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Attackers can clone a voice with just seconds of audio to authorize fraudulent transfers.​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47145" y="3097141"/>
            <a:ext cx="230378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Video Deepfakes​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36427" y="3593812"/>
            <a:ext cx="3325215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Real-time synthetic video used in meetings to impersonate executives.​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913921" y="2995245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4754894"/>
                </a:moveTo>
                <a:lnTo>
                  <a:pt x="3132286" y="4754894"/>
                </a:lnTo>
                <a:lnTo>
                  <a:pt x="3132286" y="0"/>
                </a:lnTo>
                <a:lnTo>
                  <a:pt x="0" y="0"/>
                </a:lnTo>
                <a:lnTo>
                  <a:pt x="0" y="47548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85621" y="7784171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20334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16954" y="2630788"/>
            <a:ext cx="5254091" cy="5243583"/>
          </a:xfrm>
          <a:custGeom>
            <a:avLst/>
            <a:gdLst/>
            <a:ahLst/>
            <a:cxnLst/>
            <a:rect r="r" b="b" t="t" l="l"/>
            <a:pathLst>
              <a:path h="5243583" w="5254091">
                <a:moveTo>
                  <a:pt x="0" y="0"/>
                </a:moveTo>
                <a:lnTo>
                  <a:pt x="5254092" y="0"/>
                </a:lnTo>
                <a:lnTo>
                  <a:pt x="5254092" y="5243583"/>
                </a:lnTo>
                <a:lnTo>
                  <a:pt x="0" y="52435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00742" y="1776075"/>
            <a:ext cx="8059689" cy="60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8"/>
              </a:lnSpc>
            </a:pPr>
            <a:r>
              <a:rPr lang="en-US" sz="470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UNSAFE PUBLIC CONNECTION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913921" y="2995245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4754894"/>
                </a:moveTo>
                <a:lnTo>
                  <a:pt x="3132286" y="4754894"/>
                </a:lnTo>
                <a:lnTo>
                  <a:pt x="3132286" y="0"/>
                </a:lnTo>
                <a:lnTo>
                  <a:pt x="0" y="0"/>
                </a:lnTo>
                <a:lnTo>
                  <a:pt x="0" y="47548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257957" y="8355822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20334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79447" y="2163438"/>
            <a:ext cx="6000192" cy="5960124"/>
          </a:xfrm>
          <a:custGeom>
            <a:avLst/>
            <a:gdLst/>
            <a:ahLst/>
            <a:cxnLst/>
            <a:rect r="r" b="b" t="t" l="l"/>
            <a:pathLst>
              <a:path h="5960124" w="6000192">
                <a:moveTo>
                  <a:pt x="0" y="0"/>
                </a:moveTo>
                <a:lnTo>
                  <a:pt x="6000192" y="0"/>
                </a:lnTo>
                <a:lnTo>
                  <a:pt x="6000192" y="5960124"/>
                </a:lnTo>
                <a:lnTo>
                  <a:pt x="0" y="59601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79040" y="3545691"/>
            <a:ext cx="5672695" cy="3195618"/>
          </a:xfrm>
          <a:custGeom>
            <a:avLst/>
            <a:gdLst/>
            <a:ahLst/>
            <a:cxnLst/>
            <a:rect r="r" b="b" t="t" l="l"/>
            <a:pathLst>
              <a:path h="3195618" w="5672695">
                <a:moveTo>
                  <a:pt x="0" y="0"/>
                </a:moveTo>
                <a:lnTo>
                  <a:pt x="5672695" y="0"/>
                </a:lnTo>
                <a:lnTo>
                  <a:pt x="5672695" y="3195618"/>
                </a:lnTo>
                <a:lnTo>
                  <a:pt x="0" y="31956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61418" y="1497908"/>
            <a:ext cx="11663494" cy="54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8"/>
              </a:lnSpc>
            </a:pPr>
            <a:r>
              <a:rPr lang="en-US" sz="43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SIAPA YANG SUKA PAKAI WIFI GRATISAN????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08361" y="5245417"/>
            <a:ext cx="71279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79040" y="7701980"/>
            <a:ext cx="4709996" cy="54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8"/>
              </a:lnSpc>
            </a:pPr>
            <a:r>
              <a:rPr lang="en-US" sz="43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YAKIN AMAN????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295199" y="3018398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0"/>
                </a:moveTo>
                <a:lnTo>
                  <a:pt x="3132286" y="0"/>
                </a:lnTo>
                <a:lnTo>
                  <a:pt x="3132286" y="4754894"/>
                </a:lnTo>
                <a:lnTo>
                  <a:pt x="0" y="475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16852643" y="3018398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4754894"/>
                </a:moveTo>
                <a:lnTo>
                  <a:pt x="3132286" y="4754894"/>
                </a:lnTo>
                <a:lnTo>
                  <a:pt x="3132286" y="0"/>
                </a:lnTo>
                <a:lnTo>
                  <a:pt x="0" y="0"/>
                </a:lnTo>
                <a:lnTo>
                  <a:pt x="0" y="47548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00000">
            <a:off x="13278223" y="-152108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234106" y="8690904"/>
            <a:ext cx="812260" cy="762922"/>
            <a:chOff x="0" y="0"/>
            <a:chExt cx="1083013" cy="1017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36736" y="0"/>
              <a:ext cx="646277" cy="760326"/>
            </a:xfrm>
            <a:custGeom>
              <a:avLst/>
              <a:gdLst/>
              <a:ahLst/>
              <a:cxnLst/>
              <a:rect r="r" b="b" t="t" l="l"/>
              <a:pathLst>
                <a:path h="760326" w="646277">
                  <a:moveTo>
                    <a:pt x="0" y="0"/>
                  </a:moveTo>
                  <a:lnTo>
                    <a:pt x="646277" y="0"/>
                  </a:lnTo>
                  <a:lnTo>
                    <a:pt x="646277" y="760326"/>
                  </a:lnTo>
                  <a:lnTo>
                    <a:pt x="0" y="760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503422"/>
              <a:ext cx="436736" cy="513808"/>
            </a:xfrm>
            <a:custGeom>
              <a:avLst/>
              <a:gdLst/>
              <a:ahLst/>
              <a:cxnLst/>
              <a:rect r="r" b="b" t="t" l="l"/>
              <a:pathLst>
                <a:path h="513808" w="436736">
                  <a:moveTo>
                    <a:pt x="0" y="0"/>
                  </a:moveTo>
                  <a:lnTo>
                    <a:pt x="436736" y="0"/>
                  </a:lnTo>
                  <a:lnTo>
                    <a:pt x="436736" y="513807"/>
                  </a:lnTo>
                  <a:lnTo>
                    <a:pt x="0" y="51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203" y="1491945"/>
            <a:ext cx="812260" cy="762922"/>
            <a:chOff x="0" y="0"/>
            <a:chExt cx="1083013" cy="10172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36736" y="0"/>
              <a:ext cx="646277" cy="760326"/>
            </a:xfrm>
            <a:custGeom>
              <a:avLst/>
              <a:gdLst/>
              <a:ahLst/>
              <a:cxnLst/>
              <a:rect r="r" b="b" t="t" l="l"/>
              <a:pathLst>
                <a:path h="760326" w="646277">
                  <a:moveTo>
                    <a:pt x="0" y="0"/>
                  </a:moveTo>
                  <a:lnTo>
                    <a:pt x="646277" y="0"/>
                  </a:lnTo>
                  <a:lnTo>
                    <a:pt x="646277" y="760326"/>
                  </a:lnTo>
                  <a:lnTo>
                    <a:pt x="0" y="760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503422"/>
              <a:ext cx="436736" cy="513808"/>
            </a:xfrm>
            <a:custGeom>
              <a:avLst/>
              <a:gdLst/>
              <a:ahLst/>
              <a:cxnLst/>
              <a:rect r="r" b="b" t="t" l="l"/>
              <a:pathLst>
                <a:path h="513808" w="436736">
                  <a:moveTo>
                    <a:pt x="0" y="0"/>
                  </a:moveTo>
                  <a:lnTo>
                    <a:pt x="436736" y="0"/>
                  </a:lnTo>
                  <a:lnTo>
                    <a:pt x="436736" y="513807"/>
                  </a:lnTo>
                  <a:lnTo>
                    <a:pt x="0" y="51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018333" y="4118008"/>
            <a:ext cx="3918679" cy="2390394"/>
          </a:xfrm>
          <a:custGeom>
            <a:avLst/>
            <a:gdLst/>
            <a:ahLst/>
            <a:cxnLst/>
            <a:rect r="r" b="b" t="t" l="l"/>
            <a:pathLst>
              <a:path h="2390394" w="3918679">
                <a:moveTo>
                  <a:pt x="0" y="0"/>
                </a:moveTo>
                <a:lnTo>
                  <a:pt x="3918679" y="0"/>
                </a:lnTo>
                <a:lnTo>
                  <a:pt x="3918679" y="2390394"/>
                </a:lnTo>
                <a:lnTo>
                  <a:pt x="0" y="2390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19812" y="1521118"/>
            <a:ext cx="7181068" cy="61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4957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WHY YOU SHOULD CARE?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70299" y="3613485"/>
            <a:ext cx="241474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Man </a:t>
            </a:r>
            <a:r>
              <a:rPr lang="en-US" b="true" sz="21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in the Middle​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063365" y="4038674"/>
            <a:ext cx="9851621" cy="2549062"/>
            <a:chOff x="0" y="0"/>
            <a:chExt cx="2594665" cy="6713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94665" cy="671358"/>
            </a:xfrm>
            <a:custGeom>
              <a:avLst/>
              <a:gdLst/>
              <a:ahLst/>
              <a:cxnLst/>
              <a:rect r="r" b="b" t="t" l="l"/>
              <a:pathLst>
                <a:path h="671358" w="2594665">
                  <a:moveTo>
                    <a:pt x="0" y="0"/>
                  </a:moveTo>
                  <a:lnTo>
                    <a:pt x="2594665" y="0"/>
                  </a:lnTo>
                  <a:lnTo>
                    <a:pt x="2594665" y="671358"/>
                  </a:lnTo>
                  <a:lnTo>
                    <a:pt x="0" y="671358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594665" cy="728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505004" y="4354038"/>
            <a:ext cx="9149345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Seseorang bisa berada di tengah dua pihak yang berkomunikasi Sehingga dapat melihat dan mempengaruhi percakapan yang ada.​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Eavesdropping (sadap)​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Tampering (modifikasi)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3376169" y="2994644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0"/>
                </a:moveTo>
                <a:lnTo>
                  <a:pt x="3132287" y="0"/>
                </a:lnTo>
                <a:lnTo>
                  <a:pt x="3132287" y="4754894"/>
                </a:lnTo>
                <a:lnTo>
                  <a:pt x="0" y="475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18285576" y="3021070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4754893"/>
                </a:moveTo>
                <a:lnTo>
                  <a:pt x="3132287" y="4754893"/>
                </a:lnTo>
                <a:lnTo>
                  <a:pt x="3132287" y="0"/>
                </a:lnTo>
                <a:lnTo>
                  <a:pt x="0" y="0"/>
                </a:lnTo>
                <a:lnTo>
                  <a:pt x="0" y="47548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00000">
            <a:off x="13278223" y="-152108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234106" y="8690904"/>
            <a:ext cx="812260" cy="762922"/>
            <a:chOff x="0" y="0"/>
            <a:chExt cx="1083013" cy="1017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36736" y="0"/>
              <a:ext cx="646277" cy="760326"/>
            </a:xfrm>
            <a:custGeom>
              <a:avLst/>
              <a:gdLst/>
              <a:ahLst/>
              <a:cxnLst/>
              <a:rect r="r" b="b" t="t" l="l"/>
              <a:pathLst>
                <a:path h="760326" w="646277">
                  <a:moveTo>
                    <a:pt x="0" y="0"/>
                  </a:moveTo>
                  <a:lnTo>
                    <a:pt x="646277" y="0"/>
                  </a:lnTo>
                  <a:lnTo>
                    <a:pt x="646277" y="760326"/>
                  </a:lnTo>
                  <a:lnTo>
                    <a:pt x="0" y="760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503422"/>
              <a:ext cx="436736" cy="513808"/>
            </a:xfrm>
            <a:custGeom>
              <a:avLst/>
              <a:gdLst/>
              <a:ahLst/>
              <a:cxnLst/>
              <a:rect r="r" b="b" t="t" l="l"/>
              <a:pathLst>
                <a:path h="513808" w="436736">
                  <a:moveTo>
                    <a:pt x="0" y="0"/>
                  </a:moveTo>
                  <a:lnTo>
                    <a:pt x="436736" y="0"/>
                  </a:lnTo>
                  <a:lnTo>
                    <a:pt x="436736" y="513807"/>
                  </a:lnTo>
                  <a:lnTo>
                    <a:pt x="0" y="51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3445" y="265778"/>
            <a:ext cx="812260" cy="762922"/>
            <a:chOff x="0" y="0"/>
            <a:chExt cx="1083013" cy="10172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36736" y="0"/>
              <a:ext cx="646277" cy="760326"/>
            </a:xfrm>
            <a:custGeom>
              <a:avLst/>
              <a:gdLst/>
              <a:ahLst/>
              <a:cxnLst/>
              <a:rect r="r" b="b" t="t" l="l"/>
              <a:pathLst>
                <a:path h="760326" w="646277">
                  <a:moveTo>
                    <a:pt x="0" y="0"/>
                  </a:moveTo>
                  <a:lnTo>
                    <a:pt x="646277" y="0"/>
                  </a:lnTo>
                  <a:lnTo>
                    <a:pt x="646277" y="760326"/>
                  </a:lnTo>
                  <a:lnTo>
                    <a:pt x="0" y="760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503422"/>
              <a:ext cx="436736" cy="513808"/>
            </a:xfrm>
            <a:custGeom>
              <a:avLst/>
              <a:gdLst/>
              <a:ahLst/>
              <a:cxnLst/>
              <a:rect r="r" b="b" t="t" l="l"/>
              <a:pathLst>
                <a:path h="513808" w="436736">
                  <a:moveTo>
                    <a:pt x="0" y="0"/>
                  </a:moveTo>
                  <a:lnTo>
                    <a:pt x="436736" y="0"/>
                  </a:lnTo>
                  <a:lnTo>
                    <a:pt x="436736" y="513807"/>
                  </a:lnTo>
                  <a:lnTo>
                    <a:pt x="0" y="51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47066" y="2116621"/>
            <a:ext cx="4391390" cy="1659135"/>
            <a:chOff x="0" y="0"/>
            <a:chExt cx="1156580" cy="4369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6580" cy="436974"/>
            </a:xfrm>
            <a:custGeom>
              <a:avLst/>
              <a:gdLst/>
              <a:ahLst/>
              <a:cxnLst/>
              <a:rect r="r" b="b" t="t" l="l"/>
              <a:pathLst>
                <a:path h="436974" w="1156580">
                  <a:moveTo>
                    <a:pt x="0" y="0"/>
                  </a:moveTo>
                  <a:lnTo>
                    <a:pt x="1156580" y="0"/>
                  </a:lnTo>
                  <a:lnTo>
                    <a:pt x="1156580" y="436974"/>
                  </a:lnTo>
                  <a:lnTo>
                    <a:pt x="0" y="43697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56580" cy="49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Evil Twin bisa meniru SSID yang Asli.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21128" y="2116621"/>
            <a:ext cx="4391390" cy="1659135"/>
            <a:chOff x="0" y="0"/>
            <a:chExt cx="1156580" cy="4369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6580" cy="436974"/>
            </a:xfrm>
            <a:custGeom>
              <a:avLst/>
              <a:gdLst/>
              <a:ahLst/>
              <a:cxnLst/>
              <a:rect r="r" b="b" t="t" l="l"/>
              <a:pathLst>
                <a:path h="436974" w="1156580">
                  <a:moveTo>
                    <a:pt x="0" y="0"/>
                  </a:moveTo>
                  <a:lnTo>
                    <a:pt x="1156580" y="0"/>
                  </a:lnTo>
                  <a:lnTo>
                    <a:pt x="1156580" y="436974"/>
                  </a:lnTo>
                  <a:lnTo>
                    <a:pt x="0" y="43697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156580" cy="49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Port pengisian USB public dapat mencuri data atau menginstal malware.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96087" y="8022270"/>
            <a:ext cx="6095827" cy="2083461"/>
            <a:chOff x="0" y="0"/>
            <a:chExt cx="1605485" cy="5487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5485" cy="548730"/>
            </a:xfrm>
            <a:custGeom>
              <a:avLst/>
              <a:gdLst/>
              <a:ahLst/>
              <a:cxnLst/>
              <a:rect r="r" b="b" t="t" l="l"/>
              <a:pathLst>
                <a:path h="548730" w="1605485">
                  <a:moveTo>
                    <a:pt x="0" y="0"/>
                  </a:moveTo>
                  <a:lnTo>
                    <a:pt x="1605485" y="0"/>
                  </a:lnTo>
                  <a:lnTo>
                    <a:pt x="1605485" y="548730"/>
                  </a:lnTo>
                  <a:lnTo>
                    <a:pt x="0" y="54873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605485" cy="605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Dampak umum</a:t>
              </a:r>
            </a:p>
            <a:p>
              <a:pPr algn="ctr">
                <a:lnSpc>
                  <a:spcPts val="2940"/>
                </a:lnSpc>
              </a:pPr>
            </a:p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</a:t>
              </a:r>
              <a:r>
                <a:rPr lang="en-US" sz="2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encurian data penting (misal: credentials)​</a:t>
              </a:r>
            </a:p>
            <a:p>
              <a:pPr algn="ctr">
                <a:lnSpc>
                  <a:spcPts val="2940"/>
                </a:lnSpc>
              </a:pPr>
            </a:p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Pemantauan aktivitas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60438" y="1511454"/>
            <a:ext cx="3000877" cy="3000877"/>
          </a:xfrm>
          <a:custGeom>
            <a:avLst/>
            <a:gdLst/>
            <a:ahLst/>
            <a:cxnLst/>
            <a:rect r="r" b="b" t="t" l="l"/>
            <a:pathLst>
              <a:path h="3000877" w="3000877">
                <a:moveTo>
                  <a:pt x="0" y="0"/>
                </a:moveTo>
                <a:lnTo>
                  <a:pt x="3000878" y="0"/>
                </a:lnTo>
                <a:lnTo>
                  <a:pt x="3000878" y="3000877"/>
                </a:lnTo>
                <a:lnTo>
                  <a:pt x="0" y="30008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995022" y="2338274"/>
            <a:ext cx="3132540" cy="1268679"/>
          </a:xfrm>
          <a:custGeom>
            <a:avLst/>
            <a:gdLst/>
            <a:ahLst/>
            <a:cxnLst/>
            <a:rect r="r" b="b" t="t" l="l"/>
            <a:pathLst>
              <a:path h="1268679" w="3132540">
                <a:moveTo>
                  <a:pt x="0" y="0"/>
                </a:moveTo>
                <a:lnTo>
                  <a:pt x="3132540" y="0"/>
                </a:lnTo>
                <a:lnTo>
                  <a:pt x="3132540" y="1268679"/>
                </a:lnTo>
                <a:lnTo>
                  <a:pt x="0" y="12686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948305" y="4509724"/>
            <a:ext cx="4391390" cy="2454936"/>
            <a:chOff x="0" y="0"/>
            <a:chExt cx="1156580" cy="6465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56580" cy="646568"/>
            </a:xfrm>
            <a:custGeom>
              <a:avLst/>
              <a:gdLst/>
              <a:ahLst/>
              <a:cxnLst/>
              <a:rect r="r" b="b" t="t" l="l"/>
              <a:pathLst>
                <a:path h="646568" w="1156580">
                  <a:moveTo>
                    <a:pt x="0" y="0"/>
                  </a:moveTo>
                  <a:lnTo>
                    <a:pt x="1156580" y="0"/>
                  </a:lnTo>
                  <a:lnTo>
                    <a:pt x="1156580" y="646568"/>
                  </a:lnTo>
                  <a:lnTo>
                    <a:pt x="0" y="646568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156580" cy="703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Perangkat dengan konektivitas USB dan seakan memiliki peran tertentu (sebagai flash disk, power bank, dsb) namun menjalankan aktivitas berbahaya saat terhubung.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498674" y="4296252"/>
            <a:ext cx="2859081" cy="2859081"/>
          </a:xfrm>
          <a:custGeom>
            <a:avLst/>
            <a:gdLst/>
            <a:ahLst/>
            <a:cxnLst/>
            <a:rect r="r" b="b" t="t" l="l"/>
            <a:pathLst>
              <a:path h="2859081" w="2859081">
                <a:moveTo>
                  <a:pt x="0" y="0"/>
                </a:moveTo>
                <a:lnTo>
                  <a:pt x="2859081" y="0"/>
                </a:lnTo>
                <a:lnTo>
                  <a:pt x="2859081" y="2859081"/>
                </a:lnTo>
                <a:lnTo>
                  <a:pt x="0" y="28590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930245" y="4397288"/>
            <a:ext cx="2657008" cy="2657008"/>
          </a:xfrm>
          <a:custGeom>
            <a:avLst/>
            <a:gdLst/>
            <a:ahLst/>
            <a:cxnLst/>
            <a:rect r="r" b="b" t="t" l="l"/>
            <a:pathLst>
              <a:path h="2657008" w="2657008">
                <a:moveTo>
                  <a:pt x="0" y="0"/>
                </a:moveTo>
                <a:lnTo>
                  <a:pt x="2657009" y="0"/>
                </a:lnTo>
                <a:lnTo>
                  <a:pt x="2657009" y="2657008"/>
                </a:lnTo>
                <a:lnTo>
                  <a:pt x="0" y="26570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455423" y="652422"/>
            <a:ext cx="7377153" cy="122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4957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THE </a:t>
            </a:r>
            <a:r>
              <a:rPr lang="en-US" sz="4957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Borderless Offi</a:t>
            </a:r>
            <a:r>
              <a:rPr lang="en-US" sz="4957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CE</a:t>
            </a:r>
          </a:p>
          <a:p>
            <a:pPr algn="ctr">
              <a:lnSpc>
                <a:spcPts val="466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351263" y="1628900"/>
            <a:ext cx="232568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Public WiF</a:t>
            </a:r>
            <a:r>
              <a:rPr lang="en-US" b="true" sz="21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i Traps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40353" y="1628900"/>
            <a:ext cx="189563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Juice Jacking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55423" y="7334686"/>
            <a:ext cx="7377153" cy="63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4957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IMPACT~!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454244" y="4022003"/>
            <a:ext cx="11222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Bad USB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38907" y="2748297"/>
            <a:ext cx="3436024" cy="5215976"/>
          </a:xfrm>
          <a:custGeom>
            <a:avLst/>
            <a:gdLst/>
            <a:ahLst/>
            <a:cxnLst/>
            <a:rect r="r" b="b" t="t" l="l"/>
            <a:pathLst>
              <a:path h="5215976" w="3436024">
                <a:moveTo>
                  <a:pt x="0" y="0"/>
                </a:moveTo>
                <a:lnTo>
                  <a:pt x="3436024" y="0"/>
                </a:lnTo>
                <a:lnTo>
                  <a:pt x="3436024" y="5215977"/>
                </a:lnTo>
                <a:lnTo>
                  <a:pt x="0" y="5215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90498" y="-486700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6428988" y="9366434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1"/>
                </a:lnTo>
                <a:lnTo>
                  <a:pt x="0" y="2708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36089" y="571765"/>
            <a:ext cx="1146744" cy="1349110"/>
          </a:xfrm>
          <a:custGeom>
            <a:avLst/>
            <a:gdLst/>
            <a:ahLst/>
            <a:cxnLst/>
            <a:rect r="r" b="b" t="t" l="l"/>
            <a:pathLst>
              <a:path h="1349110" w="1146744">
                <a:moveTo>
                  <a:pt x="0" y="0"/>
                </a:moveTo>
                <a:lnTo>
                  <a:pt x="1146744" y="0"/>
                </a:lnTo>
                <a:lnTo>
                  <a:pt x="1146744" y="1349111"/>
                </a:lnTo>
                <a:lnTo>
                  <a:pt x="0" y="1349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61150" y="1465030"/>
            <a:ext cx="774939" cy="911692"/>
          </a:xfrm>
          <a:custGeom>
            <a:avLst/>
            <a:gdLst/>
            <a:ahLst/>
            <a:cxnLst/>
            <a:rect r="r" b="b" t="t" l="l"/>
            <a:pathLst>
              <a:path h="911692" w="774939">
                <a:moveTo>
                  <a:pt x="0" y="0"/>
                </a:moveTo>
                <a:lnTo>
                  <a:pt x="774939" y="0"/>
                </a:lnTo>
                <a:lnTo>
                  <a:pt x="774939" y="911692"/>
                </a:lnTo>
                <a:lnTo>
                  <a:pt x="0" y="911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471244" y="9360933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75748" y="404786"/>
            <a:ext cx="9463116" cy="126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5174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WHAT HELPS YOU PROTECT FROM UNSAFE CONNECTION?​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54984" y="3638273"/>
            <a:ext cx="6871737" cy="5468873"/>
            <a:chOff x="0" y="0"/>
            <a:chExt cx="1809840" cy="14403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9840" cy="1440362"/>
            </a:xfrm>
            <a:custGeom>
              <a:avLst/>
              <a:gdLst/>
              <a:ahLst/>
              <a:cxnLst/>
              <a:rect r="r" b="b" t="t" l="l"/>
              <a:pathLst>
                <a:path h="1440362" w="1809840">
                  <a:moveTo>
                    <a:pt x="0" y="0"/>
                  </a:moveTo>
                  <a:lnTo>
                    <a:pt x="1809840" y="0"/>
                  </a:lnTo>
                  <a:lnTo>
                    <a:pt x="1809840" y="1440362"/>
                  </a:lnTo>
                  <a:lnTo>
                    <a:pt x="0" y="1440362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809840" cy="149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Prioritaskan penggunaan mobile data/tethering dari pada wifi publik. ​</a:t>
              </a:r>
            </a:p>
            <a:p>
              <a:pPr algn="ctr">
                <a:lnSpc>
                  <a:spcPts val="2940"/>
                </a:lnSpc>
              </a:pP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Attacker bisa setup hostspot dengan nama palsu, selalu tanya resepsionis mana access-point yang benar.​</a:t>
              </a:r>
            </a:p>
            <a:p>
              <a:pPr algn="ctr">
                <a:lnSpc>
                  <a:spcPts val="2940"/>
                </a:lnSpc>
              </a:pP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Hindari VPN gratis!​</a:t>
              </a:r>
            </a:p>
            <a:p>
              <a:pPr algn="ctr">
                <a:lnSpc>
                  <a:spcPts val="2940"/>
                </a:lnSpc>
              </a:pPr>
            </a:p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Gunakan komunikasi yang bersifat end-to-end encryption.​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38854" y="3130400"/>
            <a:ext cx="530399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SAFE PRACTICE WITH WIFI</a:t>
            </a:r>
            <a:r>
              <a:rPr lang="en-US" b="true" sz="21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 CONNECTION​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02995" y="3638273"/>
            <a:ext cx="6871737" cy="5468873"/>
            <a:chOff x="0" y="0"/>
            <a:chExt cx="1809840" cy="14403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09840" cy="1440362"/>
            </a:xfrm>
            <a:custGeom>
              <a:avLst/>
              <a:gdLst/>
              <a:ahLst/>
              <a:cxnLst/>
              <a:rect r="r" b="b" t="t" l="l"/>
              <a:pathLst>
                <a:path h="1440362" w="1809840">
                  <a:moveTo>
                    <a:pt x="0" y="0"/>
                  </a:moveTo>
                  <a:lnTo>
                    <a:pt x="1809840" y="0"/>
                  </a:lnTo>
                  <a:lnTo>
                    <a:pt x="1809840" y="1440362"/>
                  </a:lnTo>
                  <a:lnTo>
                    <a:pt x="0" y="1440362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809840" cy="149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Hindari public charging stations. Terutama di tempat yang tidak dikenal. (ex :  USB ​ ) </a:t>
              </a:r>
            </a:p>
            <a:p>
              <a:pPr algn="ctr">
                <a:lnSpc>
                  <a:spcPts val="2940"/>
                </a:lnSpc>
              </a:pP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Jangan colok sembarang perangkat USB yang bukan punyamu.​</a:t>
              </a:r>
            </a:p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947065" y="3130400"/>
            <a:ext cx="338359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SAFE PRACTICE WI</a:t>
            </a:r>
            <a:r>
              <a:rPr lang="en-US" b="true" sz="21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TH USB​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913921" y="2995245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4754894"/>
                </a:moveTo>
                <a:lnTo>
                  <a:pt x="3132286" y="4754894"/>
                </a:lnTo>
                <a:lnTo>
                  <a:pt x="3132286" y="0"/>
                </a:lnTo>
                <a:lnTo>
                  <a:pt x="0" y="0"/>
                </a:lnTo>
                <a:lnTo>
                  <a:pt x="0" y="47548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85621" y="8371544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20334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93932" y="2570736"/>
            <a:ext cx="8700136" cy="5603911"/>
          </a:xfrm>
          <a:custGeom>
            <a:avLst/>
            <a:gdLst/>
            <a:ahLst/>
            <a:cxnLst/>
            <a:rect r="r" b="b" t="t" l="l"/>
            <a:pathLst>
              <a:path h="5603911" w="8700136">
                <a:moveTo>
                  <a:pt x="0" y="0"/>
                </a:moveTo>
                <a:lnTo>
                  <a:pt x="8700136" y="0"/>
                </a:lnTo>
                <a:lnTo>
                  <a:pt x="8700136" y="5603911"/>
                </a:lnTo>
                <a:lnTo>
                  <a:pt x="0" y="56039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80126" y="1776075"/>
            <a:ext cx="12494241" cy="60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8"/>
              </a:lnSpc>
            </a:pPr>
            <a:r>
              <a:rPr lang="en-US" sz="470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MALWARE AND RANSOMWARE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5552" y="2498040"/>
            <a:ext cx="3132286" cy="4754894"/>
          </a:xfrm>
          <a:custGeom>
            <a:avLst/>
            <a:gdLst/>
            <a:ahLst/>
            <a:cxnLst/>
            <a:rect r="r" b="b" t="t" l="l"/>
            <a:pathLst>
              <a:path h="4754894" w="3132286">
                <a:moveTo>
                  <a:pt x="0" y="0"/>
                </a:moveTo>
                <a:lnTo>
                  <a:pt x="3132286" y="0"/>
                </a:lnTo>
                <a:lnTo>
                  <a:pt x="3132286" y="4754894"/>
                </a:lnTo>
                <a:lnTo>
                  <a:pt x="0" y="475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325841"/>
            <a:ext cx="7955369" cy="7666987"/>
          </a:xfrm>
          <a:custGeom>
            <a:avLst/>
            <a:gdLst/>
            <a:ahLst/>
            <a:cxnLst/>
            <a:rect r="r" b="b" t="t" l="l"/>
            <a:pathLst>
              <a:path h="7666987" w="7955369">
                <a:moveTo>
                  <a:pt x="0" y="0"/>
                </a:moveTo>
                <a:lnTo>
                  <a:pt x="7955369" y="0"/>
                </a:lnTo>
                <a:lnTo>
                  <a:pt x="7955369" y="7666987"/>
                </a:lnTo>
                <a:lnTo>
                  <a:pt x="0" y="7666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32835">
            <a:off x="3044232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451735" y="7187871"/>
            <a:ext cx="1921682" cy="1804957"/>
            <a:chOff x="0" y="0"/>
            <a:chExt cx="2562243" cy="24066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615711" y="1593809"/>
            <a:ext cx="486879" cy="572799"/>
          </a:xfrm>
          <a:custGeom>
            <a:avLst/>
            <a:gdLst/>
            <a:ahLst/>
            <a:cxnLst/>
            <a:rect r="r" b="b" t="t" l="l"/>
            <a:pathLst>
              <a:path h="572799" w="48687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96335" y="2144166"/>
            <a:ext cx="5036521" cy="43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5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MALWARE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96335" y="2656771"/>
            <a:ext cx="7247665" cy="131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Malware </a:t>
            </a:r>
            <a:r>
              <a:rPr lang="en-US" sz="2493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adalah program jahat yang dibuat untuk merusak, mencuri, atau mengganggu perangkat kita tanpa disadari.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96335" y="4722970"/>
            <a:ext cx="5036521" cy="43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506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RANSOMWARE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96335" y="5292684"/>
            <a:ext cx="7247665" cy="1755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93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ansomware adalah jenis malware yang mengunci atau mengenkripsi data, lalu pelaku meminta tebusan uang supaya data bisa dibuka kembali.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567064" y="3395506"/>
            <a:ext cx="4260313" cy="3046124"/>
          </a:xfrm>
          <a:custGeom>
            <a:avLst/>
            <a:gdLst/>
            <a:ahLst/>
            <a:cxnLst/>
            <a:rect r="r" b="b" t="t" l="l"/>
            <a:pathLst>
              <a:path h="3046124" w="4260313">
                <a:moveTo>
                  <a:pt x="0" y="0"/>
                </a:moveTo>
                <a:lnTo>
                  <a:pt x="4260313" y="0"/>
                </a:lnTo>
                <a:lnTo>
                  <a:pt x="4260313" y="3046124"/>
                </a:lnTo>
                <a:lnTo>
                  <a:pt x="0" y="30461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6202709" y="8363068"/>
            <a:ext cx="436435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Not new, but still dangerous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269384" y="2414811"/>
            <a:ext cx="2245145" cy="3408190"/>
          </a:xfrm>
          <a:custGeom>
            <a:avLst/>
            <a:gdLst/>
            <a:ahLst/>
            <a:cxnLst/>
            <a:rect r="r" b="b" t="t" l="l"/>
            <a:pathLst>
              <a:path h="3408190" w="2245145">
                <a:moveTo>
                  <a:pt x="0" y="3408191"/>
                </a:moveTo>
                <a:lnTo>
                  <a:pt x="2245145" y="3408191"/>
                </a:lnTo>
                <a:lnTo>
                  <a:pt x="2245145" y="0"/>
                </a:lnTo>
                <a:lnTo>
                  <a:pt x="0" y="0"/>
                </a:lnTo>
                <a:lnTo>
                  <a:pt x="0" y="34081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32835">
            <a:off x="951463" y="8932745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88352" y="3338543"/>
            <a:ext cx="1921682" cy="1804957"/>
            <a:chOff x="0" y="0"/>
            <a:chExt cx="2562243" cy="2406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042700" y="3264128"/>
            <a:ext cx="3206444" cy="1456659"/>
            <a:chOff x="0" y="0"/>
            <a:chExt cx="844495" cy="3836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4495" cy="383647"/>
            </a:xfrm>
            <a:custGeom>
              <a:avLst/>
              <a:gdLst/>
              <a:ahLst/>
              <a:cxnLst/>
              <a:rect r="r" b="b" t="t" l="l"/>
              <a:pathLst>
                <a:path h="383647" w="844495">
                  <a:moveTo>
                    <a:pt x="0" y="0"/>
                  </a:moveTo>
                  <a:lnTo>
                    <a:pt x="844495" y="0"/>
                  </a:lnTo>
                  <a:lnTo>
                    <a:pt x="844495" y="383647"/>
                  </a:lnTo>
                  <a:lnTo>
                    <a:pt x="0" y="383647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44495" cy="440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83867" y="3264128"/>
            <a:ext cx="3353416" cy="1456659"/>
            <a:chOff x="0" y="0"/>
            <a:chExt cx="883204" cy="3836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3204" cy="383647"/>
            </a:xfrm>
            <a:custGeom>
              <a:avLst/>
              <a:gdLst/>
              <a:ahLst/>
              <a:cxnLst/>
              <a:rect r="r" b="b" t="t" l="l"/>
              <a:pathLst>
                <a:path h="383647" w="883204">
                  <a:moveTo>
                    <a:pt x="0" y="0"/>
                  </a:moveTo>
                  <a:lnTo>
                    <a:pt x="883204" y="0"/>
                  </a:lnTo>
                  <a:lnTo>
                    <a:pt x="883204" y="383647"/>
                  </a:lnTo>
                  <a:lnTo>
                    <a:pt x="0" y="383647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83204" cy="440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95975" y="3285734"/>
            <a:ext cx="3353416" cy="1456659"/>
            <a:chOff x="0" y="0"/>
            <a:chExt cx="883204" cy="3836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3204" cy="383647"/>
            </a:xfrm>
            <a:custGeom>
              <a:avLst/>
              <a:gdLst/>
              <a:ahLst/>
              <a:cxnLst/>
              <a:rect r="r" b="b" t="t" l="l"/>
              <a:pathLst>
                <a:path h="383647" w="883204">
                  <a:moveTo>
                    <a:pt x="0" y="0"/>
                  </a:moveTo>
                  <a:lnTo>
                    <a:pt x="883204" y="0"/>
                  </a:lnTo>
                  <a:lnTo>
                    <a:pt x="883204" y="383647"/>
                  </a:lnTo>
                  <a:lnTo>
                    <a:pt x="0" y="383647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83204" cy="440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6910234">
            <a:off x="4799760" y="5253043"/>
            <a:ext cx="1446020" cy="851837"/>
          </a:xfrm>
          <a:custGeom>
            <a:avLst/>
            <a:gdLst/>
            <a:ahLst/>
            <a:cxnLst/>
            <a:rect r="r" b="b" t="t" l="l"/>
            <a:pathLst>
              <a:path h="851837" w="1446020">
                <a:moveTo>
                  <a:pt x="0" y="0"/>
                </a:moveTo>
                <a:lnTo>
                  <a:pt x="1446020" y="0"/>
                </a:lnTo>
                <a:lnTo>
                  <a:pt x="1446020" y="851837"/>
                </a:lnTo>
                <a:lnTo>
                  <a:pt x="0" y="8518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6910234">
            <a:off x="8437565" y="5253043"/>
            <a:ext cx="1446020" cy="851837"/>
          </a:xfrm>
          <a:custGeom>
            <a:avLst/>
            <a:gdLst/>
            <a:ahLst/>
            <a:cxnLst/>
            <a:rect r="r" b="b" t="t" l="l"/>
            <a:pathLst>
              <a:path h="851837" w="1446020">
                <a:moveTo>
                  <a:pt x="0" y="0"/>
                </a:moveTo>
                <a:lnTo>
                  <a:pt x="1446020" y="0"/>
                </a:lnTo>
                <a:lnTo>
                  <a:pt x="1446020" y="851837"/>
                </a:lnTo>
                <a:lnTo>
                  <a:pt x="0" y="8518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6910234">
            <a:off x="12149673" y="5263846"/>
            <a:ext cx="1446020" cy="851837"/>
          </a:xfrm>
          <a:custGeom>
            <a:avLst/>
            <a:gdLst/>
            <a:ahLst/>
            <a:cxnLst/>
            <a:rect r="r" b="b" t="t" l="l"/>
            <a:pathLst>
              <a:path h="851837" w="1446020">
                <a:moveTo>
                  <a:pt x="0" y="0"/>
                </a:moveTo>
                <a:lnTo>
                  <a:pt x="1446020" y="0"/>
                </a:lnTo>
                <a:lnTo>
                  <a:pt x="1446020" y="851837"/>
                </a:lnTo>
                <a:lnTo>
                  <a:pt x="0" y="8518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6909586">
            <a:off x="-442550" y="-595755"/>
            <a:ext cx="3824840" cy="4650261"/>
          </a:xfrm>
          <a:custGeom>
            <a:avLst/>
            <a:gdLst/>
            <a:ahLst/>
            <a:cxnLst/>
            <a:rect r="r" b="b" t="t" l="l"/>
            <a:pathLst>
              <a:path h="4650261" w="3824840">
                <a:moveTo>
                  <a:pt x="0" y="0"/>
                </a:moveTo>
                <a:lnTo>
                  <a:pt x="3824840" y="0"/>
                </a:lnTo>
                <a:lnTo>
                  <a:pt x="3824840" y="4650261"/>
                </a:lnTo>
                <a:lnTo>
                  <a:pt x="0" y="46502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566064" y="944159"/>
            <a:ext cx="7155872" cy="119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4957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MALWARE: MORE THAN JUST CRIME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29788" y="2573638"/>
            <a:ext cx="163226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Cybercrime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69869" y="2573638"/>
            <a:ext cx="155321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Goverment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69659" y="2573638"/>
            <a:ext cx="1406049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Corporate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38609" y="3426372"/>
            <a:ext cx="3717057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Digun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akan oleh cybercriminal untuk keuntungan finansial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83867" y="3426372"/>
            <a:ext cx="3325215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Digunakan p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emerintah untuk melindungi kepentingan nasional.​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10075" y="3219028"/>
            <a:ext cx="3325215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Digunakan korpo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rasi untuk melindungi kepentingan perusahaan.​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387460" y="6765723"/>
            <a:ext cx="2419356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Mencuri resource: uang, data penting, dsb.​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73181" y="6579985"/>
            <a:ext cx="2341638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Mengawasi individu tertentu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​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Sabotase negara lain.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06928" y="6579985"/>
            <a:ext cx="233151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Copy protection / digital right management.​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Memata-matai competitor.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12267" y="-480042"/>
            <a:ext cx="12573741" cy="12117943"/>
          </a:xfrm>
          <a:custGeom>
            <a:avLst/>
            <a:gdLst/>
            <a:ahLst/>
            <a:cxnLst/>
            <a:rect r="r" b="b" t="t" l="l"/>
            <a:pathLst>
              <a:path h="12117943" w="12573741">
                <a:moveTo>
                  <a:pt x="0" y="0"/>
                </a:moveTo>
                <a:lnTo>
                  <a:pt x="12573740" y="0"/>
                </a:lnTo>
                <a:lnTo>
                  <a:pt x="12573740" y="12117942"/>
                </a:lnTo>
                <a:lnTo>
                  <a:pt x="0" y="121179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17269384" y="2414811"/>
            <a:ext cx="2245145" cy="3408190"/>
          </a:xfrm>
          <a:custGeom>
            <a:avLst/>
            <a:gdLst/>
            <a:ahLst/>
            <a:cxnLst/>
            <a:rect r="r" b="b" t="t" l="l"/>
            <a:pathLst>
              <a:path h="3408190" w="2245145">
                <a:moveTo>
                  <a:pt x="0" y="3408191"/>
                </a:moveTo>
                <a:lnTo>
                  <a:pt x="2245145" y="3408191"/>
                </a:lnTo>
                <a:lnTo>
                  <a:pt x="2245145" y="0"/>
                </a:lnTo>
                <a:lnTo>
                  <a:pt x="0" y="0"/>
                </a:lnTo>
                <a:lnTo>
                  <a:pt x="0" y="340819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32835">
            <a:off x="11768397" y="9068496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1"/>
                </a:lnTo>
                <a:lnTo>
                  <a:pt x="0" y="2708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3889" y="578808"/>
            <a:ext cx="1921682" cy="1804957"/>
            <a:chOff x="0" y="0"/>
            <a:chExt cx="2562243" cy="24066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415664">
            <a:off x="1339286" y="-382539"/>
            <a:ext cx="14990478" cy="9444001"/>
          </a:xfrm>
          <a:custGeom>
            <a:avLst/>
            <a:gdLst/>
            <a:ahLst/>
            <a:cxnLst/>
            <a:rect r="r" b="b" t="t" l="l"/>
            <a:pathLst>
              <a:path h="9444001" w="14990478">
                <a:moveTo>
                  <a:pt x="0" y="0"/>
                </a:moveTo>
                <a:lnTo>
                  <a:pt x="14990479" y="0"/>
                </a:lnTo>
                <a:lnTo>
                  <a:pt x="14990479" y="9444001"/>
                </a:lnTo>
                <a:lnTo>
                  <a:pt x="0" y="944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148600">
            <a:off x="-174383" y="6406281"/>
            <a:ext cx="3824840" cy="5128015"/>
          </a:xfrm>
          <a:custGeom>
            <a:avLst/>
            <a:gdLst/>
            <a:ahLst/>
            <a:cxnLst/>
            <a:rect r="r" b="b" t="t" l="l"/>
            <a:pathLst>
              <a:path h="5128015" w="3824840">
                <a:moveTo>
                  <a:pt x="0" y="0"/>
                </a:moveTo>
                <a:lnTo>
                  <a:pt x="3824840" y="0"/>
                </a:lnTo>
                <a:lnTo>
                  <a:pt x="3824840" y="5128015"/>
                </a:lnTo>
                <a:lnTo>
                  <a:pt x="0" y="51280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5136" t="0" r="-5136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566064" y="1259227"/>
            <a:ext cx="7155872" cy="119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4957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HOW YOU CAN GET INFECTED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34977" y="3751769"/>
            <a:ext cx="2915443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2A539C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2A539C"/>
                </a:solidFill>
                <a:latin typeface="Poppins Bold"/>
                <a:ea typeface="Poppins Bold"/>
                <a:cs typeface="Poppins Bold"/>
                <a:sym typeface="Poppins Bold"/>
              </a:rPr>
              <a:t>Mencolok perangkat yang berisi malware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93528" y="2573638"/>
            <a:ext cx="4270260" cy="89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Menjalankan aplikasi yang terinfeksi (umumnya aplikasi bajakan).​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24569" y="4370070"/>
            <a:ext cx="2510408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2A539C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2A539C"/>
                </a:solidFill>
                <a:latin typeface="Poppins Bold"/>
                <a:ea typeface="Poppins Bold"/>
                <a:cs typeface="Poppins Bold"/>
                <a:sym typeface="Poppins Bold"/>
              </a:rPr>
              <a:t>Mengunjungi situs yang dikuasai attacker.​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07491" y="3998595"/>
            <a:ext cx="2842334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2A539C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2A539C"/>
                </a:solidFill>
                <a:latin typeface="Poppins Bold"/>
                <a:ea typeface="Poppins Bold"/>
                <a:cs typeface="Poppins Bold"/>
                <a:sym typeface="Poppins Bold"/>
              </a:rPr>
              <a:t>Menggunakan system OS yang tidak update dan tidak terlindungi.​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73267" y="2583163"/>
            <a:ext cx="3213012" cy="1258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</a:pPr>
            <a:r>
              <a:rPr lang="en-US" sz="1815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1.</a:t>
            </a:r>
          </a:p>
          <a:p>
            <a:pPr algn="ctr">
              <a:lnSpc>
                <a:spcPts val="2541"/>
              </a:lnSpc>
              <a:spcBef>
                <a:spcPct val="0"/>
              </a:spcBef>
            </a:pPr>
            <a:r>
              <a:rPr lang="en-US" b="true" sz="1815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Buk</a:t>
            </a:r>
            <a:r>
              <a:rPr lang="en-US" b="true" sz="1815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a atau jalankan email berisi attachment dari attacker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165427" y="3845698"/>
            <a:ext cx="2245145" cy="3408190"/>
          </a:xfrm>
          <a:custGeom>
            <a:avLst/>
            <a:gdLst/>
            <a:ahLst/>
            <a:cxnLst/>
            <a:rect r="r" b="b" t="t" l="l"/>
            <a:pathLst>
              <a:path h="3408190" w="2245145">
                <a:moveTo>
                  <a:pt x="0" y="3408190"/>
                </a:moveTo>
                <a:lnTo>
                  <a:pt x="2245146" y="3408190"/>
                </a:lnTo>
                <a:lnTo>
                  <a:pt x="2245146" y="0"/>
                </a:lnTo>
                <a:lnTo>
                  <a:pt x="0" y="0"/>
                </a:lnTo>
                <a:lnTo>
                  <a:pt x="0" y="34081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569397">
            <a:off x="-1038506" y="8010105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1"/>
                </a:lnTo>
                <a:lnTo>
                  <a:pt x="0" y="3030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93889" y="578808"/>
            <a:ext cx="1921682" cy="1804957"/>
            <a:chOff x="0" y="0"/>
            <a:chExt cx="2562243" cy="24066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9324442">
            <a:off x="16288068" y="-669675"/>
            <a:ext cx="2361508" cy="3396750"/>
          </a:xfrm>
          <a:custGeom>
            <a:avLst/>
            <a:gdLst/>
            <a:ahLst/>
            <a:cxnLst/>
            <a:rect r="r" b="b" t="t" l="l"/>
            <a:pathLst>
              <a:path h="3396750" w="2361508">
                <a:moveTo>
                  <a:pt x="0" y="0"/>
                </a:moveTo>
                <a:lnTo>
                  <a:pt x="2361509" y="0"/>
                </a:lnTo>
                <a:lnTo>
                  <a:pt x="2361509" y="3396750"/>
                </a:lnTo>
                <a:lnTo>
                  <a:pt x="0" y="33967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153" t="0" r="-9153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38371" y="2034621"/>
            <a:ext cx="3967181" cy="2902208"/>
          </a:xfrm>
          <a:custGeom>
            <a:avLst/>
            <a:gdLst/>
            <a:ahLst/>
            <a:cxnLst/>
            <a:rect r="r" b="b" t="t" l="l"/>
            <a:pathLst>
              <a:path h="2902208" w="3967181">
                <a:moveTo>
                  <a:pt x="0" y="0"/>
                </a:moveTo>
                <a:lnTo>
                  <a:pt x="3967181" y="0"/>
                </a:lnTo>
                <a:lnTo>
                  <a:pt x="3967181" y="2902208"/>
                </a:lnTo>
                <a:lnTo>
                  <a:pt x="0" y="29022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14793" y="6141823"/>
            <a:ext cx="3544175" cy="2480923"/>
          </a:xfrm>
          <a:custGeom>
            <a:avLst/>
            <a:gdLst/>
            <a:ahLst/>
            <a:cxnLst/>
            <a:rect r="r" b="b" t="t" l="l"/>
            <a:pathLst>
              <a:path h="2480923" w="3544175">
                <a:moveTo>
                  <a:pt x="0" y="0"/>
                </a:moveTo>
                <a:lnTo>
                  <a:pt x="3544175" y="0"/>
                </a:lnTo>
                <a:lnTo>
                  <a:pt x="3544175" y="2480923"/>
                </a:lnTo>
                <a:lnTo>
                  <a:pt x="0" y="24809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21936" y="1481286"/>
            <a:ext cx="3778163" cy="2089249"/>
          </a:xfrm>
          <a:custGeom>
            <a:avLst/>
            <a:gdLst/>
            <a:ahLst/>
            <a:cxnLst/>
            <a:rect r="r" b="b" t="t" l="l"/>
            <a:pathLst>
              <a:path h="2089249" w="3778163">
                <a:moveTo>
                  <a:pt x="0" y="0"/>
                </a:moveTo>
                <a:lnTo>
                  <a:pt x="3778164" y="0"/>
                </a:lnTo>
                <a:lnTo>
                  <a:pt x="3778164" y="2089249"/>
                </a:lnTo>
                <a:lnTo>
                  <a:pt x="0" y="20892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69518" y="6487727"/>
            <a:ext cx="3704886" cy="2778664"/>
          </a:xfrm>
          <a:custGeom>
            <a:avLst/>
            <a:gdLst/>
            <a:ahLst/>
            <a:cxnLst/>
            <a:rect r="r" b="b" t="t" l="l"/>
            <a:pathLst>
              <a:path h="2778664" w="3704886">
                <a:moveTo>
                  <a:pt x="0" y="0"/>
                </a:moveTo>
                <a:lnTo>
                  <a:pt x="3704886" y="0"/>
                </a:lnTo>
                <a:lnTo>
                  <a:pt x="3704886" y="2778664"/>
                </a:lnTo>
                <a:lnTo>
                  <a:pt x="0" y="27786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566064" y="331229"/>
            <a:ext cx="7155872" cy="61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4957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POTENTIAL DAMAGE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64240" y="9477091"/>
            <a:ext cx="291544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2A539C"/>
                </a:solidFill>
                <a:latin typeface="Poppins Bold"/>
                <a:ea typeface="Poppins Bold"/>
                <a:cs typeface="Poppins Bold"/>
                <a:sym typeface="Poppins Bold"/>
              </a:rPr>
              <a:t>Take over System 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81445" y="3642742"/>
            <a:ext cx="2550740" cy="89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Mencuri dokumen atau informasi sensitive.​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95811" y="5027338"/>
            <a:ext cx="3170252" cy="955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2"/>
              </a:lnSpc>
              <a:spcBef>
                <a:spcPct val="0"/>
              </a:spcBef>
            </a:pPr>
            <a:r>
              <a:rPr lang="en-US" b="true" sz="1837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Merus</a:t>
            </a:r>
            <a:r>
              <a:rPr lang="en-US" b="true" sz="1837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ak data (misal: mengenkrip semua dokumen)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65714" y="8856345"/>
            <a:ext cx="2842334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2A539C"/>
                </a:solidFill>
                <a:latin typeface="Poppins Bold"/>
                <a:ea typeface="Poppins Bold"/>
                <a:cs typeface="Poppins Bold"/>
                <a:sym typeface="Poppins Bold"/>
              </a:rPr>
              <a:t>Operasional terganggu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269384" y="2414811"/>
            <a:ext cx="2245145" cy="3408190"/>
          </a:xfrm>
          <a:custGeom>
            <a:avLst/>
            <a:gdLst/>
            <a:ahLst/>
            <a:cxnLst/>
            <a:rect r="r" b="b" t="t" l="l"/>
            <a:pathLst>
              <a:path h="3408190" w="2245145">
                <a:moveTo>
                  <a:pt x="0" y="3408191"/>
                </a:moveTo>
                <a:lnTo>
                  <a:pt x="2245145" y="3408191"/>
                </a:lnTo>
                <a:lnTo>
                  <a:pt x="2245145" y="0"/>
                </a:lnTo>
                <a:lnTo>
                  <a:pt x="0" y="0"/>
                </a:lnTo>
                <a:lnTo>
                  <a:pt x="0" y="34081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740102" y="-695066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93889" y="578808"/>
            <a:ext cx="1921682" cy="1804957"/>
            <a:chOff x="0" y="0"/>
            <a:chExt cx="2562243" cy="24066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190099" y="7782093"/>
            <a:ext cx="4019163" cy="5388547"/>
          </a:xfrm>
          <a:custGeom>
            <a:avLst/>
            <a:gdLst/>
            <a:ahLst/>
            <a:cxnLst/>
            <a:rect r="r" b="b" t="t" l="l"/>
            <a:pathLst>
              <a:path h="5388547" w="4019163">
                <a:moveTo>
                  <a:pt x="0" y="0"/>
                </a:moveTo>
                <a:lnTo>
                  <a:pt x="4019163" y="0"/>
                </a:lnTo>
                <a:lnTo>
                  <a:pt x="4019163" y="5388547"/>
                </a:lnTo>
                <a:lnTo>
                  <a:pt x="0" y="53885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136" t="0" r="-5136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8262" y="2080010"/>
            <a:ext cx="3143703" cy="3400697"/>
          </a:xfrm>
          <a:custGeom>
            <a:avLst/>
            <a:gdLst/>
            <a:ahLst/>
            <a:cxnLst/>
            <a:rect r="r" b="b" t="t" l="l"/>
            <a:pathLst>
              <a:path h="3400697" w="3143703">
                <a:moveTo>
                  <a:pt x="0" y="0"/>
                </a:moveTo>
                <a:lnTo>
                  <a:pt x="3143702" y="0"/>
                </a:lnTo>
                <a:lnTo>
                  <a:pt x="3143702" y="3400697"/>
                </a:lnTo>
                <a:lnTo>
                  <a:pt x="0" y="34006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47718" y="3471571"/>
            <a:ext cx="5376010" cy="2793188"/>
          </a:xfrm>
          <a:custGeom>
            <a:avLst/>
            <a:gdLst/>
            <a:ahLst/>
            <a:cxnLst/>
            <a:rect r="r" b="b" t="t" l="l"/>
            <a:pathLst>
              <a:path h="2793188" w="5376010">
                <a:moveTo>
                  <a:pt x="0" y="0"/>
                </a:moveTo>
                <a:lnTo>
                  <a:pt x="5376011" y="0"/>
                </a:lnTo>
                <a:lnTo>
                  <a:pt x="5376011" y="2793188"/>
                </a:lnTo>
                <a:lnTo>
                  <a:pt x="0" y="27931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62095" y="5935423"/>
            <a:ext cx="3340455" cy="3306369"/>
          </a:xfrm>
          <a:custGeom>
            <a:avLst/>
            <a:gdLst/>
            <a:ahLst/>
            <a:cxnLst/>
            <a:rect r="r" b="b" t="t" l="l"/>
            <a:pathLst>
              <a:path h="3306369" w="3340455">
                <a:moveTo>
                  <a:pt x="0" y="0"/>
                </a:moveTo>
                <a:lnTo>
                  <a:pt x="3340455" y="0"/>
                </a:lnTo>
                <a:lnTo>
                  <a:pt x="3340455" y="3306368"/>
                </a:lnTo>
                <a:lnTo>
                  <a:pt x="0" y="33063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12060" y="1375212"/>
            <a:ext cx="3045059" cy="3660161"/>
          </a:xfrm>
          <a:custGeom>
            <a:avLst/>
            <a:gdLst/>
            <a:ahLst/>
            <a:cxnLst/>
            <a:rect r="r" b="b" t="t" l="l"/>
            <a:pathLst>
              <a:path h="3660161" w="3045059">
                <a:moveTo>
                  <a:pt x="0" y="0"/>
                </a:moveTo>
                <a:lnTo>
                  <a:pt x="3045059" y="0"/>
                </a:lnTo>
                <a:lnTo>
                  <a:pt x="3045059" y="3660162"/>
                </a:lnTo>
                <a:lnTo>
                  <a:pt x="0" y="36601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32630" y="6526347"/>
            <a:ext cx="2895453" cy="2511491"/>
          </a:xfrm>
          <a:custGeom>
            <a:avLst/>
            <a:gdLst/>
            <a:ahLst/>
            <a:cxnLst/>
            <a:rect r="r" b="b" t="t" l="l"/>
            <a:pathLst>
              <a:path h="2511491" w="2895453">
                <a:moveTo>
                  <a:pt x="0" y="0"/>
                </a:moveTo>
                <a:lnTo>
                  <a:pt x="2895453" y="0"/>
                </a:lnTo>
                <a:lnTo>
                  <a:pt x="2895453" y="2511491"/>
                </a:lnTo>
                <a:lnTo>
                  <a:pt x="0" y="251149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66064" y="202024"/>
            <a:ext cx="7155872" cy="177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4957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HOW TO AVOID MALWARE/RANSOMWARE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41959" y="6621274"/>
            <a:ext cx="291544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2A539C"/>
                </a:solidFill>
                <a:latin typeface="Poppins Bold"/>
                <a:ea typeface="Poppins Bold"/>
                <a:cs typeface="Poppins Bold"/>
                <a:sym typeface="Poppins Bold"/>
              </a:rPr>
              <a:t>Selalu update sistem dan aplikasi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97192" y="5191838"/>
            <a:ext cx="4270260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  <a:r>
              <a:rPr lang="en-US" b="true" sz="23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erpikir sebelum klik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3889" y="8980688"/>
            <a:ext cx="4772934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2A539C"/>
                </a:solidFill>
                <a:latin typeface="Poppins Bold"/>
                <a:ea typeface="Poppins Bold"/>
                <a:cs typeface="Poppins Bold"/>
                <a:sym typeface="Poppins Bold"/>
              </a:rPr>
              <a:t>Jangan gu</a:t>
            </a:r>
            <a:r>
              <a:rPr lang="en-US" b="true" sz="2100">
                <a:solidFill>
                  <a:srgbClr val="2A539C"/>
                </a:solidFill>
                <a:latin typeface="Poppins Bold"/>
                <a:ea typeface="Poppins Bold"/>
                <a:cs typeface="Poppins Bold"/>
                <a:sym typeface="Poppins Bold"/>
              </a:rPr>
              <a:t>nakan email corporate untuk aktivitas pribadi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520941" y="9352163"/>
            <a:ext cx="382276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2A539C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b="true" sz="2100">
                <a:solidFill>
                  <a:srgbClr val="2A539C"/>
                </a:solidFill>
                <a:latin typeface="Poppins Bold"/>
                <a:ea typeface="Poppins Bold"/>
                <a:cs typeface="Poppins Bold"/>
                <a:sym typeface="Poppins Bold"/>
              </a:rPr>
              <a:t>akukan backup data secara rutin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5971" y="5596526"/>
            <a:ext cx="5068283" cy="63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  <a:spcBef>
                <a:spcPct val="0"/>
              </a:spcBef>
            </a:pPr>
            <a:r>
              <a:rPr lang="en-US" b="true" sz="1815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Instal aplikasi hanya dari sumber resmi</a:t>
            </a:r>
            <a:r>
              <a:rPr lang="en-US" b="true" sz="1815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 dan tepercaya.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7269384" y="2414811"/>
            <a:ext cx="2245145" cy="3408190"/>
          </a:xfrm>
          <a:custGeom>
            <a:avLst/>
            <a:gdLst/>
            <a:ahLst/>
            <a:cxnLst/>
            <a:rect r="r" b="b" t="t" l="l"/>
            <a:pathLst>
              <a:path h="3408190" w="2245145">
                <a:moveTo>
                  <a:pt x="0" y="3408191"/>
                </a:moveTo>
                <a:lnTo>
                  <a:pt x="2245145" y="3408191"/>
                </a:lnTo>
                <a:lnTo>
                  <a:pt x="2245145" y="0"/>
                </a:lnTo>
                <a:lnTo>
                  <a:pt x="0" y="0"/>
                </a:lnTo>
                <a:lnTo>
                  <a:pt x="0" y="34081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652168">
            <a:off x="15829554" y="-635432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7" y="0"/>
                </a:lnTo>
                <a:lnTo>
                  <a:pt x="3038397" y="3030801"/>
                </a:lnTo>
                <a:lnTo>
                  <a:pt x="0" y="3030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93889" y="578808"/>
            <a:ext cx="1921682" cy="1804957"/>
            <a:chOff x="0" y="0"/>
            <a:chExt cx="2562243" cy="24066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7932835">
            <a:off x="7115279" y="9020118"/>
            <a:ext cx="2715299" cy="2708511"/>
          </a:xfrm>
          <a:custGeom>
            <a:avLst/>
            <a:gdLst/>
            <a:ahLst/>
            <a:cxnLst/>
            <a:rect r="r" b="b" t="t" l="l"/>
            <a:pathLst>
              <a:path h="2708511" w="2715299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573134" y="1989166"/>
            <a:ext cx="7141733" cy="6308668"/>
          </a:xfrm>
          <a:custGeom>
            <a:avLst/>
            <a:gdLst/>
            <a:ahLst/>
            <a:cxnLst/>
            <a:rect r="r" b="b" t="t" l="l"/>
            <a:pathLst>
              <a:path h="6308668" w="7141733">
                <a:moveTo>
                  <a:pt x="0" y="0"/>
                </a:moveTo>
                <a:lnTo>
                  <a:pt x="7141732" y="0"/>
                </a:lnTo>
                <a:lnTo>
                  <a:pt x="7141732" y="6308668"/>
                </a:lnTo>
                <a:lnTo>
                  <a:pt x="0" y="63086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903" t="0" r="-13880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90103" y="202024"/>
            <a:ext cx="9988525" cy="119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4957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BONUS! DONT FORGET UPDATE YOUR WINDOWS ASAP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538768" y="3439405"/>
            <a:ext cx="2245145" cy="3408190"/>
          </a:xfrm>
          <a:custGeom>
            <a:avLst/>
            <a:gdLst/>
            <a:ahLst/>
            <a:cxnLst/>
            <a:rect r="r" b="b" t="t" l="l"/>
            <a:pathLst>
              <a:path h="3408190" w="2245145">
                <a:moveTo>
                  <a:pt x="0" y="3408190"/>
                </a:moveTo>
                <a:lnTo>
                  <a:pt x="2245146" y="3408190"/>
                </a:lnTo>
                <a:lnTo>
                  <a:pt x="2245146" y="0"/>
                </a:lnTo>
                <a:lnTo>
                  <a:pt x="0" y="0"/>
                </a:lnTo>
                <a:lnTo>
                  <a:pt x="0" y="34081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11913387" y="-1515400"/>
            <a:ext cx="3038397" cy="3030801"/>
          </a:xfrm>
          <a:custGeom>
            <a:avLst/>
            <a:gdLst/>
            <a:ahLst/>
            <a:cxnLst/>
            <a:rect r="r" b="b" t="t" l="l"/>
            <a:pathLst>
              <a:path h="3030801" w="3038397">
                <a:moveTo>
                  <a:pt x="0" y="0"/>
                </a:moveTo>
                <a:lnTo>
                  <a:pt x="3038397" y="0"/>
                </a:lnTo>
                <a:lnTo>
                  <a:pt x="3038397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53358" y="644876"/>
            <a:ext cx="1921682" cy="1804957"/>
            <a:chOff x="0" y="0"/>
            <a:chExt cx="2562243" cy="24066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134418" y="4898453"/>
            <a:ext cx="4019163" cy="5388547"/>
          </a:xfrm>
          <a:custGeom>
            <a:avLst/>
            <a:gdLst/>
            <a:ahLst/>
            <a:cxnLst/>
            <a:rect r="r" b="b" t="t" l="l"/>
            <a:pathLst>
              <a:path h="5388547" w="4019163">
                <a:moveTo>
                  <a:pt x="0" y="0"/>
                </a:moveTo>
                <a:lnTo>
                  <a:pt x="4019164" y="0"/>
                </a:lnTo>
                <a:lnTo>
                  <a:pt x="4019164" y="5388547"/>
                </a:lnTo>
                <a:lnTo>
                  <a:pt x="0" y="53885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136" t="0" r="-5136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43754" y="8021955"/>
            <a:ext cx="1921682" cy="1804957"/>
            <a:chOff x="0" y="0"/>
            <a:chExt cx="2562243" cy="24066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33251" y="0"/>
              <a:ext cx="1528992" cy="1798814"/>
            </a:xfrm>
            <a:custGeom>
              <a:avLst/>
              <a:gdLst/>
              <a:ahLst/>
              <a:cxnLst/>
              <a:rect r="r" b="b" t="t" l="l"/>
              <a:pathLst>
                <a:path h="1798814" w="1528992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191019"/>
              <a:ext cx="1033251" cy="1215590"/>
            </a:xfrm>
            <a:custGeom>
              <a:avLst/>
              <a:gdLst/>
              <a:ahLst/>
              <a:cxnLst/>
              <a:rect r="r" b="b" t="t" l="l"/>
              <a:pathLst>
                <a:path h="1215590" w="1033251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198318">
            <a:off x="7252875" y="2216124"/>
            <a:ext cx="3782251" cy="2358749"/>
          </a:xfrm>
          <a:custGeom>
            <a:avLst/>
            <a:gdLst/>
            <a:ahLst/>
            <a:cxnLst/>
            <a:rect r="r" b="b" t="t" l="l"/>
            <a:pathLst>
              <a:path h="2358749" w="3782251">
                <a:moveTo>
                  <a:pt x="0" y="0"/>
                </a:moveTo>
                <a:lnTo>
                  <a:pt x="3782250" y="0"/>
                </a:lnTo>
                <a:lnTo>
                  <a:pt x="3782250" y="2358749"/>
                </a:lnTo>
                <a:lnTo>
                  <a:pt x="0" y="23587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962664">
            <a:off x="9898916" y="2477227"/>
            <a:ext cx="5266944" cy="4114800"/>
          </a:xfrm>
          <a:custGeom>
            <a:avLst/>
            <a:gdLst/>
            <a:ahLst/>
            <a:cxnLst/>
            <a:rect r="r" b="b" t="t" l="l"/>
            <a:pathLst>
              <a:path h="4114800" w="5266944">
                <a:moveTo>
                  <a:pt x="0" y="0"/>
                </a:moveTo>
                <a:lnTo>
                  <a:pt x="5266944" y="0"/>
                </a:lnTo>
                <a:lnTo>
                  <a:pt x="52669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DAHCPIHpDTY</dc:identifier>
  <dcterms:modified xsi:type="dcterms:W3CDTF">2011-08-01T06:04:30Z</dcterms:modified>
  <cp:revision>1</cp:revision>
  <dc:title>Copy of Security Awarness</dc:title>
</cp:coreProperties>
</file>