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Fira Sans" panose="020B0503050000020004" pitchFamily="34" charset="0"/>
      <p:regular r:id="rId19"/>
      <p:bold r:id="rId20"/>
      <p:italic r:id="rId21"/>
      <p:boldItalic r:id="rId22"/>
    </p:embeddedFon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7E3817-B17F-42D6-815E-F8CC18363D4F}" v="3" dt="2026-01-27T07:32:49.311"/>
  </p1510:revLst>
</p1510:revInfo>
</file>

<file path=ppt/tableStyles.xml><?xml version="1.0" encoding="utf-8"?>
<a:tblStyleLst xmlns:a="http://schemas.openxmlformats.org/drawingml/2006/main" def="{19807ACF-BD34-4DAA-840E-0EA394F1026E}">
  <a:tblStyle styleId="{19807ACF-BD34-4DAA-840E-0EA394F1026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8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76262c57b1_0_4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76262c57b1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12 jam pengerjaan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9646c4d463_0_8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9646c4d463_0_8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3d68873ca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3d68873ca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962ef91124_0_1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962ef91124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962ef91124_0_4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962ef91124_0_4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76262c57b1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76262c57b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276262c57b1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276262c57b1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276262c57b1_0_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276262c57b1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76262c57b1_0_1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76262c57b1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962ef9112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962ef9112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9646c4d463_0_5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9646c4d463_0_5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27666725ab6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0" name="Google Shape;610;g27666725ab6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kuat tentang dasar-dasar keamanan komputer, pemrograman, jaringan, dan sistem operasi. Ini akan membantu Anda memahami berbagai jenis tantangan dan potensi kerentanannya.</a:t>
            </a:r>
            <a:endParaRPr/>
          </a:p>
          <a:p>
            <a:pPr marL="457200" lvl="0" indent="-298450" algn="l" rtl="0">
              <a:spcBef>
                <a:spcPts val="0"/>
              </a:spcBef>
              <a:spcAft>
                <a:spcPts val="0"/>
              </a:spcAft>
              <a:buSzPts val="1100"/>
              <a:buAutoNum type="arabicPeriod"/>
            </a:pPr>
            <a:r>
              <a:rPr lang="en"/>
              <a:t>Kalian bisa lihat soal2 ctf di github</a:t>
            </a:r>
            <a:endParaRPr/>
          </a:p>
          <a:p>
            <a:pPr marL="457200" lvl="0" indent="-298450" algn="l" rtl="0">
              <a:spcBef>
                <a:spcPts val="0"/>
              </a:spcBef>
              <a:spcAft>
                <a:spcPts val="0"/>
              </a:spcAft>
              <a:buSzPts val="1100"/>
              <a:buAutoNum type="arabicPeriod"/>
            </a:pPr>
            <a:r>
              <a:rPr lang="en"/>
              <a:t>Dengan belajar writeup orang lain kalian bisa melihat sudut pandang orang lain untuk menyelesaikan soal dari sudut pandang yg berbeda</a:t>
            </a:r>
            <a:endParaRPr/>
          </a:p>
          <a:p>
            <a:pPr marL="457200" lvl="0" indent="-298450" algn="l" rtl="0">
              <a:spcBef>
                <a:spcPts val="0"/>
              </a:spcBef>
              <a:spcAft>
                <a:spcPts val="0"/>
              </a:spcAft>
              <a:buSzPts val="1100"/>
              <a:buAutoNum type="arabicPeriod"/>
            </a:pPr>
            <a:r>
              <a:rPr lang="en"/>
              <a:t>Baca petunjuk dan deskripsi tantangan dengan cermat. Kadang-kadang, petunjuk mungkin memberi petunjuk tentang pendekatan yang tepat atau konsep yang perlu Anda gunakan.</a:t>
            </a:r>
            <a:endParaRPr/>
          </a:p>
          <a:p>
            <a:pPr marL="457200" lvl="0" indent="-298450" algn="l" rtl="0">
              <a:spcBef>
                <a:spcPts val="0"/>
              </a:spcBef>
              <a:spcAft>
                <a:spcPts val="0"/>
              </a:spcAft>
              <a:buSzPts val="1100"/>
              <a:buAutoNum type="arabicPeriod"/>
            </a:pPr>
            <a:r>
              <a:rPr lang="en"/>
              <a:t>Sambil belajar soal ctf di event sebelumnya kalian jg secara ga langsung sedang menyiapkan tools kalian untuk di event selanjutnya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7666725ab6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7666725ab6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Sering ikuti event2 ctf selain gemastik untuk mengasah skill</a:t>
            </a:r>
            <a:endParaRPr/>
          </a:p>
          <a:p>
            <a:pPr marL="457200" lvl="0" indent="-298450" algn="l" rtl="0">
              <a:spcBef>
                <a:spcPts val="0"/>
              </a:spcBef>
              <a:spcAft>
                <a:spcPts val="0"/>
              </a:spcAft>
              <a:buSzPts val="1100"/>
              <a:buAutoNum type="arabicPeriod"/>
            </a:pPr>
            <a:r>
              <a:rPr lang="en"/>
              <a:t>Management waktu harus dijaga ketika sedang berkompetisi keamanan siber</a:t>
            </a:r>
            <a:endParaRPr/>
          </a:p>
          <a:p>
            <a:pPr marL="457200" lvl="0" indent="-298450" algn="l" rtl="0">
              <a:spcBef>
                <a:spcPts val="0"/>
              </a:spcBef>
              <a:spcAft>
                <a:spcPts val="0"/>
              </a:spcAft>
              <a:buSzPts val="1100"/>
              <a:buAutoNum type="arabicPeriod"/>
            </a:pPr>
            <a:r>
              <a:rPr lang="en"/>
              <a:t>Untuk menyelesaikan soal2 yg variatif tentu kalian perlu berkolaborasi antar tim </a:t>
            </a:r>
            <a:endParaRPr/>
          </a:p>
          <a:p>
            <a:pPr marL="457200" lvl="0" indent="-298450" algn="l" rtl="0">
              <a:spcBef>
                <a:spcPts val="0"/>
              </a:spcBef>
              <a:spcAft>
                <a:spcPts val="0"/>
              </a:spcAft>
              <a:buSzPts val="1100"/>
              <a:buAutoNum type="arabicPeriod"/>
            </a:pPr>
            <a:r>
              <a:rPr lang="en"/>
              <a:t>Jangan malas membaca dokumentasi tools / bug / apapun yang berkaitan dengan ctf</a:t>
            </a:r>
            <a:endParaRPr/>
          </a:p>
          <a:p>
            <a:pPr marL="457200" lvl="0" indent="-298450" algn="l" rtl="0">
              <a:spcBef>
                <a:spcPts val="0"/>
              </a:spcBef>
              <a:spcAft>
                <a:spcPts val="0"/>
              </a:spcAft>
              <a:buSzPts val="1100"/>
              <a:buAutoNum type="arabicPeriod"/>
            </a:pPr>
            <a:r>
              <a:rPr lang="en"/>
              <a:t>Kenapa harus python? Karna library yang ada pada bahasa pemrograman python sangat mendukung untuk mensolve soal2 yang ada di ctf</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777e85f527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2777e85f52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9646c4d463_0_8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5" name="Google Shape;815;g9646c4d463_0_8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766850" y="1445000"/>
            <a:ext cx="3567000" cy="14241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0" name="Google Shape;10;p2"/>
          <p:cNvSpPr txBox="1">
            <a:spLocks noGrp="1"/>
          </p:cNvSpPr>
          <p:nvPr>
            <p:ph type="subTitle" idx="1"/>
          </p:nvPr>
        </p:nvSpPr>
        <p:spPr>
          <a:xfrm>
            <a:off x="4766850" y="2905900"/>
            <a:ext cx="35670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200"/>
              <a:buNone/>
              <a:defRPr sz="2200"/>
            </a:lvl2pPr>
            <a:lvl3pPr lvl="2" algn="ctr">
              <a:lnSpc>
                <a:spcPct val="100000"/>
              </a:lnSpc>
              <a:spcBef>
                <a:spcPts val="0"/>
              </a:spcBef>
              <a:spcAft>
                <a:spcPts val="0"/>
              </a:spcAft>
              <a:buSzPts val="2200"/>
              <a:buNone/>
              <a:defRPr sz="2200"/>
            </a:lvl3pPr>
            <a:lvl4pPr lvl="3" algn="ctr">
              <a:lnSpc>
                <a:spcPct val="100000"/>
              </a:lnSpc>
              <a:spcBef>
                <a:spcPts val="0"/>
              </a:spcBef>
              <a:spcAft>
                <a:spcPts val="0"/>
              </a:spcAft>
              <a:buSzPts val="2200"/>
              <a:buNone/>
              <a:defRPr sz="2200"/>
            </a:lvl4pPr>
            <a:lvl5pPr lvl="4" algn="ctr">
              <a:lnSpc>
                <a:spcPct val="100000"/>
              </a:lnSpc>
              <a:spcBef>
                <a:spcPts val="0"/>
              </a:spcBef>
              <a:spcAft>
                <a:spcPts val="0"/>
              </a:spcAft>
              <a:buSzPts val="2200"/>
              <a:buNone/>
              <a:defRPr sz="2200"/>
            </a:lvl5pPr>
            <a:lvl6pPr lvl="5" algn="ctr">
              <a:lnSpc>
                <a:spcPct val="100000"/>
              </a:lnSpc>
              <a:spcBef>
                <a:spcPts val="0"/>
              </a:spcBef>
              <a:spcAft>
                <a:spcPts val="0"/>
              </a:spcAft>
              <a:buSzPts val="2200"/>
              <a:buNone/>
              <a:defRPr sz="2200"/>
            </a:lvl6pPr>
            <a:lvl7pPr lvl="6" algn="ctr">
              <a:lnSpc>
                <a:spcPct val="100000"/>
              </a:lnSpc>
              <a:spcBef>
                <a:spcPts val="0"/>
              </a:spcBef>
              <a:spcAft>
                <a:spcPts val="0"/>
              </a:spcAft>
              <a:buSzPts val="2200"/>
              <a:buNone/>
              <a:defRPr sz="2200"/>
            </a:lvl7pPr>
            <a:lvl8pPr lvl="7" algn="ctr">
              <a:lnSpc>
                <a:spcPct val="100000"/>
              </a:lnSpc>
              <a:spcBef>
                <a:spcPts val="0"/>
              </a:spcBef>
              <a:spcAft>
                <a:spcPts val="0"/>
              </a:spcAft>
              <a:buSzPts val="2200"/>
              <a:buNone/>
              <a:defRPr sz="2200"/>
            </a:lvl8pPr>
            <a:lvl9pPr lvl="8" algn="ctr">
              <a:lnSpc>
                <a:spcPct val="100000"/>
              </a:lnSpc>
              <a:spcBef>
                <a:spcPts val="0"/>
              </a:spcBef>
              <a:spcAft>
                <a:spcPts val="0"/>
              </a:spcAft>
              <a:buSzPts val="2200"/>
              <a:buNone/>
              <a:defRPr sz="2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Fira Sans Black"/>
              <a:buNone/>
              <a:defRPr>
                <a:latin typeface="Fira Sans Black"/>
                <a:ea typeface="Fira Sans Black"/>
                <a:cs typeface="Fira Sans Black"/>
                <a:sym typeface="Fira Sans Black"/>
              </a:defRPr>
            </a:lvl1pPr>
            <a:lvl2pPr lvl="1" rtl="0">
              <a:spcBef>
                <a:spcPts val="0"/>
              </a:spcBef>
              <a:spcAft>
                <a:spcPts val="0"/>
              </a:spcAft>
              <a:buSzPts val="2800"/>
              <a:buFont typeface="Fira Sans Black"/>
              <a:buNone/>
              <a:defRPr>
                <a:latin typeface="Fira Sans Black"/>
                <a:ea typeface="Fira Sans Black"/>
                <a:cs typeface="Fira Sans Black"/>
                <a:sym typeface="Fira Sans Black"/>
              </a:defRPr>
            </a:lvl2pPr>
            <a:lvl3pPr lvl="2" rtl="0">
              <a:spcBef>
                <a:spcPts val="0"/>
              </a:spcBef>
              <a:spcAft>
                <a:spcPts val="0"/>
              </a:spcAft>
              <a:buSzPts val="2800"/>
              <a:buFont typeface="Fira Sans Black"/>
              <a:buNone/>
              <a:defRPr>
                <a:latin typeface="Fira Sans Black"/>
                <a:ea typeface="Fira Sans Black"/>
                <a:cs typeface="Fira Sans Black"/>
                <a:sym typeface="Fira Sans Black"/>
              </a:defRPr>
            </a:lvl3pPr>
            <a:lvl4pPr lvl="3" rtl="0">
              <a:spcBef>
                <a:spcPts val="0"/>
              </a:spcBef>
              <a:spcAft>
                <a:spcPts val="0"/>
              </a:spcAft>
              <a:buSzPts val="2800"/>
              <a:buFont typeface="Fira Sans Black"/>
              <a:buNone/>
              <a:defRPr>
                <a:latin typeface="Fira Sans Black"/>
                <a:ea typeface="Fira Sans Black"/>
                <a:cs typeface="Fira Sans Black"/>
                <a:sym typeface="Fira Sans Black"/>
              </a:defRPr>
            </a:lvl4pPr>
            <a:lvl5pPr lvl="4" rtl="0">
              <a:spcBef>
                <a:spcPts val="0"/>
              </a:spcBef>
              <a:spcAft>
                <a:spcPts val="0"/>
              </a:spcAft>
              <a:buSzPts val="2800"/>
              <a:buFont typeface="Fira Sans Black"/>
              <a:buNone/>
              <a:defRPr>
                <a:latin typeface="Fira Sans Black"/>
                <a:ea typeface="Fira Sans Black"/>
                <a:cs typeface="Fira Sans Black"/>
                <a:sym typeface="Fira Sans Black"/>
              </a:defRPr>
            </a:lvl5pPr>
            <a:lvl6pPr lvl="5" rtl="0">
              <a:spcBef>
                <a:spcPts val="0"/>
              </a:spcBef>
              <a:spcAft>
                <a:spcPts val="0"/>
              </a:spcAft>
              <a:buSzPts val="2800"/>
              <a:buFont typeface="Fira Sans Black"/>
              <a:buNone/>
              <a:defRPr>
                <a:latin typeface="Fira Sans Black"/>
                <a:ea typeface="Fira Sans Black"/>
                <a:cs typeface="Fira Sans Black"/>
                <a:sym typeface="Fira Sans Black"/>
              </a:defRPr>
            </a:lvl6pPr>
            <a:lvl7pPr lvl="6" rtl="0">
              <a:spcBef>
                <a:spcPts val="0"/>
              </a:spcBef>
              <a:spcAft>
                <a:spcPts val="0"/>
              </a:spcAft>
              <a:buSzPts val="2800"/>
              <a:buFont typeface="Fira Sans Black"/>
              <a:buNone/>
              <a:defRPr>
                <a:latin typeface="Fira Sans Black"/>
                <a:ea typeface="Fira Sans Black"/>
                <a:cs typeface="Fira Sans Black"/>
                <a:sym typeface="Fira Sans Black"/>
              </a:defRPr>
            </a:lvl7pPr>
            <a:lvl8pPr lvl="7" rtl="0">
              <a:spcBef>
                <a:spcPts val="0"/>
              </a:spcBef>
              <a:spcAft>
                <a:spcPts val="0"/>
              </a:spcAft>
              <a:buSzPts val="2800"/>
              <a:buFont typeface="Fira Sans Black"/>
              <a:buNone/>
              <a:defRPr>
                <a:latin typeface="Fira Sans Black"/>
                <a:ea typeface="Fira Sans Black"/>
                <a:cs typeface="Fira Sans Black"/>
                <a:sym typeface="Fira Sans Black"/>
              </a:defRPr>
            </a:lvl8pPr>
            <a:lvl9pPr lvl="8" rtl="0">
              <a:spcBef>
                <a:spcPts val="0"/>
              </a:spcBef>
              <a:spcAft>
                <a:spcPts val="0"/>
              </a:spcAft>
              <a:buSzPts val="2800"/>
              <a:buFont typeface="Fira Sans Black"/>
              <a:buNone/>
              <a:defRPr>
                <a:latin typeface="Fira Sans Black"/>
                <a:ea typeface="Fira Sans Black"/>
                <a:cs typeface="Fira Sans Black"/>
                <a:sym typeface="Fira Sans Black"/>
              </a:defRPr>
            </a:lvl9pPr>
          </a:lstStyle>
          <a:p>
            <a:endParaRPr/>
          </a:p>
        </p:txBody>
      </p:sp>
      <p:sp>
        <p:nvSpPr>
          <p:cNvPr id="16" name="Google Shape;16;p4"/>
          <p:cNvSpPr txBox="1">
            <a:spLocks noGrp="1"/>
          </p:cNvSpPr>
          <p:nvPr>
            <p:ph type="body" idx="1"/>
          </p:nvPr>
        </p:nvSpPr>
        <p:spPr>
          <a:xfrm>
            <a:off x="457200" y="1152475"/>
            <a:ext cx="8229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Fira Sans"/>
              <a:buChar char="●"/>
              <a:defRPr>
                <a:latin typeface="Fira Sans"/>
                <a:ea typeface="Fira Sans"/>
                <a:cs typeface="Fira Sans"/>
                <a:sym typeface="Fira Sans"/>
              </a:defRPr>
            </a:lvl1pPr>
            <a:lvl2pPr marL="914400" lvl="1" indent="-317500" rtl="0">
              <a:spcBef>
                <a:spcPts val="1600"/>
              </a:spcBef>
              <a:spcAft>
                <a:spcPts val="0"/>
              </a:spcAft>
              <a:buSzPts val="1400"/>
              <a:buFont typeface="Fira Sans"/>
              <a:buChar char="○"/>
              <a:defRPr>
                <a:latin typeface="Fira Sans"/>
                <a:ea typeface="Fira Sans"/>
                <a:cs typeface="Fira Sans"/>
                <a:sym typeface="Fira Sans"/>
              </a:defRPr>
            </a:lvl2pPr>
            <a:lvl3pPr marL="1371600" lvl="2" indent="-317500" rtl="0">
              <a:spcBef>
                <a:spcPts val="1600"/>
              </a:spcBef>
              <a:spcAft>
                <a:spcPts val="0"/>
              </a:spcAft>
              <a:buSzPts val="1400"/>
              <a:buFont typeface="Fira Sans"/>
              <a:buChar char="■"/>
              <a:defRPr>
                <a:latin typeface="Fira Sans"/>
                <a:ea typeface="Fira Sans"/>
                <a:cs typeface="Fira Sans"/>
                <a:sym typeface="Fira Sans"/>
              </a:defRPr>
            </a:lvl3pPr>
            <a:lvl4pPr marL="1828800" lvl="3" indent="-317500" rtl="0">
              <a:spcBef>
                <a:spcPts val="1600"/>
              </a:spcBef>
              <a:spcAft>
                <a:spcPts val="0"/>
              </a:spcAft>
              <a:buSzPts val="1400"/>
              <a:buFont typeface="Fira Sans"/>
              <a:buChar char="●"/>
              <a:defRPr>
                <a:latin typeface="Fira Sans"/>
                <a:ea typeface="Fira Sans"/>
                <a:cs typeface="Fira Sans"/>
                <a:sym typeface="Fira Sans"/>
              </a:defRPr>
            </a:lvl4pPr>
            <a:lvl5pPr marL="2286000" lvl="4" indent="-317500" rtl="0">
              <a:spcBef>
                <a:spcPts val="1600"/>
              </a:spcBef>
              <a:spcAft>
                <a:spcPts val="0"/>
              </a:spcAft>
              <a:buSzPts val="1400"/>
              <a:buFont typeface="Fira Sans"/>
              <a:buChar char="○"/>
              <a:defRPr>
                <a:latin typeface="Fira Sans"/>
                <a:ea typeface="Fira Sans"/>
                <a:cs typeface="Fira Sans"/>
                <a:sym typeface="Fira Sans"/>
              </a:defRPr>
            </a:lvl5pPr>
            <a:lvl6pPr marL="2743200" lvl="5" indent="-317500" rtl="0">
              <a:spcBef>
                <a:spcPts val="1600"/>
              </a:spcBef>
              <a:spcAft>
                <a:spcPts val="0"/>
              </a:spcAft>
              <a:buSzPts val="1400"/>
              <a:buFont typeface="Fira Sans"/>
              <a:buChar char="■"/>
              <a:defRPr>
                <a:latin typeface="Fira Sans"/>
                <a:ea typeface="Fira Sans"/>
                <a:cs typeface="Fira Sans"/>
                <a:sym typeface="Fira Sans"/>
              </a:defRPr>
            </a:lvl6pPr>
            <a:lvl7pPr marL="3200400" lvl="6" indent="-317500" rtl="0">
              <a:spcBef>
                <a:spcPts val="1600"/>
              </a:spcBef>
              <a:spcAft>
                <a:spcPts val="0"/>
              </a:spcAft>
              <a:buSzPts val="1400"/>
              <a:buFont typeface="Fira Sans"/>
              <a:buChar char="●"/>
              <a:defRPr>
                <a:latin typeface="Fira Sans"/>
                <a:ea typeface="Fira Sans"/>
                <a:cs typeface="Fira Sans"/>
                <a:sym typeface="Fira Sans"/>
              </a:defRPr>
            </a:lvl7pPr>
            <a:lvl8pPr marL="3657600" lvl="7" indent="-317500" rtl="0">
              <a:spcBef>
                <a:spcPts val="1600"/>
              </a:spcBef>
              <a:spcAft>
                <a:spcPts val="0"/>
              </a:spcAft>
              <a:buSzPts val="1400"/>
              <a:buFont typeface="Fira Sans"/>
              <a:buChar char="○"/>
              <a:defRPr>
                <a:latin typeface="Fira Sans"/>
                <a:ea typeface="Fira Sans"/>
                <a:cs typeface="Fira Sans"/>
                <a:sym typeface="Fira Sans"/>
              </a:defRPr>
            </a:lvl8pPr>
            <a:lvl9pPr marL="4114800" lvl="8" indent="-317500" rtl="0">
              <a:spcBef>
                <a:spcPts val="1600"/>
              </a:spcBef>
              <a:spcAft>
                <a:spcPts val="1600"/>
              </a:spcAft>
              <a:buSzPts val="1400"/>
              <a:buFont typeface="Fira Sans"/>
              <a:buChar char="■"/>
              <a:defRPr>
                <a:latin typeface="Fira Sans"/>
                <a:ea typeface="Fira Sans"/>
                <a:cs typeface="Fira Sans"/>
                <a:sym typeface="Fira Sans"/>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0" name="Google Shape;20;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1" name="Google Shape;21;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Font typeface="Fira Sans"/>
              <a:buNone/>
              <a:defRPr b="1">
                <a:latin typeface="Fira Sans"/>
                <a:ea typeface="Fira Sans"/>
                <a:cs typeface="Fira Sans"/>
                <a:sym typeface="Fira Sans"/>
              </a:defRPr>
            </a:lvl1pPr>
            <a:lvl2pPr lvl="1" algn="ctr">
              <a:spcBef>
                <a:spcPts val="0"/>
              </a:spcBef>
              <a:spcAft>
                <a:spcPts val="0"/>
              </a:spcAft>
              <a:buSzPts val="2800"/>
              <a:buFont typeface="Fira Sans"/>
              <a:buNone/>
              <a:defRPr b="1">
                <a:latin typeface="Fira Sans"/>
                <a:ea typeface="Fira Sans"/>
                <a:cs typeface="Fira Sans"/>
                <a:sym typeface="Fira Sans"/>
              </a:defRPr>
            </a:lvl2pPr>
            <a:lvl3pPr lvl="2" algn="ctr">
              <a:spcBef>
                <a:spcPts val="0"/>
              </a:spcBef>
              <a:spcAft>
                <a:spcPts val="0"/>
              </a:spcAft>
              <a:buSzPts val="2800"/>
              <a:buFont typeface="Fira Sans"/>
              <a:buNone/>
              <a:defRPr b="1">
                <a:latin typeface="Fira Sans"/>
                <a:ea typeface="Fira Sans"/>
                <a:cs typeface="Fira Sans"/>
                <a:sym typeface="Fira Sans"/>
              </a:defRPr>
            </a:lvl3pPr>
            <a:lvl4pPr lvl="3" algn="ctr">
              <a:spcBef>
                <a:spcPts val="0"/>
              </a:spcBef>
              <a:spcAft>
                <a:spcPts val="0"/>
              </a:spcAft>
              <a:buSzPts val="2800"/>
              <a:buFont typeface="Fira Sans"/>
              <a:buNone/>
              <a:defRPr b="1">
                <a:latin typeface="Fira Sans"/>
                <a:ea typeface="Fira Sans"/>
                <a:cs typeface="Fira Sans"/>
                <a:sym typeface="Fira Sans"/>
              </a:defRPr>
            </a:lvl4pPr>
            <a:lvl5pPr lvl="4" algn="ctr">
              <a:spcBef>
                <a:spcPts val="0"/>
              </a:spcBef>
              <a:spcAft>
                <a:spcPts val="0"/>
              </a:spcAft>
              <a:buSzPts val="2800"/>
              <a:buFont typeface="Fira Sans"/>
              <a:buNone/>
              <a:defRPr b="1">
                <a:latin typeface="Fira Sans"/>
                <a:ea typeface="Fira Sans"/>
                <a:cs typeface="Fira Sans"/>
                <a:sym typeface="Fira Sans"/>
              </a:defRPr>
            </a:lvl5pPr>
            <a:lvl6pPr lvl="5" algn="ctr">
              <a:spcBef>
                <a:spcPts val="0"/>
              </a:spcBef>
              <a:spcAft>
                <a:spcPts val="0"/>
              </a:spcAft>
              <a:buSzPts val="2800"/>
              <a:buFont typeface="Fira Sans"/>
              <a:buNone/>
              <a:defRPr b="1">
                <a:latin typeface="Fira Sans"/>
                <a:ea typeface="Fira Sans"/>
                <a:cs typeface="Fira Sans"/>
                <a:sym typeface="Fira Sans"/>
              </a:defRPr>
            </a:lvl6pPr>
            <a:lvl7pPr lvl="6" algn="ctr">
              <a:spcBef>
                <a:spcPts val="0"/>
              </a:spcBef>
              <a:spcAft>
                <a:spcPts val="0"/>
              </a:spcAft>
              <a:buSzPts val="2800"/>
              <a:buFont typeface="Fira Sans"/>
              <a:buNone/>
              <a:defRPr b="1">
                <a:latin typeface="Fira Sans"/>
                <a:ea typeface="Fira Sans"/>
                <a:cs typeface="Fira Sans"/>
                <a:sym typeface="Fira Sans"/>
              </a:defRPr>
            </a:lvl7pPr>
            <a:lvl8pPr lvl="7" algn="ctr">
              <a:spcBef>
                <a:spcPts val="0"/>
              </a:spcBef>
              <a:spcAft>
                <a:spcPts val="0"/>
              </a:spcAft>
              <a:buSzPts val="2800"/>
              <a:buFont typeface="Fira Sans"/>
              <a:buNone/>
              <a:defRPr b="1">
                <a:latin typeface="Fira Sans"/>
                <a:ea typeface="Fira Sans"/>
                <a:cs typeface="Fira Sans"/>
                <a:sym typeface="Fira Sans"/>
              </a:defRPr>
            </a:lvl8pPr>
            <a:lvl9pPr lvl="8" algn="ctr">
              <a:spcBef>
                <a:spcPts val="0"/>
              </a:spcBef>
              <a:spcAft>
                <a:spcPts val="0"/>
              </a:spcAft>
              <a:buSzPts val="2800"/>
              <a:buFont typeface="Fira Sans"/>
              <a:buNone/>
              <a:defRPr b="1">
                <a:latin typeface="Fira Sans"/>
                <a:ea typeface="Fira Sans"/>
                <a:cs typeface="Fira Sans"/>
                <a:sym typeface="Fira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6" name="Google Shape;26;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0" name="Google Shape;30;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4" name="Google Shape;34;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 name="Google Shape;35;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39" name="Google Shape;39;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0"/>
        <p:cNvGrpSpPr/>
        <p:nvPr/>
      </p:nvGrpSpPr>
      <p:grpSpPr>
        <a:xfrm>
          <a:off x="0" y="0"/>
          <a:ext cx="0" cy="0"/>
          <a:chOff x="0" y="0"/>
          <a:chExt cx="0" cy="0"/>
        </a:xfrm>
      </p:grpSpPr>
      <p:sp>
        <p:nvSpPr>
          <p:cNvPr id="41" name="Google Shape;41;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2" name="Google Shape;42;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92625"/>
            <a:ext cx="8229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ira Sans"/>
              <a:buNone/>
              <a:defRPr sz="2800" b="1">
                <a:solidFill>
                  <a:schemeClr val="dk1"/>
                </a:solidFill>
                <a:latin typeface="Fira Sans"/>
                <a:ea typeface="Fira Sans"/>
                <a:cs typeface="Fira Sans"/>
                <a:sym typeface="Fira Sans"/>
              </a:defRPr>
            </a:lvl1pPr>
            <a:lvl2pPr lvl="1">
              <a:spcBef>
                <a:spcPts val="0"/>
              </a:spcBef>
              <a:spcAft>
                <a:spcPts val="0"/>
              </a:spcAft>
              <a:buClr>
                <a:schemeClr val="dk1"/>
              </a:buClr>
              <a:buSzPts val="2800"/>
              <a:buFont typeface="Fira Sans"/>
              <a:buNone/>
              <a:defRPr sz="2800" b="1">
                <a:solidFill>
                  <a:schemeClr val="dk1"/>
                </a:solidFill>
                <a:latin typeface="Fira Sans"/>
                <a:ea typeface="Fira Sans"/>
                <a:cs typeface="Fira Sans"/>
                <a:sym typeface="Fira Sans"/>
              </a:defRPr>
            </a:lvl2pPr>
            <a:lvl3pPr lvl="2">
              <a:spcBef>
                <a:spcPts val="0"/>
              </a:spcBef>
              <a:spcAft>
                <a:spcPts val="0"/>
              </a:spcAft>
              <a:buClr>
                <a:schemeClr val="dk1"/>
              </a:buClr>
              <a:buSzPts val="2800"/>
              <a:buFont typeface="Fira Sans"/>
              <a:buNone/>
              <a:defRPr sz="2800" b="1">
                <a:solidFill>
                  <a:schemeClr val="dk1"/>
                </a:solidFill>
                <a:latin typeface="Fira Sans"/>
                <a:ea typeface="Fira Sans"/>
                <a:cs typeface="Fira Sans"/>
                <a:sym typeface="Fira Sans"/>
              </a:defRPr>
            </a:lvl3pPr>
            <a:lvl4pPr lvl="3">
              <a:spcBef>
                <a:spcPts val="0"/>
              </a:spcBef>
              <a:spcAft>
                <a:spcPts val="0"/>
              </a:spcAft>
              <a:buClr>
                <a:schemeClr val="dk1"/>
              </a:buClr>
              <a:buSzPts val="2800"/>
              <a:buFont typeface="Fira Sans"/>
              <a:buNone/>
              <a:defRPr sz="2800" b="1">
                <a:solidFill>
                  <a:schemeClr val="dk1"/>
                </a:solidFill>
                <a:latin typeface="Fira Sans"/>
                <a:ea typeface="Fira Sans"/>
                <a:cs typeface="Fira Sans"/>
                <a:sym typeface="Fira Sans"/>
              </a:defRPr>
            </a:lvl4pPr>
            <a:lvl5pPr lvl="4">
              <a:spcBef>
                <a:spcPts val="0"/>
              </a:spcBef>
              <a:spcAft>
                <a:spcPts val="0"/>
              </a:spcAft>
              <a:buClr>
                <a:schemeClr val="dk1"/>
              </a:buClr>
              <a:buSzPts val="2800"/>
              <a:buFont typeface="Fira Sans"/>
              <a:buNone/>
              <a:defRPr sz="2800" b="1">
                <a:solidFill>
                  <a:schemeClr val="dk1"/>
                </a:solidFill>
                <a:latin typeface="Fira Sans"/>
                <a:ea typeface="Fira Sans"/>
                <a:cs typeface="Fira Sans"/>
                <a:sym typeface="Fira Sans"/>
              </a:defRPr>
            </a:lvl5pPr>
            <a:lvl6pPr lvl="5">
              <a:spcBef>
                <a:spcPts val="0"/>
              </a:spcBef>
              <a:spcAft>
                <a:spcPts val="0"/>
              </a:spcAft>
              <a:buClr>
                <a:schemeClr val="dk1"/>
              </a:buClr>
              <a:buSzPts val="2800"/>
              <a:buFont typeface="Fira Sans"/>
              <a:buNone/>
              <a:defRPr sz="2800" b="1">
                <a:solidFill>
                  <a:schemeClr val="dk1"/>
                </a:solidFill>
                <a:latin typeface="Fira Sans"/>
                <a:ea typeface="Fira Sans"/>
                <a:cs typeface="Fira Sans"/>
                <a:sym typeface="Fira Sans"/>
              </a:defRPr>
            </a:lvl6pPr>
            <a:lvl7pPr lvl="6">
              <a:spcBef>
                <a:spcPts val="0"/>
              </a:spcBef>
              <a:spcAft>
                <a:spcPts val="0"/>
              </a:spcAft>
              <a:buClr>
                <a:schemeClr val="dk1"/>
              </a:buClr>
              <a:buSzPts val="2800"/>
              <a:buFont typeface="Fira Sans"/>
              <a:buNone/>
              <a:defRPr sz="2800" b="1">
                <a:solidFill>
                  <a:schemeClr val="dk1"/>
                </a:solidFill>
                <a:latin typeface="Fira Sans"/>
                <a:ea typeface="Fira Sans"/>
                <a:cs typeface="Fira Sans"/>
                <a:sym typeface="Fira Sans"/>
              </a:defRPr>
            </a:lvl7pPr>
            <a:lvl8pPr lvl="7">
              <a:spcBef>
                <a:spcPts val="0"/>
              </a:spcBef>
              <a:spcAft>
                <a:spcPts val="0"/>
              </a:spcAft>
              <a:buClr>
                <a:schemeClr val="dk1"/>
              </a:buClr>
              <a:buSzPts val="2800"/>
              <a:buFont typeface="Fira Sans"/>
              <a:buNone/>
              <a:defRPr sz="2800" b="1">
                <a:solidFill>
                  <a:schemeClr val="dk1"/>
                </a:solidFill>
                <a:latin typeface="Fira Sans"/>
                <a:ea typeface="Fira Sans"/>
                <a:cs typeface="Fira Sans"/>
                <a:sym typeface="Fira Sans"/>
              </a:defRPr>
            </a:lvl8pPr>
            <a:lvl9pPr lvl="8">
              <a:spcBef>
                <a:spcPts val="0"/>
              </a:spcBef>
              <a:spcAft>
                <a:spcPts val="0"/>
              </a:spcAft>
              <a:buClr>
                <a:schemeClr val="dk1"/>
              </a:buClr>
              <a:buSzPts val="2800"/>
              <a:buFont typeface="Fira Sans"/>
              <a:buNone/>
              <a:defRPr sz="2800" b="1">
                <a:solidFill>
                  <a:schemeClr val="dk1"/>
                </a:solidFill>
                <a:latin typeface="Fira Sans"/>
                <a:ea typeface="Fira Sans"/>
                <a:cs typeface="Fira Sans"/>
                <a:sym typeface="Fira Sans"/>
              </a:defRPr>
            </a:lvl9pPr>
          </a:lstStyle>
          <a:p>
            <a:endParaRPr/>
          </a:p>
        </p:txBody>
      </p:sp>
      <p:sp>
        <p:nvSpPr>
          <p:cNvPr id="7" name="Google Shape;7;p1"/>
          <p:cNvSpPr txBox="1">
            <a:spLocks noGrp="1"/>
          </p:cNvSpPr>
          <p:nvPr>
            <p:ph type="body" idx="1"/>
          </p:nvPr>
        </p:nvSpPr>
        <p:spPr>
          <a:xfrm>
            <a:off x="457200" y="1152475"/>
            <a:ext cx="8229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Fira Sans"/>
              <a:buChar char="●"/>
              <a:defRPr sz="1800">
                <a:solidFill>
                  <a:schemeClr val="dk1"/>
                </a:solidFill>
                <a:latin typeface="Fira Sans"/>
                <a:ea typeface="Fira Sans"/>
                <a:cs typeface="Fira Sans"/>
                <a:sym typeface="Fira Sans"/>
              </a:defRPr>
            </a:lvl1pPr>
            <a:lvl2pPr marL="914400" lvl="1" indent="-317500">
              <a:lnSpc>
                <a:spcPct val="115000"/>
              </a:lnSpc>
              <a:spcBef>
                <a:spcPts val="1600"/>
              </a:spcBef>
              <a:spcAft>
                <a:spcPts val="0"/>
              </a:spcAft>
              <a:buClr>
                <a:schemeClr val="dk1"/>
              </a:buClr>
              <a:buSzPts val="1400"/>
              <a:buFont typeface="Fira Sans"/>
              <a:buChar char="○"/>
              <a:defRPr>
                <a:solidFill>
                  <a:schemeClr val="dk1"/>
                </a:solidFill>
                <a:latin typeface="Fira Sans"/>
                <a:ea typeface="Fira Sans"/>
                <a:cs typeface="Fira Sans"/>
                <a:sym typeface="Fira Sans"/>
              </a:defRPr>
            </a:lvl2pPr>
            <a:lvl3pPr marL="1371600" lvl="2" indent="-317500">
              <a:lnSpc>
                <a:spcPct val="115000"/>
              </a:lnSpc>
              <a:spcBef>
                <a:spcPts val="1600"/>
              </a:spcBef>
              <a:spcAft>
                <a:spcPts val="0"/>
              </a:spcAft>
              <a:buClr>
                <a:schemeClr val="dk1"/>
              </a:buClr>
              <a:buSzPts val="1400"/>
              <a:buFont typeface="Fira Sans"/>
              <a:buChar char="■"/>
              <a:defRPr>
                <a:solidFill>
                  <a:schemeClr val="dk1"/>
                </a:solidFill>
                <a:latin typeface="Fira Sans"/>
                <a:ea typeface="Fira Sans"/>
                <a:cs typeface="Fira Sans"/>
                <a:sym typeface="Fira Sans"/>
              </a:defRPr>
            </a:lvl3pPr>
            <a:lvl4pPr marL="1828800" lvl="3" indent="-317500">
              <a:lnSpc>
                <a:spcPct val="115000"/>
              </a:lnSpc>
              <a:spcBef>
                <a:spcPts val="1600"/>
              </a:spcBef>
              <a:spcAft>
                <a:spcPts val="0"/>
              </a:spcAft>
              <a:buClr>
                <a:schemeClr val="dk1"/>
              </a:buClr>
              <a:buSzPts val="1400"/>
              <a:buFont typeface="Fira Sans"/>
              <a:buChar char="●"/>
              <a:defRPr>
                <a:solidFill>
                  <a:schemeClr val="dk1"/>
                </a:solidFill>
                <a:latin typeface="Fira Sans"/>
                <a:ea typeface="Fira Sans"/>
                <a:cs typeface="Fira Sans"/>
                <a:sym typeface="Fira Sans"/>
              </a:defRPr>
            </a:lvl4pPr>
            <a:lvl5pPr marL="2286000" lvl="4" indent="-317500">
              <a:lnSpc>
                <a:spcPct val="115000"/>
              </a:lnSpc>
              <a:spcBef>
                <a:spcPts val="1600"/>
              </a:spcBef>
              <a:spcAft>
                <a:spcPts val="0"/>
              </a:spcAft>
              <a:buClr>
                <a:schemeClr val="dk1"/>
              </a:buClr>
              <a:buSzPts val="1400"/>
              <a:buFont typeface="Fira Sans"/>
              <a:buChar char="○"/>
              <a:defRPr>
                <a:solidFill>
                  <a:schemeClr val="dk1"/>
                </a:solidFill>
                <a:latin typeface="Fira Sans"/>
                <a:ea typeface="Fira Sans"/>
                <a:cs typeface="Fira Sans"/>
                <a:sym typeface="Fira Sans"/>
              </a:defRPr>
            </a:lvl5pPr>
            <a:lvl6pPr marL="2743200" lvl="5" indent="-317500">
              <a:lnSpc>
                <a:spcPct val="115000"/>
              </a:lnSpc>
              <a:spcBef>
                <a:spcPts val="1600"/>
              </a:spcBef>
              <a:spcAft>
                <a:spcPts val="0"/>
              </a:spcAft>
              <a:buClr>
                <a:schemeClr val="dk1"/>
              </a:buClr>
              <a:buSzPts val="1400"/>
              <a:buFont typeface="Fira Sans"/>
              <a:buChar char="■"/>
              <a:defRPr>
                <a:solidFill>
                  <a:schemeClr val="dk1"/>
                </a:solidFill>
                <a:latin typeface="Fira Sans"/>
                <a:ea typeface="Fira Sans"/>
                <a:cs typeface="Fira Sans"/>
                <a:sym typeface="Fira Sans"/>
              </a:defRPr>
            </a:lvl6pPr>
            <a:lvl7pPr marL="3200400" lvl="6" indent="-317500">
              <a:lnSpc>
                <a:spcPct val="115000"/>
              </a:lnSpc>
              <a:spcBef>
                <a:spcPts val="1600"/>
              </a:spcBef>
              <a:spcAft>
                <a:spcPts val="0"/>
              </a:spcAft>
              <a:buClr>
                <a:schemeClr val="dk1"/>
              </a:buClr>
              <a:buSzPts val="1400"/>
              <a:buFont typeface="Fira Sans"/>
              <a:buChar char="●"/>
              <a:defRPr>
                <a:solidFill>
                  <a:schemeClr val="dk1"/>
                </a:solidFill>
                <a:latin typeface="Fira Sans"/>
                <a:ea typeface="Fira Sans"/>
                <a:cs typeface="Fira Sans"/>
                <a:sym typeface="Fira Sans"/>
              </a:defRPr>
            </a:lvl7pPr>
            <a:lvl8pPr marL="3657600" lvl="7" indent="-317500">
              <a:lnSpc>
                <a:spcPct val="115000"/>
              </a:lnSpc>
              <a:spcBef>
                <a:spcPts val="1600"/>
              </a:spcBef>
              <a:spcAft>
                <a:spcPts val="0"/>
              </a:spcAft>
              <a:buClr>
                <a:schemeClr val="dk1"/>
              </a:buClr>
              <a:buSzPts val="1400"/>
              <a:buFont typeface="Fira Sans"/>
              <a:buChar char="○"/>
              <a:defRPr>
                <a:solidFill>
                  <a:schemeClr val="dk1"/>
                </a:solidFill>
                <a:latin typeface="Fira Sans"/>
                <a:ea typeface="Fira Sans"/>
                <a:cs typeface="Fira Sans"/>
                <a:sym typeface="Fira Sans"/>
              </a:defRPr>
            </a:lvl8pPr>
            <a:lvl9pPr marL="4114800" lvl="8" indent="-317500">
              <a:lnSpc>
                <a:spcPct val="115000"/>
              </a:lnSpc>
              <a:spcBef>
                <a:spcPts val="1600"/>
              </a:spcBef>
              <a:spcAft>
                <a:spcPts val="1600"/>
              </a:spcAft>
              <a:buClr>
                <a:schemeClr val="dk1"/>
              </a:buClr>
              <a:buSzPts val="1400"/>
              <a:buFont typeface="Fira Sans"/>
              <a:buChar char="■"/>
              <a:defRPr>
                <a:solidFill>
                  <a:schemeClr val="dk1"/>
                </a:solidFill>
                <a:latin typeface="Fira Sans"/>
                <a:ea typeface="Fira Sans"/>
                <a:cs typeface="Fira Sans"/>
                <a:sym typeface="Fira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zardus/ctf-tools"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hyperlink" Target="https://github.com/apsdehal/awesome-ctf"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https://ctflearn.com/"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5"/>
          <p:cNvSpPr txBox="1">
            <a:spLocks noGrp="1"/>
          </p:cNvSpPr>
          <p:nvPr>
            <p:ph type="ctrTitle"/>
          </p:nvPr>
        </p:nvSpPr>
        <p:spPr>
          <a:xfrm>
            <a:off x="3373250" y="1103250"/>
            <a:ext cx="6562800" cy="156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500" dirty="0" err="1"/>
              <a:t>Gemastik</a:t>
            </a:r>
            <a:r>
              <a:rPr lang="en" sz="2500" dirty="0"/>
              <a:t> </a:t>
            </a:r>
            <a:endParaRPr sz="2500" dirty="0"/>
          </a:p>
          <a:p>
            <a:pPr marL="0" lvl="0" indent="0" algn="ctr" rtl="0">
              <a:spcBef>
                <a:spcPts val="0"/>
              </a:spcBef>
              <a:spcAft>
                <a:spcPts val="0"/>
              </a:spcAft>
              <a:buNone/>
            </a:pPr>
            <a:r>
              <a:rPr lang="en" sz="2500" dirty="0"/>
              <a:t>(Cybersecurity - </a:t>
            </a:r>
            <a:r>
              <a:rPr lang="en" sz="2500" dirty="0" err="1"/>
              <a:t>keamanan</a:t>
            </a:r>
            <a:r>
              <a:rPr lang="en" sz="2500" dirty="0"/>
              <a:t> </a:t>
            </a:r>
            <a:r>
              <a:rPr lang="en" sz="2500" dirty="0" err="1"/>
              <a:t>siber</a:t>
            </a:r>
            <a:r>
              <a:rPr lang="en" sz="2500" dirty="0"/>
              <a:t>)</a:t>
            </a:r>
            <a:endParaRPr sz="2500"/>
          </a:p>
        </p:txBody>
      </p:sp>
      <p:sp>
        <p:nvSpPr>
          <p:cNvPr id="55" name="Google Shape;55;p15"/>
          <p:cNvSpPr txBox="1">
            <a:spLocks noGrp="1"/>
          </p:cNvSpPr>
          <p:nvPr>
            <p:ph type="subTitle" idx="1"/>
          </p:nvPr>
        </p:nvSpPr>
        <p:spPr>
          <a:xfrm>
            <a:off x="4871150" y="2798525"/>
            <a:ext cx="3567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Rio Darmawan</a:t>
            </a:r>
            <a:endParaRPr/>
          </a:p>
        </p:txBody>
      </p:sp>
      <p:grpSp>
        <p:nvGrpSpPr>
          <p:cNvPr id="56" name="Google Shape;56;p15"/>
          <p:cNvGrpSpPr/>
          <p:nvPr/>
        </p:nvGrpSpPr>
        <p:grpSpPr>
          <a:xfrm>
            <a:off x="-2395492" y="1206887"/>
            <a:ext cx="6967495" cy="3975885"/>
            <a:chOff x="2925068" y="2092209"/>
            <a:chExt cx="3288881" cy="1876746"/>
          </a:xfrm>
        </p:grpSpPr>
        <p:sp>
          <p:nvSpPr>
            <p:cNvPr id="57" name="Google Shape;57;p15"/>
            <p:cNvSpPr/>
            <p:nvPr/>
          </p:nvSpPr>
          <p:spPr>
            <a:xfrm>
              <a:off x="3215525" y="2092209"/>
              <a:ext cx="2707966" cy="1691850"/>
            </a:xfrm>
            <a:custGeom>
              <a:avLst/>
              <a:gdLst/>
              <a:ahLst/>
              <a:cxnLst/>
              <a:rect l="l" t="t" r="r" b="b"/>
              <a:pathLst>
                <a:path w="82309" h="51424" extrusionOk="0">
                  <a:moveTo>
                    <a:pt x="2334" y="0"/>
                  </a:moveTo>
                  <a:cubicBezTo>
                    <a:pt x="1036" y="0"/>
                    <a:pt x="0" y="1036"/>
                    <a:pt x="0" y="2334"/>
                  </a:cubicBezTo>
                  <a:lnTo>
                    <a:pt x="0" y="51423"/>
                  </a:lnTo>
                  <a:lnTo>
                    <a:pt x="82308" y="51423"/>
                  </a:lnTo>
                  <a:lnTo>
                    <a:pt x="82308" y="2334"/>
                  </a:lnTo>
                  <a:cubicBezTo>
                    <a:pt x="82308" y="1036"/>
                    <a:pt x="81273" y="0"/>
                    <a:pt x="799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5"/>
            <p:cNvSpPr/>
            <p:nvPr/>
          </p:nvSpPr>
          <p:spPr>
            <a:xfrm>
              <a:off x="3323634" y="2235192"/>
              <a:ext cx="2492537" cy="1468557"/>
            </a:xfrm>
            <a:custGeom>
              <a:avLst/>
              <a:gdLst/>
              <a:ahLst/>
              <a:cxnLst/>
              <a:rect l="l" t="t" r="r" b="b"/>
              <a:pathLst>
                <a:path w="75761" h="44637" extrusionOk="0">
                  <a:moveTo>
                    <a:pt x="1" y="0"/>
                  </a:moveTo>
                  <a:lnTo>
                    <a:pt x="1" y="44637"/>
                  </a:lnTo>
                  <a:lnTo>
                    <a:pt x="75760" y="44637"/>
                  </a:lnTo>
                  <a:lnTo>
                    <a:pt x="7576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5"/>
            <p:cNvSpPr/>
            <p:nvPr/>
          </p:nvSpPr>
          <p:spPr>
            <a:xfrm>
              <a:off x="2925068" y="3784023"/>
              <a:ext cx="3288881" cy="184931"/>
            </a:xfrm>
            <a:custGeom>
              <a:avLst/>
              <a:gdLst/>
              <a:ahLst/>
              <a:cxnLst/>
              <a:rect l="l" t="t" r="r" b="b"/>
              <a:pathLst>
                <a:path w="99966" h="5621" extrusionOk="0">
                  <a:moveTo>
                    <a:pt x="1" y="0"/>
                  </a:moveTo>
                  <a:lnTo>
                    <a:pt x="1" y="2703"/>
                  </a:lnTo>
                  <a:cubicBezTo>
                    <a:pt x="1" y="4310"/>
                    <a:pt x="1311" y="5620"/>
                    <a:pt x="2918" y="5620"/>
                  </a:cubicBezTo>
                  <a:lnTo>
                    <a:pt x="97049" y="5620"/>
                  </a:lnTo>
                  <a:cubicBezTo>
                    <a:pt x="98656" y="5620"/>
                    <a:pt x="99966" y="4310"/>
                    <a:pt x="99966" y="2703"/>
                  </a:cubicBezTo>
                  <a:lnTo>
                    <a:pt x="9996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p:cNvSpPr/>
            <p:nvPr/>
          </p:nvSpPr>
          <p:spPr>
            <a:xfrm>
              <a:off x="4180924" y="3783234"/>
              <a:ext cx="777592" cy="56062"/>
            </a:xfrm>
            <a:custGeom>
              <a:avLst/>
              <a:gdLst/>
              <a:ahLst/>
              <a:cxnLst/>
              <a:rect l="l" t="t" r="r" b="b"/>
              <a:pathLst>
                <a:path w="23635" h="1704" extrusionOk="0">
                  <a:moveTo>
                    <a:pt x="0" y="1"/>
                  </a:moveTo>
                  <a:lnTo>
                    <a:pt x="0" y="822"/>
                  </a:lnTo>
                  <a:cubicBezTo>
                    <a:pt x="0" y="1310"/>
                    <a:pt x="405" y="1703"/>
                    <a:pt x="881" y="1703"/>
                  </a:cubicBezTo>
                  <a:lnTo>
                    <a:pt x="22753" y="1703"/>
                  </a:lnTo>
                  <a:cubicBezTo>
                    <a:pt x="23229" y="1703"/>
                    <a:pt x="23622" y="1310"/>
                    <a:pt x="23634" y="822"/>
                  </a:cubicBezTo>
                  <a:lnTo>
                    <a:pt x="236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p:cNvSpPr/>
            <p:nvPr/>
          </p:nvSpPr>
          <p:spPr>
            <a:xfrm>
              <a:off x="3323059" y="2235192"/>
              <a:ext cx="2492899" cy="1468557"/>
            </a:xfrm>
            <a:custGeom>
              <a:avLst/>
              <a:gdLst/>
              <a:ahLst/>
              <a:cxnLst/>
              <a:rect l="l" t="t" r="r" b="b"/>
              <a:pathLst>
                <a:path w="75772" h="44637" extrusionOk="0">
                  <a:moveTo>
                    <a:pt x="1" y="0"/>
                  </a:moveTo>
                  <a:lnTo>
                    <a:pt x="1" y="44637"/>
                  </a:lnTo>
                  <a:lnTo>
                    <a:pt x="757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5"/>
            <p:cNvSpPr/>
            <p:nvPr/>
          </p:nvSpPr>
          <p:spPr>
            <a:xfrm>
              <a:off x="4150738" y="2399297"/>
              <a:ext cx="837535" cy="1077278"/>
            </a:xfrm>
            <a:custGeom>
              <a:avLst/>
              <a:gdLst/>
              <a:ahLst/>
              <a:cxnLst/>
              <a:rect l="l" t="t" r="r" b="b"/>
              <a:pathLst>
                <a:path w="25457" h="32744" extrusionOk="0">
                  <a:moveTo>
                    <a:pt x="12728" y="1"/>
                  </a:moveTo>
                  <a:lnTo>
                    <a:pt x="1" y="3775"/>
                  </a:lnTo>
                  <a:lnTo>
                    <a:pt x="1" y="22182"/>
                  </a:lnTo>
                  <a:cubicBezTo>
                    <a:pt x="5156" y="31398"/>
                    <a:pt x="12728" y="32743"/>
                    <a:pt x="12728" y="32743"/>
                  </a:cubicBezTo>
                  <a:cubicBezTo>
                    <a:pt x="12728" y="32743"/>
                    <a:pt x="20301" y="31386"/>
                    <a:pt x="25456" y="22182"/>
                  </a:cubicBezTo>
                  <a:lnTo>
                    <a:pt x="25456" y="3775"/>
                  </a:lnTo>
                  <a:lnTo>
                    <a:pt x="127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5"/>
            <p:cNvSpPr/>
            <p:nvPr/>
          </p:nvSpPr>
          <p:spPr>
            <a:xfrm>
              <a:off x="4176203" y="2431835"/>
              <a:ext cx="786606" cy="1012201"/>
            </a:xfrm>
            <a:custGeom>
              <a:avLst/>
              <a:gdLst/>
              <a:ahLst/>
              <a:cxnLst/>
              <a:rect l="l" t="t" r="r" b="b"/>
              <a:pathLst>
                <a:path w="23909" h="30766" fill="none" extrusionOk="0">
                  <a:moveTo>
                    <a:pt x="11954" y="0"/>
                  </a:moveTo>
                  <a:lnTo>
                    <a:pt x="1" y="3560"/>
                  </a:lnTo>
                  <a:lnTo>
                    <a:pt x="1" y="20860"/>
                  </a:lnTo>
                  <a:cubicBezTo>
                    <a:pt x="4846" y="29504"/>
                    <a:pt x="11954" y="30766"/>
                    <a:pt x="11954" y="30766"/>
                  </a:cubicBezTo>
                  <a:cubicBezTo>
                    <a:pt x="11954" y="30766"/>
                    <a:pt x="19062" y="29504"/>
                    <a:pt x="23908" y="20860"/>
                  </a:cubicBezTo>
                  <a:lnTo>
                    <a:pt x="23908" y="3560"/>
                  </a:lnTo>
                  <a:close/>
                </a:path>
              </a:pathLst>
            </a:custGeom>
            <a:noFill/>
            <a:ln w="7750" cap="flat" cmpd="sng">
              <a:solidFill>
                <a:srgbClr val="FCFCFC"/>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5"/>
            <p:cNvSpPr/>
            <p:nvPr/>
          </p:nvSpPr>
          <p:spPr>
            <a:xfrm>
              <a:off x="4479392" y="2781627"/>
              <a:ext cx="180226" cy="313011"/>
            </a:xfrm>
            <a:custGeom>
              <a:avLst/>
              <a:gdLst/>
              <a:ahLst/>
              <a:cxnLst/>
              <a:rect l="l" t="t" r="r" b="b"/>
              <a:pathLst>
                <a:path w="5478" h="9514" extrusionOk="0">
                  <a:moveTo>
                    <a:pt x="2739" y="0"/>
                  </a:moveTo>
                  <a:cubicBezTo>
                    <a:pt x="1227" y="0"/>
                    <a:pt x="1" y="1239"/>
                    <a:pt x="1" y="2739"/>
                  </a:cubicBezTo>
                  <a:cubicBezTo>
                    <a:pt x="1" y="3810"/>
                    <a:pt x="608" y="4715"/>
                    <a:pt x="1501" y="5180"/>
                  </a:cubicBezTo>
                  <a:lnTo>
                    <a:pt x="1489" y="5180"/>
                  </a:lnTo>
                  <a:lnTo>
                    <a:pt x="310" y="9513"/>
                  </a:lnTo>
                  <a:lnTo>
                    <a:pt x="5168" y="9513"/>
                  </a:lnTo>
                  <a:lnTo>
                    <a:pt x="3978" y="5180"/>
                  </a:lnTo>
                  <a:cubicBezTo>
                    <a:pt x="4871" y="4727"/>
                    <a:pt x="5478" y="3810"/>
                    <a:pt x="5478" y="2739"/>
                  </a:cubicBezTo>
                  <a:cubicBezTo>
                    <a:pt x="5478" y="1215"/>
                    <a:pt x="4251" y="0"/>
                    <a:pt x="2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(Gemastik) - Keamanan siber</a:t>
            </a:r>
            <a:endParaRPr/>
          </a:p>
        </p:txBody>
      </p:sp>
      <p:sp>
        <p:nvSpPr>
          <p:cNvPr id="70" name="Google Shape;70;p16"/>
          <p:cNvSpPr/>
          <p:nvPr/>
        </p:nvSpPr>
        <p:spPr>
          <a:xfrm>
            <a:off x="2810400" y="1523375"/>
            <a:ext cx="5658600" cy="2870400"/>
          </a:xfrm>
          <a:prstGeom prst="roundRect">
            <a:avLst>
              <a:gd name="adj" fmla="val 16667"/>
            </a:avLst>
          </a:prstGeom>
          <a:noFill/>
          <a:ln>
            <a:noFill/>
          </a:ln>
        </p:spPr>
        <p:txBody>
          <a:bodyPr spcFirstLastPara="1" wrap="square" lIns="182875" tIns="91425" rIns="137150" bIns="91425" anchor="ctr" anchorCtr="0">
            <a:noAutofit/>
          </a:bodyPr>
          <a:lstStyle/>
          <a:p>
            <a:pPr marL="0" lvl="0" indent="0" algn="l" rtl="0">
              <a:spcBef>
                <a:spcPts val="0"/>
              </a:spcBef>
              <a:spcAft>
                <a:spcPts val="0"/>
              </a:spcAft>
              <a:buClr>
                <a:srgbClr val="000000"/>
              </a:buClr>
              <a:buSzPts val="1100"/>
              <a:buFont typeface="Arial"/>
              <a:buNone/>
            </a:pPr>
            <a:r>
              <a:rPr lang="en" sz="1200">
                <a:solidFill>
                  <a:srgbClr val="7A7A7A"/>
                </a:solidFill>
                <a:highlight>
                  <a:srgbClr val="FFFFFF"/>
                </a:highlight>
                <a:latin typeface="Roboto"/>
                <a:ea typeface="Roboto"/>
                <a:cs typeface="Roboto"/>
                <a:sym typeface="Roboto"/>
              </a:rPr>
              <a:t>Dalam kategori ini soal soal pada Keamanan Siber bertujuan untuk menguji kemampuan peserta dalam menghadapi kasus keamanan informasi dan jaringan yang telah disiapkan. Daya analisis dan kreativitas peserta ditantang untuk mencari kelemahan pada suatu sistem yang telah dirancang untuk memiliki celah atau informasi tertentu yang memungkinan terjadinya peretasan pada sistem tersebut.</a:t>
            </a:r>
            <a:endParaRPr>
              <a:solidFill>
                <a:schemeClr val="dk1"/>
              </a:solidFill>
              <a:latin typeface="Fira Sans"/>
              <a:ea typeface="Fira Sans"/>
              <a:cs typeface="Fira Sans"/>
              <a:sym typeface="Fira Sans"/>
            </a:endParaRPr>
          </a:p>
        </p:txBody>
      </p:sp>
      <p:grpSp>
        <p:nvGrpSpPr>
          <p:cNvPr id="71" name="Google Shape;71;p16"/>
          <p:cNvGrpSpPr/>
          <p:nvPr/>
        </p:nvGrpSpPr>
        <p:grpSpPr>
          <a:xfrm>
            <a:off x="-2127097" y="865325"/>
            <a:ext cx="4357952" cy="5991287"/>
            <a:chOff x="-1006072" y="1271750"/>
            <a:chExt cx="4357952" cy="5991287"/>
          </a:xfrm>
        </p:grpSpPr>
        <p:sp>
          <p:nvSpPr>
            <p:cNvPr id="72" name="Google Shape;72;p16"/>
            <p:cNvSpPr/>
            <p:nvPr/>
          </p:nvSpPr>
          <p:spPr>
            <a:xfrm>
              <a:off x="1068003" y="1271750"/>
              <a:ext cx="486039" cy="429385"/>
            </a:xfrm>
            <a:custGeom>
              <a:avLst/>
              <a:gdLst/>
              <a:ahLst/>
              <a:cxnLst/>
              <a:rect l="l" t="t" r="r" b="b"/>
              <a:pathLst>
                <a:path w="11942" h="10550" extrusionOk="0">
                  <a:moveTo>
                    <a:pt x="7370" y="0"/>
                  </a:moveTo>
                  <a:lnTo>
                    <a:pt x="0" y="10549"/>
                  </a:lnTo>
                  <a:lnTo>
                    <a:pt x="4572" y="10549"/>
                  </a:lnTo>
                  <a:lnTo>
                    <a:pt x="119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6"/>
            <p:cNvSpPr/>
            <p:nvPr/>
          </p:nvSpPr>
          <p:spPr>
            <a:xfrm>
              <a:off x="1368409"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6"/>
            <p:cNvSpPr/>
            <p:nvPr/>
          </p:nvSpPr>
          <p:spPr>
            <a:xfrm>
              <a:off x="1668856"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6"/>
            <p:cNvSpPr/>
            <p:nvPr/>
          </p:nvSpPr>
          <p:spPr>
            <a:xfrm>
              <a:off x="1968814" y="1271750"/>
              <a:ext cx="486080" cy="429385"/>
            </a:xfrm>
            <a:custGeom>
              <a:avLst/>
              <a:gdLst/>
              <a:ahLst/>
              <a:cxnLst/>
              <a:rect l="l" t="t" r="r" b="b"/>
              <a:pathLst>
                <a:path w="11943" h="10550" extrusionOk="0">
                  <a:moveTo>
                    <a:pt x="7371" y="0"/>
                  </a:moveTo>
                  <a:lnTo>
                    <a:pt x="1" y="10549"/>
                  </a:lnTo>
                  <a:lnTo>
                    <a:pt x="4573" y="10549"/>
                  </a:lnTo>
                  <a:lnTo>
                    <a:pt x="119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6"/>
            <p:cNvSpPr/>
            <p:nvPr/>
          </p:nvSpPr>
          <p:spPr>
            <a:xfrm>
              <a:off x="2269261" y="1271750"/>
              <a:ext cx="485103" cy="429385"/>
            </a:xfrm>
            <a:custGeom>
              <a:avLst/>
              <a:gdLst/>
              <a:ahLst/>
              <a:cxnLst/>
              <a:rect l="l" t="t" r="r" b="b"/>
              <a:pathLst>
                <a:path w="11919" h="10550" extrusionOk="0">
                  <a:moveTo>
                    <a:pt x="7359" y="0"/>
                  </a:moveTo>
                  <a:lnTo>
                    <a:pt x="1" y="10549"/>
                  </a:lnTo>
                  <a:lnTo>
                    <a:pt x="4573"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6"/>
            <p:cNvSpPr/>
            <p:nvPr/>
          </p:nvSpPr>
          <p:spPr>
            <a:xfrm>
              <a:off x="2569708" y="1271750"/>
              <a:ext cx="485103" cy="429385"/>
            </a:xfrm>
            <a:custGeom>
              <a:avLst/>
              <a:gdLst/>
              <a:ahLst/>
              <a:cxnLst/>
              <a:rect l="l" t="t" r="r" b="b"/>
              <a:pathLst>
                <a:path w="11919" h="10550" extrusionOk="0">
                  <a:moveTo>
                    <a:pt x="7359" y="0"/>
                  </a:moveTo>
                  <a:lnTo>
                    <a:pt x="1" y="10549"/>
                  </a:lnTo>
                  <a:lnTo>
                    <a:pt x="4561"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6"/>
            <p:cNvSpPr/>
            <p:nvPr/>
          </p:nvSpPr>
          <p:spPr>
            <a:xfrm>
              <a:off x="2866777" y="1271750"/>
              <a:ext cx="485103" cy="429385"/>
            </a:xfrm>
            <a:custGeom>
              <a:avLst/>
              <a:gdLst/>
              <a:ahLst/>
              <a:cxnLst/>
              <a:rect l="l" t="t" r="r" b="b"/>
              <a:pathLst>
                <a:path w="11919" h="10550" extrusionOk="0">
                  <a:moveTo>
                    <a:pt x="7346" y="0"/>
                  </a:moveTo>
                  <a:lnTo>
                    <a:pt x="0" y="10549"/>
                  </a:lnTo>
                  <a:lnTo>
                    <a:pt x="4560" y="10549"/>
                  </a:lnTo>
                  <a:lnTo>
                    <a:pt x="119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6"/>
            <p:cNvSpPr/>
            <p:nvPr/>
          </p:nvSpPr>
          <p:spPr>
            <a:xfrm>
              <a:off x="1055875" y="4208223"/>
              <a:ext cx="502564" cy="182865"/>
            </a:xfrm>
            <a:custGeom>
              <a:avLst/>
              <a:gdLst/>
              <a:ahLst/>
              <a:cxnLst/>
              <a:rect l="l" t="t" r="r" b="b"/>
              <a:pathLst>
                <a:path w="12348" h="4493" extrusionOk="0">
                  <a:moveTo>
                    <a:pt x="9838" y="0"/>
                  </a:moveTo>
                  <a:cubicBezTo>
                    <a:pt x="9200" y="0"/>
                    <a:pt x="8568" y="272"/>
                    <a:pt x="8132" y="800"/>
                  </a:cubicBezTo>
                  <a:cubicBezTo>
                    <a:pt x="7799" y="1192"/>
                    <a:pt x="7620" y="1669"/>
                    <a:pt x="7608" y="2145"/>
                  </a:cubicBezTo>
                  <a:lnTo>
                    <a:pt x="2941" y="2181"/>
                  </a:lnTo>
                  <a:cubicBezTo>
                    <a:pt x="2906" y="1847"/>
                    <a:pt x="2739" y="1514"/>
                    <a:pt x="2465" y="1264"/>
                  </a:cubicBezTo>
                  <a:cubicBezTo>
                    <a:pt x="2206" y="1047"/>
                    <a:pt x="1887" y="940"/>
                    <a:pt x="1570" y="940"/>
                  </a:cubicBezTo>
                  <a:cubicBezTo>
                    <a:pt x="1173" y="940"/>
                    <a:pt x="778" y="1107"/>
                    <a:pt x="500" y="1431"/>
                  </a:cubicBezTo>
                  <a:cubicBezTo>
                    <a:pt x="0" y="2002"/>
                    <a:pt x="84" y="2883"/>
                    <a:pt x="655" y="3395"/>
                  </a:cubicBezTo>
                  <a:cubicBezTo>
                    <a:pt x="915" y="3612"/>
                    <a:pt x="1233" y="3719"/>
                    <a:pt x="1550" y="3719"/>
                  </a:cubicBezTo>
                  <a:cubicBezTo>
                    <a:pt x="1947" y="3719"/>
                    <a:pt x="2342" y="3552"/>
                    <a:pt x="2620" y="3228"/>
                  </a:cubicBezTo>
                  <a:cubicBezTo>
                    <a:pt x="2822" y="3002"/>
                    <a:pt x="2917" y="2728"/>
                    <a:pt x="2953" y="2443"/>
                  </a:cubicBezTo>
                  <a:lnTo>
                    <a:pt x="7620" y="2395"/>
                  </a:lnTo>
                  <a:cubicBezTo>
                    <a:pt x="7668" y="2978"/>
                    <a:pt x="7918" y="3562"/>
                    <a:pt x="8418" y="3955"/>
                  </a:cubicBezTo>
                  <a:cubicBezTo>
                    <a:pt x="8832" y="4316"/>
                    <a:pt x="9346" y="4492"/>
                    <a:pt x="9859" y="4492"/>
                  </a:cubicBezTo>
                  <a:cubicBezTo>
                    <a:pt x="10496" y="4492"/>
                    <a:pt x="11131" y="4220"/>
                    <a:pt x="11573" y="3693"/>
                  </a:cubicBezTo>
                  <a:cubicBezTo>
                    <a:pt x="12347" y="2752"/>
                    <a:pt x="12228" y="1335"/>
                    <a:pt x="11288" y="538"/>
                  </a:cubicBezTo>
                  <a:cubicBezTo>
                    <a:pt x="10868" y="176"/>
                    <a:pt x="10351" y="0"/>
                    <a:pt x="9838" y="0"/>
                  </a:cubicBez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6"/>
            <p:cNvSpPr/>
            <p:nvPr/>
          </p:nvSpPr>
          <p:spPr>
            <a:xfrm>
              <a:off x="1063608" y="2410971"/>
              <a:ext cx="94546" cy="94546"/>
            </a:xfrm>
            <a:custGeom>
              <a:avLst/>
              <a:gdLst/>
              <a:ahLst/>
              <a:cxnLst/>
              <a:rect l="l" t="t" r="r" b="b"/>
              <a:pathLst>
                <a:path w="2323" h="2323" extrusionOk="0">
                  <a:moveTo>
                    <a:pt x="1168" y="1"/>
                  </a:moveTo>
                  <a:cubicBezTo>
                    <a:pt x="525" y="1"/>
                    <a:pt x="1" y="525"/>
                    <a:pt x="1" y="1167"/>
                  </a:cubicBezTo>
                  <a:cubicBezTo>
                    <a:pt x="1" y="1799"/>
                    <a:pt x="525" y="2322"/>
                    <a:pt x="1168" y="2322"/>
                  </a:cubicBezTo>
                  <a:cubicBezTo>
                    <a:pt x="1811" y="2322"/>
                    <a:pt x="2323" y="1799"/>
                    <a:pt x="2323" y="1167"/>
                  </a:cubicBezTo>
                  <a:cubicBezTo>
                    <a:pt x="2323" y="525"/>
                    <a:pt x="1811" y="1"/>
                    <a:pt x="11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6"/>
            <p:cNvSpPr/>
            <p:nvPr/>
          </p:nvSpPr>
          <p:spPr>
            <a:xfrm>
              <a:off x="1063608" y="2277721"/>
              <a:ext cx="94546" cy="94546"/>
            </a:xfrm>
            <a:custGeom>
              <a:avLst/>
              <a:gdLst/>
              <a:ahLst/>
              <a:cxnLst/>
              <a:rect l="l" t="t" r="r" b="b"/>
              <a:pathLst>
                <a:path w="2323" h="2323" extrusionOk="0">
                  <a:moveTo>
                    <a:pt x="1168" y="0"/>
                  </a:moveTo>
                  <a:cubicBezTo>
                    <a:pt x="525" y="0"/>
                    <a:pt x="1" y="524"/>
                    <a:pt x="1" y="1167"/>
                  </a:cubicBezTo>
                  <a:cubicBezTo>
                    <a:pt x="1" y="1798"/>
                    <a:pt x="525" y="2322"/>
                    <a:pt x="1168" y="2322"/>
                  </a:cubicBezTo>
                  <a:cubicBezTo>
                    <a:pt x="1811" y="2322"/>
                    <a:pt x="2323" y="1798"/>
                    <a:pt x="2323" y="1167"/>
                  </a:cubicBezTo>
                  <a:cubicBezTo>
                    <a:pt x="2323" y="524"/>
                    <a:pt x="1811" y="0"/>
                    <a:pt x="1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6"/>
            <p:cNvSpPr/>
            <p:nvPr/>
          </p:nvSpPr>
          <p:spPr>
            <a:xfrm>
              <a:off x="1069916" y="1822700"/>
              <a:ext cx="914936" cy="110053"/>
            </a:xfrm>
            <a:custGeom>
              <a:avLst/>
              <a:gdLst/>
              <a:ahLst/>
              <a:cxnLst/>
              <a:rect l="l" t="t" r="r" b="b"/>
              <a:pathLst>
                <a:path w="22480" h="2704" extrusionOk="0">
                  <a:moveTo>
                    <a:pt x="1" y="1"/>
                  </a:moveTo>
                  <a:lnTo>
                    <a:pt x="1" y="2703"/>
                  </a:lnTo>
                  <a:lnTo>
                    <a:pt x="22480" y="2703"/>
                  </a:lnTo>
                  <a:lnTo>
                    <a:pt x="224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6"/>
            <p:cNvSpPr/>
            <p:nvPr/>
          </p:nvSpPr>
          <p:spPr>
            <a:xfrm>
              <a:off x="1069916" y="1981143"/>
              <a:ext cx="745828" cy="54335"/>
            </a:xfrm>
            <a:custGeom>
              <a:avLst/>
              <a:gdLst/>
              <a:ahLst/>
              <a:cxnLst/>
              <a:rect l="l" t="t" r="r" b="b"/>
              <a:pathLst>
                <a:path w="18325" h="1335" extrusionOk="0">
                  <a:moveTo>
                    <a:pt x="1" y="1"/>
                  </a:moveTo>
                  <a:lnTo>
                    <a:pt x="1" y="1334"/>
                  </a:lnTo>
                  <a:lnTo>
                    <a:pt x="18324" y="1334"/>
                  </a:lnTo>
                  <a:lnTo>
                    <a:pt x="183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6"/>
            <p:cNvSpPr/>
            <p:nvPr/>
          </p:nvSpPr>
          <p:spPr>
            <a:xfrm>
              <a:off x="1069916" y="2069828"/>
              <a:ext cx="745828" cy="54823"/>
            </a:xfrm>
            <a:custGeom>
              <a:avLst/>
              <a:gdLst/>
              <a:ahLst/>
              <a:cxnLst/>
              <a:rect l="l" t="t" r="r" b="b"/>
              <a:pathLst>
                <a:path w="18325" h="1347" extrusionOk="0">
                  <a:moveTo>
                    <a:pt x="1" y="1"/>
                  </a:moveTo>
                  <a:lnTo>
                    <a:pt x="1" y="1346"/>
                  </a:lnTo>
                  <a:lnTo>
                    <a:pt x="18324" y="1346"/>
                  </a:lnTo>
                  <a:lnTo>
                    <a:pt x="183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6"/>
            <p:cNvSpPr/>
            <p:nvPr/>
          </p:nvSpPr>
          <p:spPr>
            <a:xfrm>
              <a:off x="1069916" y="2158512"/>
              <a:ext cx="489947" cy="54335"/>
            </a:xfrm>
            <a:custGeom>
              <a:avLst/>
              <a:gdLst/>
              <a:ahLst/>
              <a:cxnLst/>
              <a:rect l="l" t="t" r="r" b="b"/>
              <a:pathLst>
                <a:path w="12038" h="1335" extrusionOk="0">
                  <a:moveTo>
                    <a:pt x="1" y="1"/>
                  </a:moveTo>
                  <a:lnTo>
                    <a:pt x="1" y="1334"/>
                  </a:lnTo>
                  <a:lnTo>
                    <a:pt x="12038" y="1334"/>
                  </a:lnTo>
                  <a:lnTo>
                    <a:pt x="120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6"/>
            <p:cNvSpPr/>
            <p:nvPr/>
          </p:nvSpPr>
          <p:spPr>
            <a:xfrm>
              <a:off x="1130966" y="5001539"/>
              <a:ext cx="220065" cy="194831"/>
            </a:xfrm>
            <a:custGeom>
              <a:avLst/>
              <a:gdLst/>
              <a:ahLst/>
              <a:cxnLst/>
              <a:rect l="l" t="t" r="r" b="b"/>
              <a:pathLst>
                <a:path w="5407" h="4787" extrusionOk="0">
                  <a:moveTo>
                    <a:pt x="3335" y="0"/>
                  </a:moveTo>
                  <a:lnTo>
                    <a:pt x="1" y="4787"/>
                  </a:lnTo>
                  <a:lnTo>
                    <a:pt x="2073"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6"/>
            <p:cNvSpPr/>
            <p:nvPr/>
          </p:nvSpPr>
          <p:spPr>
            <a:xfrm>
              <a:off x="1267636" y="5001539"/>
              <a:ext cx="219536" cy="194831"/>
            </a:xfrm>
            <a:custGeom>
              <a:avLst/>
              <a:gdLst/>
              <a:ahLst/>
              <a:cxnLst/>
              <a:rect l="l" t="t" r="r" b="b"/>
              <a:pathLst>
                <a:path w="5394" h="4787" extrusionOk="0">
                  <a:moveTo>
                    <a:pt x="3334" y="0"/>
                  </a:moveTo>
                  <a:lnTo>
                    <a:pt x="0" y="4787"/>
                  </a:lnTo>
                  <a:lnTo>
                    <a:pt x="2060" y="4787"/>
                  </a:lnTo>
                  <a:lnTo>
                    <a:pt x="5394"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6"/>
            <p:cNvSpPr/>
            <p:nvPr/>
          </p:nvSpPr>
          <p:spPr>
            <a:xfrm>
              <a:off x="1403330" y="5001539"/>
              <a:ext cx="220513" cy="194831"/>
            </a:xfrm>
            <a:custGeom>
              <a:avLst/>
              <a:gdLst/>
              <a:ahLst/>
              <a:cxnLst/>
              <a:rect l="l" t="t" r="r" b="b"/>
              <a:pathLst>
                <a:path w="5418" h="4787" extrusionOk="0">
                  <a:moveTo>
                    <a:pt x="3346" y="0"/>
                  </a:moveTo>
                  <a:lnTo>
                    <a:pt x="0" y="4787"/>
                  </a:lnTo>
                  <a:lnTo>
                    <a:pt x="2084" y="4787"/>
                  </a:lnTo>
                  <a:lnTo>
                    <a:pt x="5418"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6"/>
            <p:cNvSpPr/>
            <p:nvPr/>
          </p:nvSpPr>
          <p:spPr>
            <a:xfrm>
              <a:off x="1539471" y="5001539"/>
              <a:ext cx="220065" cy="194831"/>
            </a:xfrm>
            <a:custGeom>
              <a:avLst/>
              <a:gdLst/>
              <a:ahLst/>
              <a:cxnLst/>
              <a:rect l="l" t="t" r="r" b="b"/>
              <a:pathLst>
                <a:path w="5407" h="4787" extrusionOk="0">
                  <a:moveTo>
                    <a:pt x="3335" y="0"/>
                  </a:moveTo>
                  <a:lnTo>
                    <a:pt x="1" y="4787"/>
                  </a:lnTo>
                  <a:lnTo>
                    <a:pt x="2073"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6"/>
            <p:cNvSpPr/>
            <p:nvPr/>
          </p:nvSpPr>
          <p:spPr>
            <a:xfrm>
              <a:off x="1675653" y="5001539"/>
              <a:ext cx="220024" cy="194831"/>
            </a:xfrm>
            <a:custGeom>
              <a:avLst/>
              <a:gdLst/>
              <a:ahLst/>
              <a:cxnLst/>
              <a:rect l="l" t="t" r="r" b="b"/>
              <a:pathLst>
                <a:path w="5406" h="4787" extrusionOk="0">
                  <a:moveTo>
                    <a:pt x="3334" y="0"/>
                  </a:moveTo>
                  <a:lnTo>
                    <a:pt x="0" y="4787"/>
                  </a:lnTo>
                  <a:lnTo>
                    <a:pt x="2072"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6"/>
            <p:cNvSpPr/>
            <p:nvPr/>
          </p:nvSpPr>
          <p:spPr>
            <a:xfrm>
              <a:off x="1811835" y="5001539"/>
              <a:ext cx="220024" cy="194831"/>
            </a:xfrm>
            <a:custGeom>
              <a:avLst/>
              <a:gdLst/>
              <a:ahLst/>
              <a:cxnLst/>
              <a:rect l="l" t="t" r="r" b="b"/>
              <a:pathLst>
                <a:path w="5406" h="4787" extrusionOk="0">
                  <a:moveTo>
                    <a:pt x="3334" y="0"/>
                  </a:moveTo>
                  <a:lnTo>
                    <a:pt x="0" y="4787"/>
                  </a:lnTo>
                  <a:lnTo>
                    <a:pt x="2072"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6"/>
            <p:cNvSpPr/>
            <p:nvPr/>
          </p:nvSpPr>
          <p:spPr>
            <a:xfrm>
              <a:off x="1598120" y="4774272"/>
              <a:ext cx="1247862" cy="2488764"/>
            </a:xfrm>
            <a:custGeom>
              <a:avLst/>
              <a:gdLst/>
              <a:ahLst/>
              <a:cxnLst/>
              <a:rect l="l" t="t" r="r" b="b"/>
              <a:pathLst>
                <a:path w="30660" h="61149" extrusionOk="0">
                  <a:moveTo>
                    <a:pt x="727" y="0"/>
                  </a:moveTo>
                  <a:cubicBezTo>
                    <a:pt x="0" y="11014"/>
                    <a:pt x="3072" y="44744"/>
                    <a:pt x="4144" y="56293"/>
                  </a:cubicBezTo>
                  <a:cubicBezTo>
                    <a:pt x="4168" y="56603"/>
                    <a:pt x="4453" y="56960"/>
                    <a:pt x="4477" y="57245"/>
                  </a:cubicBezTo>
                  <a:cubicBezTo>
                    <a:pt x="4644" y="59019"/>
                    <a:pt x="4751" y="60091"/>
                    <a:pt x="4751" y="60258"/>
                  </a:cubicBezTo>
                  <a:cubicBezTo>
                    <a:pt x="4779" y="60847"/>
                    <a:pt x="6567" y="61148"/>
                    <a:pt x="8454" y="61148"/>
                  </a:cubicBezTo>
                  <a:cubicBezTo>
                    <a:pt x="10570" y="61148"/>
                    <a:pt x="12810" y="60770"/>
                    <a:pt x="12835" y="59996"/>
                  </a:cubicBezTo>
                  <a:lnTo>
                    <a:pt x="12871" y="57055"/>
                  </a:lnTo>
                  <a:lnTo>
                    <a:pt x="13276" y="56186"/>
                  </a:lnTo>
                  <a:lnTo>
                    <a:pt x="15633" y="14514"/>
                  </a:lnTo>
                  <a:cubicBezTo>
                    <a:pt x="15615" y="14003"/>
                    <a:pt x="15763" y="13674"/>
                    <a:pt x="15908" y="13674"/>
                  </a:cubicBezTo>
                  <a:cubicBezTo>
                    <a:pt x="16040" y="13674"/>
                    <a:pt x="16169" y="13945"/>
                    <a:pt x="16169" y="14597"/>
                  </a:cubicBezTo>
                  <a:cubicBezTo>
                    <a:pt x="16122" y="24872"/>
                    <a:pt x="18622" y="46697"/>
                    <a:pt x="19003" y="55733"/>
                  </a:cubicBezTo>
                  <a:cubicBezTo>
                    <a:pt x="19027" y="55948"/>
                    <a:pt x="19348" y="56162"/>
                    <a:pt x="19348" y="56364"/>
                  </a:cubicBezTo>
                  <a:cubicBezTo>
                    <a:pt x="19455" y="58567"/>
                    <a:pt x="19527" y="59936"/>
                    <a:pt x="19539" y="60079"/>
                  </a:cubicBezTo>
                  <a:cubicBezTo>
                    <a:pt x="19635" y="60525"/>
                    <a:pt x="21296" y="60734"/>
                    <a:pt x="23092" y="60734"/>
                  </a:cubicBezTo>
                  <a:cubicBezTo>
                    <a:pt x="25274" y="60734"/>
                    <a:pt x="27656" y="60426"/>
                    <a:pt x="27683" y="59865"/>
                  </a:cubicBezTo>
                  <a:cubicBezTo>
                    <a:pt x="27683" y="59734"/>
                    <a:pt x="27790" y="58424"/>
                    <a:pt x="27921" y="56257"/>
                  </a:cubicBezTo>
                  <a:cubicBezTo>
                    <a:pt x="27933" y="56007"/>
                    <a:pt x="28171" y="55733"/>
                    <a:pt x="28194" y="55448"/>
                  </a:cubicBezTo>
                  <a:cubicBezTo>
                    <a:pt x="28921" y="44041"/>
                    <a:pt x="30659" y="13573"/>
                    <a:pt x="29385" y="48"/>
                  </a:cubicBezTo>
                  <a:cubicBezTo>
                    <a:pt x="29385" y="48"/>
                    <a:pt x="15360" y="0"/>
                    <a:pt x="7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6"/>
            <p:cNvSpPr/>
            <p:nvPr/>
          </p:nvSpPr>
          <p:spPr>
            <a:xfrm>
              <a:off x="1615091" y="4944844"/>
              <a:ext cx="1192103" cy="155596"/>
            </a:xfrm>
            <a:custGeom>
              <a:avLst/>
              <a:gdLst/>
              <a:ahLst/>
              <a:cxnLst/>
              <a:rect l="l" t="t" r="r" b="b"/>
              <a:pathLst>
                <a:path w="29290" h="3823" extrusionOk="0">
                  <a:moveTo>
                    <a:pt x="16252" y="0"/>
                  </a:moveTo>
                  <a:lnTo>
                    <a:pt x="0" y="1310"/>
                  </a:lnTo>
                  <a:cubicBezTo>
                    <a:pt x="0" y="1310"/>
                    <a:pt x="5668" y="3822"/>
                    <a:pt x="15443" y="3822"/>
                  </a:cubicBezTo>
                  <a:cubicBezTo>
                    <a:pt x="25230" y="3822"/>
                    <a:pt x="29290" y="1310"/>
                    <a:pt x="29290" y="1310"/>
                  </a:cubicBezTo>
                  <a:lnTo>
                    <a:pt x="162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6"/>
            <p:cNvSpPr/>
            <p:nvPr/>
          </p:nvSpPr>
          <p:spPr>
            <a:xfrm>
              <a:off x="1944598" y="1693805"/>
              <a:ext cx="632885" cy="1078224"/>
            </a:xfrm>
            <a:custGeom>
              <a:avLst/>
              <a:gdLst/>
              <a:ahLst/>
              <a:cxnLst/>
              <a:rect l="l" t="t" r="r" b="b"/>
              <a:pathLst>
                <a:path w="15550" h="26492" extrusionOk="0">
                  <a:moveTo>
                    <a:pt x="7870" y="0"/>
                  </a:moveTo>
                  <a:cubicBezTo>
                    <a:pt x="7870" y="0"/>
                    <a:pt x="131" y="3787"/>
                    <a:pt x="131" y="7335"/>
                  </a:cubicBezTo>
                  <a:cubicBezTo>
                    <a:pt x="131" y="10907"/>
                    <a:pt x="0" y="21860"/>
                    <a:pt x="1977" y="26492"/>
                  </a:cubicBezTo>
                  <a:lnTo>
                    <a:pt x="13657" y="26492"/>
                  </a:lnTo>
                  <a:cubicBezTo>
                    <a:pt x="15348" y="23587"/>
                    <a:pt x="15550" y="10918"/>
                    <a:pt x="15550" y="7370"/>
                  </a:cubicBezTo>
                  <a:cubicBezTo>
                    <a:pt x="15550" y="3822"/>
                    <a:pt x="7870" y="0"/>
                    <a:pt x="7870" y="0"/>
                  </a:cubicBezTo>
                  <a:close/>
                </a:path>
              </a:pathLst>
            </a:custGeom>
            <a:solidFill>
              <a:srgbClr val="031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6"/>
            <p:cNvSpPr/>
            <p:nvPr/>
          </p:nvSpPr>
          <p:spPr>
            <a:xfrm>
              <a:off x="2657416" y="3209578"/>
              <a:ext cx="399348" cy="940170"/>
            </a:xfrm>
            <a:custGeom>
              <a:avLst/>
              <a:gdLst/>
              <a:ahLst/>
              <a:cxnLst/>
              <a:rect l="l" t="t" r="r" b="b"/>
              <a:pathLst>
                <a:path w="9812" h="23100" extrusionOk="0">
                  <a:moveTo>
                    <a:pt x="7287" y="0"/>
                  </a:moveTo>
                  <a:lnTo>
                    <a:pt x="310" y="5215"/>
                  </a:lnTo>
                  <a:lnTo>
                    <a:pt x="4287" y="15097"/>
                  </a:lnTo>
                  <a:lnTo>
                    <a:pt x="1" y="20014"/>
                  </a:lnTo>
                  <a:cubicBezTo>
                    <a:pt x="1" y="20014"/>
                    <a:pt x="897" y="23099"/>
                    <a:pt x="1032" y="23099"/>
                  </a:cubicBezTo>
                  <a:cubicBezTo>
                    <a:pt x="1034" y="23099"/>
                    <a:pt x="1035" y="23099"/>
                    <a:pt x="1036" y="23098"/>
                  </a:cubicBezTo>
                  <a:cubicBezTo>
                    <a:pt x="1155" y="23039"/>
                    <a:pt x="8978" y="18074"/>
                    <a:pt x="9395" y="16038"/>
                  </a:cubicBezTo>
                  <a:cubicBezTo>
                    <a:pt x="9811" y="14002"/>
                    <a:pt x="7287" y="0"/>
                    <a:pt x="7287" y="0"/>
                  </a:cubicBezTo>
                  <a:close/>
                </a:path>
              </a:pathLst>
            </a:custGeom>
            <a:solidFill>
              <a:srgbClr val="0E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6"/>
            <p:cNvSpPr/>
            <p:nvPr/>
          </p:nvSpPr>
          <p:spPr>
            <a:xfrm>
              <a:off x="1425104" y="3226997"/>
              <a:ext cx="400814" cy="942124"/>
            </a:xfrm>
            <a:custGeom>
              <a:avLst/>
              <a:gdLst/>
              <a:ahLst/>
              <a:cxnLst/>
              <a:rect l="l" t="t" r="r" b="b"/>
              <a:pathLst>
                <a:path w="9848" h="23148" extrusionOk="0">
                  <a:moveTo>
                    <a:pt x="2835" y="1"/>
                  </a:moveTo>
                  <a:cubicBezTo>
                    <a:pt x="2835" y="1"/>
                    <a:pt x="1" y="13538"/>
                    <a:pt x="418" y="15562"/>
                  </a:cubicBezTo>
                  <a:cubicBezTo>
                    <a:pt x="834" y="17610"/>
                    <a:pt x="8704" y="23087"/>
                    <a:pt x="8823" y="23146"/>
                  </a:cubicBezTo>
                  <a:cubicBezTo>
                    <a:pt x="8825" y="23147"/>
                    <a:pt x="8826" y="23148"/>
                    <a:pt x="8828" y="23148"/>
                  </a:cubicBezTo>
                  <a:cubicBezTo>
                    <a:pt x="8963" y="23148"/>
                    <a:pt x="9847" y="20063"/>
                    <a:pt x="9847" y="20063"/>
                  </a:cubicBezTo>
                  <a:lnTo>
                    <a:pt x="5561" y="15145"/>
                  </a:lnTo>
                  <a:lnTo>
                    <a:pt x="9538" y="5263"/>
                  </a:lnTo>
                  <a:lnTo>
                    <a:pt x="2835" y="1"/>
                  </a:lnTo>
                  <a:close/>
                </a:path>
              </a:pathLst>
            </a:custGeom>
            <a:solidFill>
              <a:srgbClr val="0E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6"/>
            <p:cNvSpPr/>
            <p:nvPr/>
          </p:nvSpPr>
          <p:spPr>
            <a:xfrm>
              <a:off x="1367473" y="2660053"/>
              <a:ext cx="1682009" cy="2371589"/>
            </a:xfrm>
            <a:custGeom>
              <a:avLst/>
              <a:gdLst/>
              <a:ahLst/>
              <a:cxnLst/>
              <a:rect l="l" t="t" r="r" b="b"/>
              <a:pathLst>
                <a:path w="41327" h="58270" extrusionOk="0">
                  <a:moveTo>
                    <a:pt x="17026" y="0"/>
                  </a:moveTo>
                  <a:cubicBezTo>
                    <a:pt x="17026" y="0"/>
                    <a:pt x="9489" y="2917"/>
                    <a:pt x="6930" y="4656"/>
                  </a:cubicBezTo>
                  <a:cubicBezTo>
                    <a:pt x="3524" y="6966"/>
                    <a:pt x="107" y="15717"/>
                    <a:pt x="0" y="18515"/>
                  </a:cubicBezTo>
                  <a:cubicBezTo>
                    <a:pt x="0" y="18515"/>
                    <a:pt x="4929" y="19693"/>
                    <a:pt x="9156" y="20836"/>
                  </a:cubicBezTo>
                  <a:cubicBezTo>
                    <a:pt x="9275" y="22872"/>
                    <a:pt x="9192" y="25194"/>
                    <a:pt x="8799" y="27873"/>
                  </a:cubicBezTo>
                  <a:cubicBezTo>
                    <a:pt x="8585" y="29230"/>
                    <a:pt x="6179" y="44482"/>
                    <a:pt x="5298" y="52090"/>
                  </a:cubicBezTo>
                  <a:cubicBezTo>
                    <a:pt x="5239" y="52566"/>
                    <a:pt x="6358" y="53614"/>
                    <a:pt x="6299" y="54067"/>
                  </a:cubicBezTo>
                  <a:cubicBezTo>
                    <a:pt x="6120" y="55543"/>
                    <a:pt x="5906" y="57150"/>
                    <a:pt x="6096" y="57436"/>
                  </a:cubicBezTo>
                  <a:cubicBezTo>
                    <a:pt x="6346" y="57817"/>
                    <a:pt x="13299" y="58270"/>
                    <a:pt x="21443" y="58270"/>
                  </a:cubicBezTo>
                  <a:cubicBezTo>
                    <a:pt x="28730" y="58270"/>
                    <a:pt x="35147" y="57615"/>
                    <a:pt x="35421" y="57353"/>
                  </a:cubicBezTo>
                  <a:cubicBezTo>
                    <a:pt x="35671" y="57162"/>
                    <a:pt x="35445" y="56210"/>
                    <a:pt x="35338" y="54531"/>
                  </a:cubicBezTo>
                  <a:cubicBezTo>
                    <a:pt x="35326" y="54186"/>
                    <a:pt x="36445" y="53305"/>
                    <a:pt x="36409" y="52924"/>
                  </a:cubicBezTo>
                  <a:cubicBezTo>
                    <a:pt x="36017" y="46613"/>
                    <a:pt x="33873" y="32183"/>
                    <a:pt x="33814" y="31326"/>
                  </a:cubicBezTo>
                  <a:cubicBezTo>
                    <a:pt x="33552" y="27218"/>
                    <a:pt x="33683" y="23813"/>
                    <a:pt x="33992" y="20967"/>
                  </a:cubicBezTo>
                  <a:cubicBezTo>
                    <a:pt x="38576" y="20265"/>
                    <a:pt x="41327" y="15955"/>
                    <a:pt x="41327" y="15955"/>
                  </a:cubicBezTo>
                  <a:cubicBezTo>
                    <a:pt x="41208" y="12633"/>
                    <a:pt x="39803" y="7489"/>
                    <a:pt x="37005" y="5715"/>
                  </a:cubicBezTo>
                  <a:cubicBezTo>
                    <a:pt x="35135" y="4037"/>
                    <a:pt x="28349" y="1263"/>
                    <a:pt x="26480" y="715"/>
                  </a:cubicBezTo>
                  <a:cubicBezTo>
                    <a:pt x="25721" y="492"/>
                    <a:pt x="25006" y="422"/>
                    <a:pt x="24298" y="422"/>
                  </a:cubicBezTo>
                  <a:cubicBezTo>
                    <a:pt x="23141" y="422"/>
                    <a:pt x="22001" y="607"/>
                    <a:pt x="20706" y="607"/>
                  </a:cubicBezTo>
                  <a:cubicBezTo>
                    <a:pt x="19621" y="607"/>
                    <a:pt x="18427" y="477"/>
                    <a:pt x="170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6"/>
            <p:cNvSpPr/>
            <p:nvPr/>
          </p:nvSpPr>
          <p:spPr>
            <a:xfrm>
              <a:off x="2053022" y="2400797"/>
              <a:ext cx="384615" cy="318925"/>
            </a:xfrm>
            <a:custGeom>
              <a:avLst/>
              <a:gdLst/>
              <a:ahLst/>
              <a:cxnLst/>
              <a:rect l="l" t="t" r="r" b="b"/>
              <a:pathLst>
                <a:path w="9450" h="7836" extrusionOk="0">
                  <a:moveTo>
                    <a:pt x="587" y="1"/>
                  </a:moveTo>
                  <a:lnTo>
                    <a:pt x="587" y="1"/>
                  </a:lnTo>
                  <a:cubicBezTo>
                    <a:pt x="599" y="1477"/>
                    <a:pt x="492" y="4513"/>
                    <a:pt x="182" y="6370"/>
                  </a:cubicBezTo>
                  <a:cubicBezTo>
                    <a:pt x="0" y="7389"/>
                    <a:pt x="2797" y="7835"/>
                    <a:pt x="5353" y="7835"/>
                  </a:cubicBezTo>
                  <a:cubicBezTo>
                    <a:pt x="7485" y="7835"/>
                    <a:pt x="9449" y="7525"/>
                    <a:pt x="9374" y="6978"/>
                  </a:cubicBezTo>
                  <a:cubicBezTo>
                    <a:pt x="9255" y="6644"/>
                    <a:pt x="8909" y="2549"/>
                    <a:pt x="9016" y="382"/>
                  </a:cubicBez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6"/>
            <p:cNvSpPr/>
            <p:nvPr/>
          </p:nvSpPr>
          <p:spPr>
            <a:xfrm>
              <a:off x="2076873" y="2363963"/>
              <a:ext cx="343142" cy="217135"/>
            </a:xfrm>
            <a:custGeom>
              <a:avLst/>
              <a:gdLst/>
              <a:ahLst/>
              <a:cxnLst/>
              <a:rect l="l" t="t" r="r" b="b"/>
              <a:pathLst>
                <a:path w="8431" h="5335" extrusionOk="0">
                  <a:moveTo>
                    <a:pt x="8430" y="1"/>
                  </a:moveTo>
                  <a:lnTo>
                    <a:pt x="1" y="906"/>
                  </a:lnTo>
                  <a:cubicBezTo>
                    <a:pt x="1" y="906"/>
                    <a:pt x="72" y="1441"/>
                    <a:pt x="13" y="2382"/>
                  </a:cubicBezTo>
                  <a:cubicBezTo>
                    <a:pt x="13" y="2382"/>
                    <a:pt x="2525" y="5335"/>
                    <a:pt x="4311" y="5335"/>
                  </a:cubicBezTo>
                  <a:cubicBezTo>
                    <a:pt x="6097" y="5335"/>
                    <a:pt x="8395" y="2596"/>
                    <a:pt x="8395" y="2596"/>
                  </a:cubicBezTo>
                  <a:cubicBezTo>
                    <a:pt x="8395" y="2596"/>
                    <a:pt x="8347" y="775"/>
                    <a:pt x="8430"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6"/>
            <p:cNvSpPr/>
            <p:nvPr/>
          </p:nvSpPr>
          <p:spPr>
            <a:xfrm>
              <a:off x="2493640" y="1956032"/>
              <a:ext cx="179528" cy="223443"/>
            </a:xfrm>
            <a:custGeom>
              <a:avLst/>
              <a:gdLst/>
              <a:ahLst/>
              <a:cxnLst/>
              <a:rect l="l" t="t" r="r" b="b"/>
              <a:pathLst>
                <a:path w="4411" h="5490" extrusionOk="0">
                  <a:moveTo>
                    <a:pt x="2769" y="0"/>
                  </a:moveTo>
                  <a:cubicBezTo>
                    <a:pt x="2657" y="0"/>
                    <a:pt x="2540" y="11"/>
                    <a:pt x="2417" y="34"/>
                  </a:cubicBezTo>
                  <a:cubicBezTo>
                    <a:pt x="1215" y="273"/>
                    <a:pt x="405" y="1035"/>
                    <a:pt x="203" y="2559"/>
                  </a:cubicBezTo>
                  <a:cubicBezTo>
                    <a:pt x="0" y="4094"/>
                    <a:pt x="762" y="4904"/>
                    <a:pt x="1691" y="5380"/>
                  </a:cubicBezTo>
                  <a:cubicBezTo>
                    <a:pt x="1833" y="5455"/>
                    <a:pt x="1976" y="5489"/>
                    <a:pt x="2117" y="5489"/>
                  </a:cubicBezTo>
                  <a:cubicBezTo>
                    <a:pt x="3105" y="5489"/>
                    <a:pt x="4040" y="3818"/>
                    <a:pt x="4227" y="2475"/>
                  </a:cubicBezTo>
                  <a:cubicBezTo>
                    <a:pt x="4411" y="1081"/>
                    <a:pt x="3868" y="0"/>
                    <a:pt x="2769"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6"/>
            <p:cNvSpPr/>
            <p:nvPr/>
          </p:nvSpPr>
          <p:spPr>
            <a:xfrm>
              <a:off x="2572150" y="1956113"/>
              <a:ext cx="78999" cy="49817"/>
            </a:xfrm>
            <a:custGeom>
              <a:avLst/>
              <a:gdLst/>
              <a:ahLst/>
              <a:cxnLst/>
              <a:rect l="l" t="t" r="r" b="b"/>
              <a:pathLst>
                <a:path w="1941" h="1224" extrusionOk="0">
                  <a:moveTo>
                    <a:pt x="820" y="0"/>
                  </a:moveTo>
                  <a:cubicBezTo>
                    <a:pt x="433" y="0"/>
                    <a:pt x="155" y="140"/>
                    <a:pt x="155" y="140"/>
                  </a:cubicBezTo>
                  <a:lnTo>
                    <a:pt x="0" y="1223"/>
                  </a:lnTo>
                  <a:cubicBezTo>
                    <a:pt x="222" y="536"/>
                    <a:pt x="784" y="318"/>
                    <a:pt x="1254" y="318"/>
                  </a:cubicBezTo>
                  <a:cubicBezTo>
                    <a:pt x="1565" y="318"/>
                    <a:pt x="1836" y="414"/>
                    <a:pt x="1941" y="533"/>
                  </a:cubicBezTo>
                  <a:cubicBezTo>
                    <a:pt x="1941" y="533"/>
                    <a:pt x="1715" y="116"/>
                    <a:pt x="1072" y="21"/>
                  </a:cubicBezTo>
                  <a:cubicBezTo>
                    <a:pt x="984" y="6"/>
                    <a:pt x="900" y="0"/>
                    <a:pt x="820"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852779" y="1956520"/>
              <a:ext cx="179080" cy="223443"/>
            </a:xfrm>
            <a:custGeom>
              <a:avLst/>
              <a:gdLst/>
              <a:ahLst/>
              <a:cxnLst/>
              <a:rect l="l" t="t" r="r" b="b"/>
              <a:pathLst>
                <a:path w="4400" h="5490" extrusionOk="0">
                  <a:moveTo>
                    <a:pt x="1625" y="0"/>
                  </a:moveTo>
                  <a:cubicBezTo>
                    <a:pt x="544" y="0"/>
                    <a:pt x="1" y="1081"/>
                    <a:pt x="185" y="2475"/>
                  </a:cubicBezTo>
                  <a:cubicBezTo>
                    <a:pt x="372" y="3818"/>
                    <a:pt x="1306" y="5489"/>
                    <a:pt x="2294" y="5489"/>
                  </a:cubicBezTo>
                  <a:cubicBezTo>
                    <a:pt x="2436" y="5489"/>
                    <a:pt x="2579" y="5455"/>
                    <a:pt x="2721" y="5380"/>
                  </a:cubicBezTo>
                  <a:cubicBezTo>
                    <a:pt x="3638" y="4904"/>
                    <a:pt x="4400" y="4094"/>
                    <a:pt x="4209" y="2570"/>
                  </a:cubicBezTo>
                  <a:cubicBezTo>
                    <a:pt x="3995" y="1034"/>
                    <a:pt x="3197" y="284"/>
                    <a:pt x="1971" y="34"/>
                  </a:cubicBezTo>
                  <a:cubicBezTo>
                    <a:pt x="1850" y="11"/>
                    <a:pt x="1735" y="0"/>
                    <a:pt x="1625"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6"/>
            <p:cNvSpPr/>
            <p:nvPr/>
          </p:nvSpPr>
          <p:spPr>
            <a:xfrm>
              <a:off x="1874798" y="1956764"/>
              <a:ext cx="79039" cy="49613"/>
            </a:xfrm>
            <a:custGeom>
              <a:avLst/>
              <a:gdLst/>
              <a:ahLst/>
              <a:cxnLst/>
              <a:rect l="l" t="t" r="r" b="b"/>
              <a:pathLst>
                <a:path w="1942" h="1219" extrusionOk="0">
                  <a:moveTo>
                    <a:pt x="1099" y="0"/>
                  </a:moveTo>
                  <a:cubicBezTo>
                    <a:pt x="1026" y="0"/>
                    <a:pt x="949" y="5"/>
                    <a:pt x="870" y="16"/>
                  </a:cubicBezTo>
                  <a:cubicBezTo>
                    <a:pt x="227" y="124"/>
                    <a:pt x="1" y="540"/>
                    <a:pt x="1" y="540"/>
                  </a:cubicBezTo>
                  <a:cubicBezTo>
                    <a:pt x="107" y="420"/>
                    <a:pt x="383" y="321"/>
                    <a:pt x="699" y="321"/>
                  </a:cubicBezTo>
                  <a:cubicBezTo>
                    <a:pt x="1167" y="321"/>
                    <a:pt x="1722" y="537"/>
                    <a:pt x="1942" y="1219"/>
                  </a:cubicBezTo>
                  <a:lnTo>
                    <a:pt x="1787" y="136"/>
                  </a:lnTo>
                  <a:cubicBezTo>
                    <a:pt x="1787" y="136"/>
                    <a:pt x="1491" y="0"/>
                    <a:pt x="1099"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6"/>
            <p:cNvSpPr/>
            <p:nvPr/>
          </p:nvSpPr>
          <p:spPr>
            <a:xfrm>
              <a:off x="1948953" y="1581881"/>
              <a:ext cx="628530" cy="659544"/>
            </a:xfrm>
            <a:custGeom>
              <a:avLst/>
              <a:gdLst/>
              <a:ahLst/>
              <a:cxnLst/>
              <a:rect l="l" t="t" r="r" b="b"/>
              <a:pathLst>
                <a:path w="15443" h="16205" extrusionOk="0">
                  <a:moveTo>
                    <a:pt x="7728" y="0"/>
                  </a:moveTo>
                  <a:cubicBezTo>
                    <a:pt x="3453" y="0"/>
                    <a:pt x="1" y="2750"/>
                    <a:pt x="1" y="8477"/>
                  </a:cubicBezTo>
                  <a:cubicBezTo>
                    <a:pt x="1" y="12752"/>
                    <a:pt x="3453" y="16204"/>
                    <a:pt x="7728" y="16204"/>
                  </a:cubicBezTo>
                  <a:cubicBezTo>
                    <a:pt x="11990" y="16204"/>
                    <a:pt x="15443" y="12752"/>
                    <a:pt x="15443" y="8477"/>
                  </a:cubicBezTo>
                  <a:cubicBezTo>
                    <a:pt x="15443" y="2870"/>
                    <a:pt x="11978" y="0"/>
                    <a:pt x="7728"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6"/>
            <p:cNvSpPr/>
            <p:nvPr/>
          </p:nvSpPr>
          <p:spPr>
            <a:xfrm>
              <a:off x="1947976" y="1926891"/>
              <a:ext cx="629507" cy="577777"/>
            </a:xfrm>
            <a:custGeom>
              <a:avLst/>
              <a:gdLst/>
              <a:ahLst/>
              <a:cxnLst/>
              <a:rect l="l" t="t" r="r" b="b"/>
              <a:pathLst>
                <a:path w="15467" h="14196" extrusionOk="0">
                  <a:moveTo>
                    <a:pt x="15467" y="0"/>
                  </a:moveTo>
                  <a:lnTo>
                    <a:pt x="1" y="24"/>
                  </a:lnTo>
                  <a:cubicBezTo>
                    <a:pt x="1" y="4156"/>
                    <a:pt x="1" y="7608"/>
                    <a:pt x="1584" y="9859"/>
                  </a:cubicBezTo>
                  <a:cubicBezTo>
                    <a:pt x="2489" y="11156"/>
                    <a:pt x="4775" y="13419"/>
                    <a:pt x="6537" y="14038"/>
                  </a:cubicBezTo>
                  <a:cubicBezTo>
                    <a:pt x="6813" y="14132"/>
                    <a:pt x="7390" y="14196"/>
                    <a:pt x="7901" y="14196"/>
                  </a:cubicBezTo>
                  <a:cubicBezTo>
                    <a:pt x="8228" y="14196"/>
                    <a:pt x="8528" y="14170"/>
                    <a:pt x="8704" y="14109"/>
                  </a:cubicBezTo>
                  <a:cubicBezTo>
                    <a:pt x="10490" y="13514"/>
                    <a:pt x="12943" y="11192"/>
                    <a:pt x="13895" y="9847"/>
                  </a:cubicBezTo>
                  <a:cubicBezTo>
                    <a:pt x="15467" y="7597"/>
                    <a:pt x="15467" y="4144"/>
                    <a:pt x="154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6"/>
            <p:cNvSpPr/>
            <p:nvPr/>
          </p:nvSpPr>
          <p:spPr>
            <a:xfrm>
              <a:off x="2346794" y="2016511"/>
              <a:ext cx="137647" cy="28287"/>
            </a:xfrm>
            <a:custGeom>
              <a:avLst/>
              <a:gdLst/>
              <a:ahLst/>
              <a:cxnLst/>
              <a:rect l="l" t="t" r="r" b="b"/>
              <a:pathLst>
                <a:path w="3382" h="695" extrusionOk="0">
                  <a:moveTo>
                    <a:pt x="2477" y="1"/>
                  </a:moveTo>
                  <a:cubicBezTo>
                    <a:pt x="2191" y="25"/>
                    <a:pt x="1918" y="37"/>
                    <a:pt x="1656" y="84"/>
                  </a:cubicBezTo>
                  <a:cubicBezTo>
                    <a:pt x="1382" y="120"/>
                    <a:pt x="1120" y="168"/>
                    <a:pt x="846" y="239"/>
                  </a:cubicBezTo>
                  <a:cubicBezTo>
                    <a:pt x="584" y="322"/>
                    <a:pt x="334" y="406"/>
                    <a:pt x="72" y="513"/>
                  </a:cubicBezTo>
                  <a:cubicBezTo>
                    <a:pt x="36" y="537"/>
                    <a:pt x="1" y="584"/>
                    <a:pt x="36" y="620"/>
                  </a:cubicBezTo>
                  <a:cubicBezTo>
                    <a:pt x="46" y="670"/>
                    <a:pt x="89" y="695"/>
                    <a:pt x="138" y="695"/>
                  </a:cubicBezTo>
                  <a:cubicBezTo>
                    <a:pt x="147" y="695"/>
                    <a:pt x="157" y="694"/>
                    <a:pt x="167" y="692"/>
                  </a:cubicBezTo>
                  <a:cubicBezTo>
                    <a:pt x="405" y="620"/>
                    <a:pt x="667" y="549"/>
                    <a:pt x="929" y="501"/>
                  </a:cubicBezTo>
                  <a:cubicBezTo>
                    <a:pt x="1179" y="453"/>
                    <a:pt x="1441" y="394"/>
                    <a:pt x="1703" y="358"/>
                  </a:cubicBezTo>
                  <a:cubicBezTo>
                    <a:pt x="1965" y="334"/>
                    <a:pt x="2215" y="299"/>
                    <a:pt x="2489" y="287"/>
                  </a:cubicBezTo>
                  <a:cubicBezTo>
                    <a:pt x="2751" y="263"/>
                    <a:pt x="3013" y="263"/>
                    <a:pt x="3275" y="263"/>
                  </a:cubicBezTo>
                  <a:cubicBezTo>
                    <a:pt x="3334" y="263"/>
                    <a:pt x="3382" y="215"/>
                    <a:pt x="3382" y="168"/>
                  </a:cubicBezTo>
                  <a:cubicBezTo>
                    <a:pt x="3382" y="108"/>
                    <a:pt x="3346" y="61"/>
                    <a:pt x="3287" y="49"/>
                  </a:cubicBezTo>
                  <a:cubicBezTo>
                    <a:pt x="3025" y="25"/>
                    <a:pt x="2739" y="1"/>
                    <a:pt x="2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6"/>
            <p:cNvSpPr/>
            <p:nvPr/>
          </p:nvSpPr>
          <p:spPr>
            <a:xfrm>
              <a:off x="2023596" y="2020541"/>
              <a:ext cx="137159" cy="19780"/>
            </a:xfrm>
            <a:custGeom>
              <a:avLst/>
              <a:gdLst/>
              <a:ahLst/>
              <a:cxnLst/>
              <a:rect l="l" t="t" r="r" b="b"/>
              <a:pathLst>
                <a:path w="3370" h="486" extrusionOk="0">
                  <a:moveTo>
                    <a:pt x="1280" y="0"/>
                  </a:moveTo>
                  <a:cubicBezTo>
                    <a:pt x="1143" y="0"/>
                    <a:pt x="1006" y="3"/>
                    <a:pt x="869" y="9"/>
                  </a:cubicBezTo>
                  <a:cubicBezTo>
                    <a:pt x="607" y="21"/>
                    <a:pt x="334" y="69"/>
                    <a:pt x="72" y="128"/>
                  </a:cubicBezTo>
                  <a:cubicBezTo>
                    <a:pt x="24" y="128"/>
                    <a:pt x="0" y="188"/>
                    <a:pt x="0" y="235"/>
                  </a:cubicBezTo>
                  <a:cubicBezTo>
                    <a:pt x="0" y="283"/>
                    <a:pt x="36" y="319"/>
                    <a:pt x="95" y="319"/>
                  </a:cubicBezTo>
                  <a:cubicBezTo>
                    <a:pt x="369" y="307"/>
                    <a:pt x="619" y="283"/>
                    <a:pt x="893" y="283"/>
                  </a:cubicBezTo>
                  <a:cubicBezTo>
                    <a:pt x="1155" y="283"/>
                    <a:pt x="1405" y="283"/>
                    <a:pt x="1679" y="295"/>
                  </a:cubicBezTo>
                  <a:cubicBezTo>
                    <a:pt x="1941" y="307"/>
                    <a:pt x="2203" y="343"/>
                    <a:pt x="2465" y="366"/>
                  </a:cubicBezTo>
                  <a:cubicBezTo>
                    <a:pt x="2715" y="402"/>
                    <a:pt x="2989" y="438"/>
                    <a:pt x="3239" y="485"/>
                  </a:cubicBezTo>
                  <a:cubicBezTo>
                    <a:pt x="3298" y="485"/>
                    <a:pt x="3358" y="462"/>
                    <a:pt x="3346" y="426"/>
                  </a:cubicBezTo>
                  <a:cubicBezTo>
                    <a:pt x="3370" y="366"/>
                    <a:pt x="3346" y="307"/>
                    <a:pt x="3286" y="295"/>
                  </a:cubicBezTo>
                  <a:cubicBezTo>
                    <a:pt x="3024" y="200"/>
                    <a:pt x="2762" y="140"/>
                    <a:pt x="2489" y="104"/>
                  </a:cubicBezTo>
                  <a:cubicBezTo>
                    <a:pt x="2227" y="57"/>
                    <a:pt x="1965" y="21"/>
                    <a:pt x="1691" y="9"/>
                  </a:cubicBezTo>
                  <a:cubicBezTo>
                    <a:pt x="1554" y="3"/>
                    <a:pt x="1417" y="0"/>
                    <a:pt x="12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6"/>
            <p:cNvSpPr/>
            <p:nvPr/>
          </p:nvSpPr>
          <p:spPr>
            <a:xfrm>
              <a:off x="2191728" y="2273977"/>
              <a:ext cx="142979" cy="31909"/>
            </a:xfrm>
            <a:custGeom>
              <a:avLst/>
              <a:gdLst/>
              <a:ahLst/>
              <a:cxnLst/>
              <a:rect l="l" t="t" r="r" b="b"/>
              <a:pathLst>
                <a:path w="3513" h="784" extrusionOk="0">
                  <a:moveTo>
                    <a:pt x="1818" y="0"/>
                  </a:moveTo>
                  <a:cubicBezTo>
                    <a:pt x="1245" y="0"/>
                    <a:pt x="655" y="66"/>
                    <a:pt x="405" y="188"/>
                  </a:cubicBezTo>
                  <a:cubicBezTo>
                    <a:pt x="1" y="402"/>
                    <a:pt x="1298" y="783"/>
                    <a:pt x="1739" y="783"/>
                  </a:cubicBezTo>
                  <a:cubicBezTo>
                    <a:pt x="2203" y="783"/>
                    <a:pt x="3513" y="438"/>
                    <a:pt x="3096" y="188"/>
                  </a:cubicBezTo>
                  <a:cubicBezTo>
                    <a:pt x="2893" y="60"/>
                    <a:pt x="2363" y="0"/>
                    <a:pt x="1818"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6"/>
            <p:cNvSpPr/>
            <p:nvPr/>
          </p:nvSpPr>
          <p:spPr>
            <a:xfrm>
              <a:off x="2206258" y="2424565"/>
              <a:ext cx="115385" cy="10216"/>
            </a:xfrm>
            <a:custGeom>
              <a:avLst/>
              <a:gdLst/>
              <a:ahLst/>
              <a:cxnLst/>
              <a:rect l="l" t="t" r="r" b="b"/>
              <a:pathLst>
                <a:path w="2835" h="251" extrusionOk="0">
                  <a:moveTo>
                    <a:pt x="1382" y="0"/>
                  </a:moveTo>
                  <a:cubicBezTo>
                    <a:pt x="1013" y="0"/>
                    <a:pt x="1" y="131"/>
                    <a:pt x="346" y="238"/>
                  </a:cubicBezTo>
                  <a:cubicBezTo>
                    <a:pt x="346" y="238"/>
                    <a:pt x="906" y="155"/>
                    <a:pt x="1370" y="155"/>
                  </a:cubicBezTo>
                  <a:cubicBezTo>
                    <a:pt x="1834" y="155"/>
                    <a:pt x="2501" y="250"/>
                    <a:pt x="2501" y="250"/>
                  </a:cubicBezTo>
                  <a:cubicBezTo>
                    <a:pt x="2835" y="155"/>
                    <a:pt x="1775" y="12"/>
                    <a:pt x="1382"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6"/>
            <p:cNvSpPr/>
            <p:nvPr/>
          </p:nvSpPr>
          <p:spPr>
            <a:xfrm>
              <a:off x="2151028" y="2349067"/>
              <a:ext cx="225844" cy="30077"/>
            </a:xfrm>
            <a:custGeom>
              <a:avLst/>
              <a:gdLst/>
              <a:ahLst/>
              <a:cxnLst/>
              <a:rect l="l" t="t" r="r" b="b"/>
              <a:pathLst>
                <a:path w="5549" h="739" extrusionOk="0">
                  <a:moveTo>
                    <a:pt x="2311" y="1"/>
                  </a:moveTo>
                  <a:cubicBezTo>
                    <a:pt x="1737" y="1"/>
                    <a:pt x="1046" y="324"/>
                    <a:pt x="490" y="324"/>
                  </a:cubicBezTo>
                  <a:cubicBezTo>
                    <a:pt x="310" y="324"/>
                    <a:pt x="144" y="290"/>
                    <a:pt x="1" y="200"/>
                  </a:cubicBezTo>
                  <a:lnTo>
                    <a:pt x="1" y="200"/>
                  </a:lnTo>
                  <a:cubicBezTo>
                    <a:pt x="282" y="526"/>
                    <a:pt x="1696" y="739"/>
                    <a:pt x="3033" y="739"/>
                  </a:cubicBezTo>
                  <a:cubicBezTo>
                    <a:pt x="4187" y="739"/>
                    <a:pt x="5284" y="581"/>
                    <a:pt x="5549" y="200"/>
                  </a:cubicBezTo>
                  <a:lnTo>
                    <a:pt x="5549" y="200"/>
                  </a:lnTo>
                  <a:cubicBezTo>
                    <a:pt x="5406" y="290"/>
                    <a:pt x="5240" y="324"/>
                    <a:pt x="5061" y="324"/>
                  </a:cubicBezTo>
                  <a:cubicBezTo>
                    <a:pt x="4507" y="324"/>
                    <a:pt x="3822" y="1"/>
                    <a:pt x="3249" y="1"/>
                  </a:cubicBezTo>
                  <a:cubicBezTo>
                    <a:pt x="3097" y="1"/>
                    <a:pt x="2954" y="23"/>
                    <a:pt x="2822" y="81"/>
                  </a:cubicBezTo>
                  <a:lnTo>
                    <a:pt x="2739" y="81"/>
                  </a:lnTo>
                  <a:cubicBezTo>
                    <a:pt x="2608" y="23"/>
                    <a:pt x="2463" y="1"/>
                    <a:pt x="2311" y="1"/>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6"/>
            <p:cNvSpPr/>
            <p:nvPr/>
          </p:nvSpPr>
          <p:spPr>
            <a:xfrm>
              <a:off x="2164093" y="2364940"/>
              <a:ext cx="202116" cy="38258"/>
            </a:xfrm>
            <a:custGeom>
              <a:avLst/>
              <a:gdLst/>
              <a:ahLst/>
              <a:cxnLst/>
              <a:rect l="l" t="t" r="r" b="b"/>
              <a:pathLst>
                <a:path w="4966" h="940" extrusionOk="0">
                  <a:moveTo>
                    <a:pt x="1" y="1"/>
                  </a:moveTo>
                  <a:cubicBezTo>
                    <a:pt x="332" y="259"/>
                    <a:pt x="1409" y="931"/>
                    <a:pt x="2147" y="931"/>
                  </a:cubicBezTo>
                  <a:cubicBezTo>
                    <a:pt x="2258" y="931"/>
                    <a:pt x="2362" y="916"/>
                    <a:pt x="2454" y="882"/>
                  </a:cubicBezTo>
                  <a:cubicBezTo>
                    <a:pt x="2584" y="922"/>
                    <a:pt x="2712" y="939"/>
                    <a:pt x="2838" y="939"/>
                  </a:cubicBezTo>
                  <a:cubicBezTo>
                    <a:pt x="3651" y="939"/>
                    <a:pt x="4389" y="211"/>
                    <a:pt x="4966" y="36"/>
                  </a:cubicBezTo>
                  <a:lnTo>
                    <a:pt x="4966" y="36"/>
                  </a:lnTo>
                  <a:lnTo>
                    <a:pt x="2454" y="298"/>
                  </a:lnTo>
                  <a:lnTo>
                    <a:pt x="1" y="1"/>
                  </a:ln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6"/>
            <p:cNvSpPr/>
            <p:nvPr/>
          </p:nvSpPr>
          <p:spPr>
            <a:xfrm>
              <a:off x="2202880" y="2371737"/>
              <a:ext cx="114408" cy="12658"/>
            </a:xfrm>
            <a:custGeom>
              <a:avLst/>
              <a:gdLst/>
              <a:ahLst/>
              <a:cxnLst/>
              <a:rect l="l" t="t" r="r" b="b"/>
              <a:pathLst>
                <a:path w="2811" h="311" extrusionOk="0">
                  <a:moveTo>
                    <a:pt x="2810" y="0"/>
                  </a:moveTo>
                  <a:lnTo>
                    <a:pt x="2810" y="0"/>
                  </a:lnTo>
                  <a:cubicBezTo>
                    <a:pt x="2632" y="84"/>
                    <a:pt x="2370" y="131"/>
                    <a:pt x="2096" y="167"/>
                  </a:cubicBezTo>
                  <a:cubicBezTo>
                    <a:pt x="1917" y="179"/>
                    <a:pt x="1715" y="262"/>
                    <a:pt x="1524" y="262"/>
                  </a:cubicBezTo>
                  <a:cubicBezTo>
                    <a:pt x="1322" y="262"/>
                    <a:pt x="1096" y="167"/>
                    <a:pt x="893" y="143"/>
                  </a:cubicBezTo>
                  <a:cubicBezTo>
                    <a:pt x="560" y="119"/>
                    <a:pt x="251" y="72"/>
                    <a:pt x="0" y="12"/>
                  </a:cubicBezTo>
                  <a:lnTo>
                    <a:pt x="0" y="12"/>
                  </a:lnTo>
                  <a:cubicBezTo>
                    <a:pt x="1" y="12"/>
                    <a:pt x="746" y="310"/>
                    <a:pt x="1482" y="310"/>
                  </a:cubicBezTo>
                  <a:cubicBezTo>
                    <a:pt x="1496" y="310"/>
                    <a:pt x="1510" y="310"/>
                    <a:pt x="1524" y="310"/>
                  </a:cubicBezTo>
                  <a:cubicBezTo>
                    <a:pt x="2274" y="310"/>
                    <a:pt x="2810" y="0"/>
                    <a:pt x="2810"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6"/>
            <p:cNvSpPr/>
            <p:nvPr/>
          </p:nvSpPr>
          <p:spPr>
            <a:xfrm>
              <a:off x="2625914" y="3196473"/>
              <a:ext cx="88238" cy="491900"/>
            </a:xfrm>
            <a:custGeom>
              <a:avLst/>
              <a:gdLst/>
              <a:ahLst/>
              <a:cxnLst/>
              <a:rect l="l" t="t" r="r" b="b"/>
              <a:pathLst>
                <a:path w="2168" h="12086" extrusionOk="0">
                  <a:moveTo>
                    <a:pt x="1" y="1"/>
                  </a:moveTo>
                  <a:lnTo>
                    <a:pt x="453" y="7013"/>
                  </a:lnTo>
                  <a:lnTo>
                    <a:pt x="1072" y="7299"/>
                  </a:lnTo>
                  <a:lnTo>
                    <a:pt x="1370" y="12085"/>
                  </a:lnTo>
                  <a:lnTo>
                    <a:pt x="1644" y="6406"/>
                  </a:lnTo>
                  <a:lnTo>
                    <a:pt x="2168" y="6299"/>
                  </a:lnTo>
                  <a:lnTo>
                    <a:pt x="2168" y="6299"/>
                  </a:lnTo>
                  <a:lnTo>
                    <a:pt x="1191" y="6478"/>
                  </a:lnTo>
                  <a:lnTo>
                    <a:pt x="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6"/>
            <p:cNvSpPr/>
            <p:nvPr/>
          </p:nvSpPr>
          <p:spPr>
            <a:xfrm>
              <a:off x="1769181" y="3196473"/>
              <a:ext cx="114408" cy="573300"/>
            </a:xfrm>
            <a:custGeom>
              <a:avLst/>
              <a:gdLst/>
              <a:ahLst/>
              <a:cxnLst/>
              <a:rect l="l" t="t" r="r" b="b"/>
              <a:pathLst>
                <a:path w="2811" h="14086" extrusionOk="0">
                  <a:moveTo>
                    <a:pt x="386" y="6230"/>
                  </a:moveTo>
                  <a:cubicBezTo>
                    <a:pt x="376" y="6230"/>
                    <a:pt x="369" y="6240"/>
                    <a:pt x="369" y="6240"/>
                  </a:cubicBezTo>
                  <a:lnTo>
                    <a:pt x="410" y="6247"/>
                  </a:lnTo>
                  <a:lnTo>
                    <a:pt x="410" y="6247"/>
                  </a:lnTo>
                  <a:cubicBezTo>
                    <a:pt x="401" y="6234"/>
                    <a:pt x="393" y="6230"/>
                    <a:pt x="386" y="6230"/>
                  </a:cubicBezTo>
                  <a:close/>
                  <a:moveTo>
                    <a:pt x="2810" y="1"/>
                  </a:moveTo>
                  <a:lnTo>
                    <a:pt x="1620" y="6478"/>
                  </a:lnTo>
                  <a:lnTo>
                    <a:pt x="410" y="6247"/>
                  </a:lnTo>
                  <a:lnTo>
                    <a:pt x="410" y="6247"/>
                  </a:lnTo>
                  <a:cubicBezTo>
                    <a:pt x="447" y="6299"/>
                    <a:pt x="498" y="6496"/>
                    <a:pt x="512" y="7168"/>
                  </a:cubicBezTo>
                  <a:cubicBezTo>
                    <a:pt x="608" y="9847"/>
                    <a:pt x="0" y="14086"/>
                    <a:pt x="0" y="14086"/>
                  </a:cubicBezTo>
                  <a:lnTo>
                    <a:pt x="1131" y="7299"/>
                  </a:lnTo>
                  <a:lnTo>
                    <a:pt x="2155" y="7299"/>
                  </a:lnTo>
                  <a:lnTo>
                    <a:pt x="281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6"/>
            <p:cNvSpPr/>
            <p:nvPr/>
          </p:nvSpPr>
          <p:spPr>
            <a:xfrm>
              <a:off x="2563888" y="2040768"/>
              <a:ext cx="37851" cy="96947"/>
            </a:xfrm>
            <a:custGeom>
              <a:avLst/>
              <a:gdLst/>
              <a:ahLst/>
              <a:cxnLst/>
              <a:rect l="l" t="t" r="r" b="b"/>
              <a:pathLst>
                <a:path w="930" h="2382" extrusionOk="0">
                  <a:moveTo>
                    <a:pt x="274" y="0"/>
                  </a:moveTo>
                  <a:lnTo>
                    <a:pt x="1" y="2382"/>
                  </a:lnTo>
                  <a:cubicBezTo>
                    <a:pt x="1" y="2382"/>
                    <a:pt x="870" y="1655"/>
                    <a:pt x="906" y="1286"/>
                  </a:cubicBezTo>
                  <a:cubicBezTo>
                    <a:pt x="929" y="917"/>
                    <a:pt x="274" y="0"/>
                    <a:pt x="274"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6"/>
            <p:cNvSpPr/>
            <p:nvPr/>
          </p:nvSpPr>
          <p:spPr>
            <a:xfrm>
              <a:off x="1301539" y="4483026"/>
              <a:ext cx="1885590" cy="50427"/>
            </a:xfrm>
            <a:custGeom>
              <a:avLst/>
              <a:gdLst/>
              <a:ahLst/>
              <a:cxnLst/>
              <a:rect l="l" t="t" r="r" b="b"/>
              <a:pathLst>
                <a:path w="46329" h="1239" extrusionOk="0">
                  <a:moveTo>
                    <a:pt x="144" y="1"/>
                  </a:moveTo>
                  <a:cubicBezTo>
                    <a:pt x="72" y="1"/>
                    <a:pt x="1" y="84"/>
                    <a:pt x="1" y="155"/>
                  </a:cubicBezTo>
                  <a:lnTo>
                    <a:pt x="1" y="1096"/>
                  </a:lnTo>
                  <a:cubicBezTo>
                    <a:pt x="1" y="1167"/>
                    <a:pt x="72" y="1239"/>
                    <a:pt x="144" y="1239"/>
                  </a:cubicBezTo>
                  <a:lnTo>
                    <a:pt x="46173" y="1239"/>
                  </a:lnTo>
                  <a:cubicBezTo>
                    <a:pt x="46257" y="1239"/>
                    <a:pt x="46328" y="1167"/>
                    <a:pt x="46328" y="1096"/>
                  </a:cubicBezTo>
                  <a:lnTo>
                    <a:pt x="46328" y="155"/>
                  </a:lnTo>
                  <a:cubicBezTo>
                    <a:pt x="46328" y="84"/>
                    <a:pt x="46257" y="1"/>
                    <a:pt x="461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6"/>
            <p:cNvSpPr/>
            <p:nvPr/>
          </p:nvSpPr>
          <p:spPr>
            <a:xfrm>
              <a:off x="2077361" y="2112969"/>
              <a:ext cx="72731" cy="100814"/>
            </a:xfrm>
            <a:custGeom>
              <a:avLst/>
              <a:gdLst/>
              <a:ahLst/>
              <a:cxnLst/>
              <a:rect l="l" t="t" r="r" b="b"/>
              <a:pathLst>
                <a:path w="1787" h="2477" extrusionOk="0">
                  <a:moveTo>
                    <a:pt x="894" y="0"/>
                  </a:moveTo>
                  <a:cubicBezTo>
                    <a:pt x="406" y="0"/>
                    <a:pt x="1" y="548"/>
                    <a:pt x="1" y="1239"/>
                  </a:cubicBezTo>
                  <a:cubicBezTo>
                    <a:pt x="1" y="1917"/>
                    <a:pt x="406" y="2477"/>
                    <a:pt x="894" y="2477"/>
                  </a:cubicBezTo>
                  <a:cubicBezTo>
                    <a:pt x="1382" y="2477"/>
                    <a:pt x="1787" y="1917"/>
                    <a:pt x="1787" y="1239"/>
                  </a:cubicBezTo>
                  <a:cubicBezTo>
                    <a:pt x="1787" y="572"/>
                    <a:pt x="1382" y="12"/>
                    <a:pt x="8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6"/>
            <p:cNvSpPr/>
            <p:nvPr/>
          </p:nvSpPr>
          <p:spPr>
            <a:xfrm>
              <a:off x="2366168" y="2112969"/>
              <a:ext cx="72731" cy="100814"/>
            </a:xfrm>
            <a:custGeom>
              <a:avLst/>
              <a:gdLst/>
              <a:ahLst/>
              <a:cxnLst/>
              <a:rect l="l" t="t" r="r" b="b"/>
              <a:pathLst>
                <a:path w="1787" h="2477" extrusionOk="0">
                  <a:moveTo>
                    <a:pt x="894" y="0"/>
                  </a:moveTo>
                  <a:cubicBezTo>
                    <a:pt x="406" y="0"/>
                    <a:pt x="1" y="548"/>
                    <a:pt x="1" y="1239"/>
                  </a:cubicBezTo>
                  <a:cubicBezTo>
                    <a:pt x="1" y="1917"/>
                    <a:pt x="406" y="2477"/>
                    <a:pt x="894" y="2477"/>
                  </a:cubicBezTo>
                  <a:cubicBezTo>
                    <a:pt x="1382" y="2477"/>
                    <a:pt x="1787" y="1917"/>
                    <a:pt x="1787" y="1239"/>
                  </a:cubicBezTo>
                  <a:cubicBezTo>
                    <a:pt x="1787" y="572"/>
                    <a:pt x="1382" y="12"/>
                    <a:pt x="8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6"/>
            <p:cNvSpPr/>
            <p:nvPr/>
          </p:nvSpPr>
          <p:spPr>
            <a:xfrm>
              <a:off x="1929742" y="2140726"/>
              <a:ext cx="654537" cy="389499"/>
            </a:xfrm>
            <a:custGeom>
              <a:avLst/>
              <a:gdLst/>
              <a:ahLst/>
              <a:cxnLst/>
              <a:rect l="l" t="t" r="r" b="b"/>
              <a:pathLst>
                <a:path w="16082" h="9570" extrusionOk="0">
                  <a:moveTo>
                    <a:pt x="65" y="1"/>
                  </a:moveTo>
                  <a:cubicBezTo>
                    <a:pt x="0" y="1"/>
                    <a:pt x="89" y="603"/>
                    <a:pt x="615" y="2759"/>
                  </a:cubicBezTo>
                  <a:cubicBezTo>
                    <a:pt x="1782" y="7605"/>
                    <a:pt x="7259" y="9570"/>
                    <a:pt x="8224" y="9570"/>
                  </a:cubicBezTo>
                  <a:cubicBezTo>
                    <a:pt x="9188" y="9570"/>
                    <a:pt x="10462" y="8724"/>
                    <a:pt x="13141" y="6557"/>
                  </a:cubicBezTo>
                  <a:cubicBezTo>
                    <a:pt x="15820" y="4379"/>
                    <a:pt x="16082" y="735"/>
                    <a:pt x="16082" y="735"/>
                  </a:cubicBezTo>
                  <a:lnTo>
                    <a:pt x="16082" y="735"/>
                  </a:lnTo>
                  <a:cubicBezTo>
                    <a:pt x="15394" y="1695"/>
                    <a:pt x="13549" y="3294"/>
                    <a:pt x="11894" y="3294"/>
                  </a:cubicBezTo>
                  <a:cubicBezTo>
                    <a:pt x="11372" y="3294"/>
                    <a:pt x="10869" y="3135"/>
                    <a:pt x="10426" y="2747"/>
                  </a:cubicBezTo>
                  <a:cubicBezTo>
                    <a:pt x="9496" y="1926"/>
                    <a:pt x="9035" y="1527"/>
                    <a:pt x="8522" y="1527"/>
                  </a:cubicBezTo>
                  <a:cubicBezTo>
                    <a:pt x="8016" y="1527"/>
                    <a:pt x="7459" y="1914"/>
                    <a:pt x="6354" y="2664"/>
                  </a:cubicBezTo>
                  <a:cubicBezTo>
                    <a:pt x="5759" y="3071"/>
                    <a:pt x="5130" y="3239"/>
                    <a:pt x="4511" y="3239"/>
                  </a:cubicBezTo>
                  <a:cubicBezTo>
                    <a:pt x="2812" y="3239"/>
                    <a:pt x="1179" y="1982"/>
                    <a:pt x="473" y="961"/>
                  </a:cubicBezTo>
                  <a:cubicBezTo>
                    <a:pt x="473" y="961"/>
                    <a:pt x="146"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6"/>
            <p:cNvSpPr/>
            <p:nvPr/>
          </p:nvSpPr>
          <p:spPr>
            <a:xfrm>
              <a:off x="2004183" y="2745807"/>
              <a:ext cx="51404" cy="251567"/>
            </a:xfrm>
            <a:custGeom>
              <a:avLst/>
              <a:gdLst/>
              <a:ahLst/>
              <a:cxnLst/>
              <a:rect l="l" t="t" r="r" b="b"/>
              <a:pathLst>
                <a:path w="1263" h="6181" fill="none" extrusionOk="0">
                  <a:moveTo>
                    <a:pt x="1" y="1"/>
                  </a:moveTo>
                  <a:cubicBezTo>
                    <a:pt x="25" y="2025"/>
                    <a:pt x="775" y="4097"/>
                    <a:pt x="1263" y="6180"/>
                  </a:cubicBezTo>
                </a:path>
              </a:pathLst>
            </a:custGeom>
            <a:noFill/>
            <a:ln w="387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6"/>
            <p:cNvSpPr/>
            <p:nvPr/>
          </p:nvSpPr>
          <p:spPr>
            <a:xfrm>
              <a:off x="2428683" y="2748249"/>
              <a:ext cx="83394" cy="379446"/>
            </a:xfrm>
            <a:custGeom>
              <a:avLst/>
              <a:gdLst/>
              <a:ahLst/>
              <a:cxnLst/>
              <a:rect l="l" t="t" r="r" b="b"/>
              <a:pathLst>
                <a:path w="2049" h="9323" fill="none" extrusionOk="0">
                  <a:moveTo>
                    <a:pt x="2049" y="0"/>
                  </a:moveTo>
                  <a:cubicBezTo>
                    <a:pt x="1799" y="1489"/>
                    <a:pt x="775" y="2727"/>
                    <a:pt x="418" y="4251"/>
                  </a:cubicBezTo>
                  <a:cubicBezTo>
                    <a:pt x="1" y="6037"/>
                    <a:pt x="287" y="7561"/>
                    <a:pt x="656" y="9323"/>
                  </a:cubicBezTo>
                </a:path>
              </a:pathLst>
            </a:custGeom>
            <a:noFill/>
            <a:ln w="387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6"/>
            <p:cNvSpPr/>
            <p:nvPr/>
          </p:nvSpPr>
          <p:spPr>
            <a:xfrm>
              <a:off x="2445166" y="3074374"/>
              <a:ext cx="10704" cy="53317"/>
            </a:xfrm>
            <a:custGeom>
              <a:avLst/>
              <a:gdLst/>
              <a:ahLst/>
              <a:cxnLst/>
              <a:rect l="l" t="t" r="r" b="b"/>
              <a:pathLst>
                <a:path w="263" h="1310" fill="none" extrusionOk="0">
                  <a:moveTo>
                    <a:pt x="1" y="0"/>
                  </a:moveTo>
                  <a:lnTo>
                    <a:pt x="263" y="1310"/>
                  </a:lnTo>
                </a:path>
              </a:pathLst>
            </a:custGeom>
            <a:noFill/>
            <a:ln w="7450"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6"/>
            <p:cNvSpPr/>
            <p:nvPr/>
          </p:nvSpPr>
          <p:spPr>
            <a:xfrm>
              <a:off x="1893723" y="1701334"/>
              <a:ext cx="707040" cy="741188"/>
            </a:xfrm>
            <a:custGeom>
              <a:avLst/>
              <a:gdLst/>
              <a:ahLst/>
              <a:cxnLst/>
              <a:rect l="l" t="t" r="r" b="b"/>
              <a:pathLst>
                <a:path w="17372" h="18211" extrusionOk="0">
                  <a:moveTo>
                    <a:pt x="9314" y="1"/>
                  </a:moveTo>
                  <a:cubicBezTo>
                    <a:pt x="8798" y="1"/>
                    <a:pt x="524" y="4459"/>
                    <a:pt x="524" y="4459"/>
                  </a:cubicBezTo>
                  <a:cubicBezTo>
                    <a:pt x="524" y="4459"/>
                    <a:pt x="0" y="11793"/>
                    <a:pt x="96" y="12662"/>
                  </a:cubicBezTo>
                  <a:cubicBezTo>
                    <a:pt x="179" y="13520"/>
                    <a:pt x="941" y="15936"/>
                    <a:pt x="941" y="15936"/>
                  </a:cubicBezTo>
                  <a:lnTo>
                    <a:pt x="4287" y="17949"/>
                  </a:lnTo>
                  <a:cubicBezTo>
                    <a:pt x="3441" y="15603"/>
                    <a:pt x="2441" y="7376"/>
                    <a:pt x="6144" y="6102"/>
                  </a:cubicBezTo>
                  <a:cubicBezTo>
                    <a:pt x="7364" y="5677"/>
                    <a:pt x="8416" y="5507"/>
                    <a:pt x="9321" y="5507"/>
                  </a:cubicBezTo>
                  <a:cubicBezTo>
                    <a:pt x="11179" y="5507"/>
                    <a:pt x="12415" y="6223"/>
                    <a:pt x="13216" y="6912"/>
                  </a:cubicBezTo>
                  <a:cubicBezTo>
                    <a:pt x="14395" y="7924"/>
                    <a:pt x="13883" y="15817"/>
                    <a:pt x="12919" y="18211"/>
                  </a:cubicBezTo>
                  <a:lnTo>
                    <a:pt x="16955" y="15044"/>
                  </a:lnTo>
                  <a:lnTo>
                    <a:pt x="17372" y="3887"/>
                  </a:lnTo>
                  <a:cubicBezTo>
                    <a:pt x="17372" y="3887"/>
                    <a:pt x="9537" y="185"/>
                    <a:pt x="9335" y="6"/>
                  </a:cubicBezTo>
                  <a:cubicBezTo>
                    <a:pt x="9331" y="3"/>
                    <a:pt x="9324" y="1"/>
                    <a:pt x="931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6"/>
            <p:cNvSpPr/>
            <p:nvPr/>
          </p:nvSpPr>
          <p:spPr>
            <a:xfrm>
              <a:off x="1790996" y="1390959"/>
              <a:ext cx="944973" cy="1381073"/>
            </a:xfrm>
            <a:custGeom>
              <a:avLst/>
              <a:gdLst/>
              <a:ahLst/>
              <a:cxnLst/>
              <a:rect l="l" t="t" r="r" b="b"/>
              <a:pathLst>
                <a:path w="23218" h="33933" extrusionOk="0">
                  <a:moveTo>
                    <a:pt x="11514" y="0"/>
                  </a:moveTo>
                  <a:cubicBezTo>
                    <a:pt x="10180" y="0"/>
                    <a:pt x="1608" y="5453"/>
                    <a:pt x="786" y="12252"/>
                  </a:cubicBezTo>
                  <a:cubicBezTo>
                    <a:pt x="0" y="19050"/>
                    <a:pt x="1786" y="27492"/>
                    <a:pt x="4763" y="33933"/>
                  </a:cubicBezTo>
                  <a:lnTo>
                    <a:pt x="5775" y="33933"/>
                  </a:lnTo>
                  <a:cubicBezTo>
                    <a:pt x="5775" y="33933"/>
                    <a:pt x="4024" y="21324"/>
                    <a:pt x="4477" y="16240"/>
                  </a:cubicBezTo>
                  <a:cubicBezTo>
                    <a:pt x="4882" y="11525"/>
                    <a:pt x="9085" y="10704"/>
                    <a:pt x="11871" y="10704"/>
                  </a:cubicBezTo>
                  <a:cubicBezTo>
                    <a:pt x="14657" y="10704"/>
                    <a:pt x="17764" y="11525"/>
                    <a:pt x="18312" y="15538"/>
                  </a:cubicBezTo>
                  <a:cubicBezTo>
                    <a:pt x="18883" y="19741"/>
                    <a:pt x="16943" y="33576"/>
                    <a:pt x="16943" y="33576"/>
                  </a:cubicBezTo>
                  <a:lnTo>
                    <a:pt x="18967" y="33933"/>
                  </a:lnTo>
                  <a:cubicBezTo>
                    <a:pt x="21277" y="27396"/>
                    <a:pt x="23217" y="17752"/>
                    <a:pt x="22205" y="12156"/>
                  </a:cubicBezTo>
                  <a:cubicBezTo>
                    <a:pt x="21134" y="6263"/>
                    <a:pt x="12859" y="0"/>
                    <a:pt x="115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6"/>
            <p:cNvSpPr/>
            <p:nvPr/>
          </p:nvSpPr>
          <p:spPr>
            <a:xfrm>
              <a:off x="1301539" y="3226997"/>
              <a:ext cx="1885590" cy="1256083"/>
            </a:xfrm>
            <a:custGeom>
              <a:avLst/>
              <a:gdLst/>
              <a:ahLst/>
              <a:cxnLst/>
              <a:rect l="l" t="t" r="r" b="b"/>
              <a:pathLst>
                <a:path w="46329" h="30862" extrusionOk="0">
                  <a:moveTo>
                    <a:pt x="441" y="1"/>
                  </a:moveTo>
                  <a:cubicBezTo>
                    <a:pt x="203" y="1"/>
                    <a:pt x="1" y="191"/>
                    <a:pt x="1" y="441"/>
                  </a:cubicBezTo>
                  <a:lnTo>
                    <a:pt x="1" y="30421"/>
                  </a:lnTo>
                  <a:cubicBezTo>
                    <a:pt x="1" y="30671"/>
                    <a:pt x="203" y="30862"/>
                    <a:pt x="441" y="30862"/>
                  </a:cubicBezTo>
                  <a:lnTo>
                    <a:pt x="45876" y="30862"/>
                  </a:lnTo>
                  <a:cubicBezTo>
                    <a:pt x="46138" y="30862"/>
                    <a:pt x="46328" y="30671"/>
                    <a:pt x="46328" y="30421"/>
                  </a:cubicBezTo>
                  <a:lnTo>
                    <a:pt x="46328" y="441"/>
                  </a:lnTo>
                  <a:cubicBezTo>
                    <a:pt x="46328" y="191"/>
                    <a:pt x="46138" y="1"/>
                    <a:pt x="45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6"/>
            <p:cNvSpPr/>
            <p:nvPr/>
          </p:nvSpPr>
          <p:spPr>
            <a:xfrm>
              <a:off x="1092220" y="3508638"/>
              <a:ext cx="330525" cy="521367"/>
            </a:xfrm>
            <a:custGeom>
              <a:avLst/>
              <a:gdLst/>
              <a:ahLst/>
              <a:cxnLst/>
              <a:rect l="l" t="t" r="r" b="b"/>
              <a:pathLst>
                <a:path w="8121" h="12810" extrusionOk="0">
                  <a:moveTo>
                    <a:pt x="3652" y="0"/>
                  </a:moveTo>
                  <a:cubicBezTo>
                    <a:pt x="2300" y="0"/>
                    <a:pt x="1546" y="755"/>
                    <a:pt x="2001" y="2010"/>
                  </a:cubicBezTo>
                  <a:cubicBezTo>
                    <a:pt x="1882" y="2427"/>
                    <a:pt x="286" y="3380"/>
                    <a:pt x="1310" y="4404"/>
                  </a:cubicBezTo>
                  <a:cubicBezTo>
                    <a:pt x="1191" y="4701"/>
                    <a:pt x="0" y="5225"/>
                    <a:pt x="893" y="7035"/>
                  </a:cubicBezTo>
                  <a:cubicBezTo>
                    <a:pt x="393" y="8095"/>
                    <a:pt x="691" y="8976"/>
                    <a:pt x="1691" y="9749"/>
                  </a:cubicBezTo>
                  <a:cubicBezTo>
                    <a:pt x="2120" y="10071"/>
                    <a:pt x="2501" y="10952"/>
                    <a:pt x="3679" y="11952"/>
                  </a:cubicBezTo>
                  <a:cubicBezTo>
                    <a:pt x="4287" y="12476"/>
                    <a:pt x="5144" y="12809"/>
                    <a:pt x="5144" y="12809"/>
                  </a:cubicBezTo>
                  <a:lnTo>
                    <a:pt x="5120" y="8785"/>
                  </a:lnTo>
                  <a:cubicBezTo>
                    <a:pt x="6489" y="8726"/>
                    <a:pt x="7299" y="8404"/>
                    <a:pt x="7501" y="7630"/>
                  </a:cubicBezTo>
                  <a:cubicBezTo>
                    <a:pt x="7501" y="6928"/>
                    <a:pt x="5703" y="6975"/>
                    <a:pt x="5739" y="6904"/>
                  </a:cubicBezTo>
                  <a:cubicBezTo>
                    <a:pt x="6192" y="6785"/>
                    <a:pt x="7561" y="6975"/>
                    <a:pt x="7906" y="5785"/>
                  </a:cubicBezTo>
                  <a:cubicBezTo>
                    <a:pt x="8120" y="4916"/>
                    <a:pt x="6037" y="4749"/>
                    <a:pt x="5263" y="4701"/>
                  </a:cubicBezTo>
                  <a:cubicBezTo>
                    <a:pt x="5261" y="4696"/>
                    <a:pt x="5270" y="4694"/>
                    <a:pt x="5290" y="4694"/>
                  </a:cubicBezTo>
                  <a:cubicBezTo>
                    <a:pt x="5391" y="4694"/>
                    <a:pt x="5768" y="4752"/>
                    <a:pt x="6197" y="4752"/>
                  </a:cubicBezTo>
                  <a:cubicBezTo>
                    <a:pt x="6667" y="4752"/>
                    <a:pt x="7199" y="4683"/>
                    <a:pt x="7501" y="4392"/>
                  </a:cubicBezTo>
                  <a:cubicBezTo>
                    <a:pt x="7918" y="3999"/>
                    <a:pt x="7906" y="3451"/>
                    <a:pt x="7608" y="3106"/>
                  </a:cubicBezTo>
                  <a:cubicBezTo>
                    <a:pt x="7311" y="2772"/>
                    <a:pt x="5322" y="2332"/>
                    <a:pt x="5287" y="2272"/>
                  </a:cubicBezTo>
                  <a:cubicBezTo>
                    <a:pt x="5600" y="2272"/>
                    <a:pt x="5914" y="2323"/>
                    <a:pt x="6163" y="2323"/>
                  </a:cubicBezTo>
                  <a:cubicBezTo>
                    <a:pt x="6367" y="2323"/>
                    <a:pt x="6528" y="2289"/>
                    <a:pt x="6608" y="2165"/>
                  </a:cubicBezTo>
                  <a:cubicBezTo>
                    <a:pt x="7251" y="1237"/>
                    <a:pt x="6037" y="498"/>
                    <a:pt x="5061" y="224"/>
                  </a:cubicBezTo>
                  <a:cubicBezTo>
                    <a:pt x="4546" y="73"/>
                    <a:pt x="4071" y="0"/>
                    <a:pt x="36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6"/>
            <p:cNvSpPr/>
            <p:nvPr/>
          </p:nvSpPr>
          <p:spPr>
            <a:xfrm>
              <a:off x="1215296" y="3585520"/>
              <a:ext cx="92104" cy="15629"/>
            </a:xfrm>
            <a:custGeom>
              <a:avLst/>
              <a:gdLst/>
              <a:ahLst/>
              <a:cxnLst/>
              <a:rect l="l" t="t" r="r" b="b"/>
              <a:pathLst>
                <a:path w="2263" h="384" extrusionOk="0">
                  <a:moveTo>
                    <a:pt x="146" y="1"/>
                  </a:moveTo>
                  <a:cubicBezTo>
                    <a:pt x="54" y="1"/>
                    <a:pt x="1" y="2"/>
                    <a:pt x="1" y="2"/>
                  </a:cubicBezTo>
                  <a:lnTo>
                    <a:pt x="2263" y="383"/>
                  </a:lnTo>
                  <a:cubicBezTo>
                    <a:pt x="1737" y="33"/>
                    <a:pt x="557"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6"/>
            <p:cNvSpPr/>
            <p:nvPr/>
          </p:nvSpPr>
          <p:spPr>
            <a:xfrm>
              <a:off x="1192993" y="3686821"/>
              <a:ext cx="138665" cy="15100"/>
            </a:xfrm>
            <a:custGeom>
              <a:avLst/>
              <a:gdLst/>
              <a:ahLst/>
              <a:cxnLst/>
              <a:rect l="l" t="t" r="r" b="b"/>
              <a:pathLst>
                <a:path w="3407" h="371" extrusionOk="0">
                  <a:moveTo>
                    <a:pt x="225" y="0"/>
                  </a:moveTo>
                  <a:cubicBezTo>
                    <a:pt x="84" y="0"/>
                    <a:pt x="1" y="2"/>
                    <a:pt x="1" y="2"/>
                  </a:cubicBezTo>
                  <a:lnTo>
                    <a:pt x="3406" y="371"/>
                  </a:lnTo>
                  <a:cubicBezTo>
                    <a:pt x="2582" y="32"/>
                    <a:pt x="844" y="0"/>
                    <a:pt x="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6"/>
            <p:cNvSpPr/>
            <p:nvPr/>
          </p:nvSpPr>
          <p:spPr>
            <a:xfrm>
              <a:off x="1178951" y="3781610"/>
              <a:ext cx="146886" cy="8018"/>
            </a:xfrm>
            <a:custGeom>
              <a:avLst/>
              <a:gdLst/>
              <a:ahLst/>
              <a:cxnLst/>
              <a:rect l="l" t="t" r="r" b="b"/>
              <a:pathLst>
                <a:path w="3609" h="197" extrusionOk="0">
                  <a:moveTo>
                    <a:pt x="1526" y="0"/>
                  </a:moveTo>
                  <a:cubicBezTo>
                    <a:pt x="994" y="0"/>
                    <a:pt x="447" y="47"/>
                    <a:pt x="1" y="185"/>
                  </a:cubicBezTo>
                  <a:lnTo>
                    <a:pt x="3608" y="197"/>
                  </a:lnTo>
                  <a:cubicBezTo>
                    <a:pt x="3608" y="189"/>
                    <a:pt x="2598" y="0"/>
                    <a:pt x="15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6"/>
            <p:cNvSpPr/>
            <p:nvPr/>
          </p:nvSpPr>
          <p:spPr>
            <a:xfrm>
              <a:off x="1164910" y="3863742"/>
              <a:ext cx="135734" cy="15873"/>
            </a:xfrm>
            <a:custGeom>
              <a:avLst/>
              <a:gdLst/>
              <a:ahLst/>
              <a:cxnLst/>
              <a:rect l="l" t="t" r="r" b="b"/>
              <a:pathLst>
                <a:path w="3335" h="390" extrusionOk="0">
                  <a:moveTo>
                    <a:pt x="0" y="1"/>
                  </a:moveTo>
                  <a:cubicBezTo>
                    <a:pt x="0" y="1"/>
                    <a:pt x="1606" y="389"/>
                    <a:pt x="3007" y="389"/>
                  </a:cubicBezTo>
                  <a:cubicBezTo>
                    <a:pt x="3118" y="389"/>
                    <a:pt x="3227" y="387"/>
                    <a:pt x="3334" y="382"/>
                  </a:cubicBezTo>
                  <a:lnTo>
                    <a:pt x="3334" y="60"/>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6"/>
            <p:cNvSpPr/>
            <p:nvPr/>
          </p:nvSpPr>
          <p:spPr>
            <a:xfrm>
              <a:off x="2600721" y="4533413"/>
              <a:ext cx="364428" cy="137485"/>
            </a:xfrm>
            <a:custGeom>
              <a:avLst/>
              <a:gdLst/>
              <a:ahLst/>
              <a:cxnLst/>
              <a:rect l="l" t="t" r="r" b="b"/>
              <a:pathLst>
                <a:path w="8954" h="3378" extrusionOk="0">
                  <a:moveTo>
                    <a:pt x="1" y="1"/>
                  </a:moveTo>
                  <a:cubicBezTo>
                    <a:pt x="485" y="1874"/>
                    <a:pt x="2565" y="3377"/>
                    <a:pt x="4873" y="3377"/>
                  </a:cubicBezTo>
                  <a:cubicBezTo>
                    <a:pt x="6249" y="3377"/>
                    <a:pt x="7705" y="2844"/>
                    <a:pt x="8954" y="1537"/>
                  </a:cubicBezTo>
                  <a:lnTo>
                    <a:pt x="76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6"/>
            <p:cNvSpPr/>
            <p:nvPr/>
          </p:nvSpPr>
          <p:spPr>
            <a:xfrm>
              <a:off x="2649683" y="4533413"/>
              <a:ext cx="474928" cy="92877"/>
            </a:xfrm>
            <a:custGeom>
              <a:avLst/>
              <a:gdLst/>
              <a:ahLst/>
              <a:cxnLst/>
              <a:rect l="l" t="t" r="r" b="b"/>
              <a:pathLst>
                <a:path w="11669" h="2282" extrusionOk="0">
                  <a:moveTo>
                    <a:pt x="0" y="1"/>
                  </a:moveTo>
                  <a:cubicBezTo>
                    <a:pt x="0" y="1"/>
                    <a:pt x="429" y="1084"/>
                    <a:pt x="1834" y="1287"/>
                  </a:cubicBezTo>
                  <a:cubicBezTo>
                    <a:pt x="1834" y="1287"/>
                    <a:pt x="2152" y="2282"/>
                    <a:pt x="5073" y="2282"/>
                  </a:cubicBezTo>
                  <a:cubicBezTo>
                    <a:pt x="5299" y="2282"/>
                    <a:pt x="5540" y="2276"/>
                    <a:pt x="5798" y="2263"/>
                  </a:cubicBezTo>
                  <a:cubicBezTo>
                    <a:pt x="7549" y="2180"/>
                    <a:pt x="7977" y="2096"/>
                    <a:pt x="9180" y="1442"/>
                  </a:cubicBezTo>
                  <a:cubicBezTo>
                    <a:pt x="11668" y="1132"/>
                    <a:pt x="11001" y="1"/>
                    <a:pt x="11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6"/>
            <p:cNvSpPr/>
            <p:nvPr/>
          </p:nvSpPr>
          <p:spPr>
            <a:xfrm>
              <a:off x="2043946" y="2952235"/>
              <a:ext cx="11640" cy="45625"/>
            </a:xfrm>
            <a:custGeom>
              <a:avLst/>
              <a:gdLst/>
              <a:ahLst/>
              <a:cxnLst/>
              <a:rect l="l" t="t" r="r" b="b"/>
              <a:pathLst>
                <a:path w="286" h="1121" fill="none" extrusionOk="0">
                  <a:moveTo>
                    <a:pt x="286" y="1120"/>
                  </a:moveTo>
                  <a:lnTo>
                    <a:pt x="0" y="1"/>
                  </a:lnTo>
                </a:path>
              </a:pathLst>
            </a:custGeom>
            <a:noFill/>
            <a:ln w="7450"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6"/>
            <p:cNvSpPr/>
            <p:nvPr/>
          </p:nvSpPr>
          <p:spPr>
            <a:xfrm>
              <a:off x="1964459" y="3547873"/>
              <a:ext cx="589784" cy="661416"/>
            </a:xfrm>
            <a:custGeom>
              <a:avLst/>
              <a:gdLst/>
              <a:ahLst/>
              <a:cxnLst/>
              <a:rect l="l" t="t" r="r" b="b"/>
              <a:pathLst>
                <a:path w="14491" h="16251" extrusionOk="0">
                  <a:moveTo>
                    <a:pt x="7267" y="0"/>
                  </a:moveTo>
                  <a:cubicBezTo>
                    <a:pt x="7222" y="0"/>
                    <a:pt x="7177" y="12"/>
                    <a:pt x="7132" y="34"/>
                  </a:cubicBezTo>
                  <a:cubicBezTo>
                    <a:pt x="4947" y="1375"/>
                    <a:pt x="2774" y="1583"/>
                    <a:pt x="1592" y="1583"/>
                  </a:cubicBezTo>
                  <a:cubicBezTo>
                    <a:pt x="1557" y="1583"/>
                    <a:pt x="1522" y="1583"/>
                    <a:pt x="1489" y="1582"/>
                  </a:cubicBezTo>
                  <a:cubicBezTo>
                    <a:pt x="894" y="1558"/>
                    <a:pt x="524" y="1499"/>
                    <a:pt x="524" y="1499"/>
                  </a:cubicBezTo>
                  <a:cubicBezTo>
                    <a:pt x="508" y="1496"/>
                    <a:pt x="491" y="1495"/>
                    <a:pt x="474" y="1495"/>
                  </a:cubicBezTo>
                  <a:cubicBezTo>
                    <a:pt x="420" y="1495"/>
                    <a:pt x="368" y="1510"/>
                    <a:pt x="322" y="1546"/>
                  </a:cubicBezTo>
                  <a:cubicBezTo>
                    <a:pt x="263" y="1594"/>
                    <a:pt x="227" y="1666"/>
                    <a:pt x="227" y="1725"/>
                  </a:cubicBezTo>
                  <a:cubicBezTo>
                    <a:pt x="227" y="1773"/>
                    <a:pt x="1" y="6535"/>
                    <a:pt x="2680" y="11417"/>
                  </a:cubicBezTo>
                  <a:cubicBezTo>
                    <a:pt x="3513" y="12953"/>
                    <a:pt x="4846" y="14429"/>
                    <a:pt x="6942" y="16191"/>
                  </a:cubicBezTo>
                  <a:cubicBezTo>
                    <a:pt x="6990" y="16239"/>
                    <a:pt x="7049" y="16251"/>
                    <a:pt x="7109" y="16251"/>
                  </a:cubicBezTo>
                  <a:cubicBezTo>
                    <a:pt x="7168" y="16251"/>
                    <a:pt x="7204" y="16239"/>
                    <a:pt x="7263" y="16191"/>
                  </a:cubicBezTo>
                  <a:cubicBezTo>
                    <a:pt x="9276" y="14679"/>
                    <a:pt x="10692" y="13203"/>
                    <a:pt x="11585" y="11702"/>
                  </a:cubicBezTo>
                  <a:cubicBezTo>
                    <a:pt x="14431" y="6940"/>
                    <a:pt x="14491" y="2058"/>
                    <a:pt x="14491" y="1999"/>
                  </a:cubicBezTo>
                  <a:cubicBezTo>
                    <a:pt x="14491" y="1927"/>
                    <a:pt x="14455" y="1844"/>
                    <a:pt x="14395" y="1808"/>
                  </a:cubicBezTo>
                  <a:cubicBezTo>
                    <a:pt x="14349" y="1771"/>
                    <a:pt x="14302" y="1741"/>
                    <a:pt x="14250" y="1741"/>
                  </a:cubicBezTo>
                  <a:cubicBezTo>
                    <a:pt x="14236" y="1741"/>
                    <a:pt x="14220" y="1744"/>
                    <a:pt x="14205" y="1749"/>
                  </a:cubicBezTo>
                  <a:cubicBezTo>
                    <a:pt x="14205" y="1749"/>
                    <a:pt x="13776" y="1785"/>
                    <a:pt x="13121" y="1785"/>
                  </a:cubicBezTo>
                  <a:cubicBezTo>
                    <a:pt x="11871" y="1773"/>
                    <a:pt x="9454" y="1511"/>
                    <a:pt x="7418" y="46"/>
                  </a:cubicBezTo>
                  <a:cubicBezTo>
                    <a:pt x="7368" y="15"/>
                    <a:pt x="7318" y="0"/>
                    <a:pt x="72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p:nvPr/>
          </p:nvSpPr>
          <p:spPr>
            <a:xfrm>
              <a:off x="2223718" y="3729027"/>
              <a:ext cx="79528" cy="306797"/>
            </a:xfrm>
            <a:custGeom>
              <a:avLst/>
              <a:gdLst/>
              <a:ahLst/>
              <a:cxnLst/>
              <a:rect l="l" t="t" r="r" b="b"/>
              <a:pathLst>
                <a:path w="1954" h="7538" extrusionOk="0">
                  <a:moveTo>
                    <a:pt x="120" y="1"/>
                  </a:moveTo>
                  <a:lnTo>
                    <a:pt x="477" y="4799"/>
                  </a:lnTo>
                  <a:lnTo>
                    <a:pt x="1548" y="4799"/>
                  </a:lnTo>
                  <a:lnTo>
                    <a:pt x="1905" y="1"/>
                  </a:lnTo>
                  <a:close/>
                  <a:moveTo>
                    <a:pt x="1001" y="5585"/>
                  </a:moveTo>
                  <a:cubicBezTo>
                    <a:pt x="453" y="5585"/>
                    <a:pt x="0" y="6025"/>
                    <a:pt x="0" y="6537"/>
                  </a:cubicBezTo>
                  <a:cubicBezTo>
                    <a:pt x="0" y="7078"/>
                    <a:pt x="430" y="7537"/>
                    <a:pt x="980" y="7537"/>
                  </a:cubicBezTo>
                  <a:cubicBezTo>
                    <a:pt x="987" y="7537"/>
                    <a:pt x="994" y="7537"/>
                    <a:pt x="1001" y="7537"/>
                  </a:cubicBezTo>
                  <a:cubicBezTo>
                    <a:pt x="1524" y="7537"/>
                    <a:pt x="1953" y="7085"/>
                    <a:pt x="1953" y="6537"/>
                  </a:cubicBezTo>
                  <a:cubicBezTo>
                    <a:pt x="1953" y="6025"/>
                    <a:pt x="1524" y="5585"/>
                    <a:pt x="1001" y="5585"/>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6"/>
            <p:cNvSpPr/>
            <p:nvPr/>
          </p:nvSpPr>
          <p:spPr>
            <a:xfrm>
              <a:off x="2632711" y="2657611"/>
              <a:ext cx="401750" cy="366422"/>
            </a:xfrm>
            <a:custGeom>
              <a:avLst/>
              <a:gdLst/>
              <a:ahLst/>
              <a:cxnLst/>
              <a:rect l="l" t="t" r="r" b="b"/>
              <a:pathLst>
                <a:path w="9871" h="9003" extrusionOk="0">
                  <a:moveTo>
                    <a:pt x="7620" y="1"/>
                  </a:moveTo>
                  <a:cubicBezTo>
                    <a:pt x="6382" y="1"/>
                    <a:pt x="5394" y="1001"/>
                    <a:pt x="5394" y="2227"/>
                  </a:cubicBezTo>
                  <a:cubicBezTo>
                    <a:pt x="5394" y="2739"/>
                    <a:pt x="5572" y="3216"/>
                    <a:pt x="5846" y="3585"/>
                  </a:cubicBezTo>
                  <a:lnTo>
                    <a:pt x="2334" y="6621"/>
                  </a:lnTo>
                  <a:cubicBezTo>
                    <a:pt x="2084" y="6383"/>
                    <a:pt x="1762" y="6228"/>
                    <a:pt x="1381" y="6228"/>
                  </a:cubicBezTo>
                  <a:cubicBezTo>
                    <a:pt x="631" y="6228"/>
                    <a:pt x="0" y="6859"/>
                    <a:pt x="0" y="7621"/>
                  </a:cubicBezTo>
                  <a:cubicBezTo>
                    <a:pt x="0" y="8371"/>
                    <a:pt x="631" y="9002"/>
                    <a:pt x="1381" y="9002"/>
                  </a:cubicBezTo>
                  <a:cubicBezTo>
                    <a:pt x="2143" y="9002"/>
                    <a:pt x="2774" y="8371"/>
                    <a:pt x="2774" y="7621"/>
                  </a:cubicBezTo>
                  <a:cubicBezTo>
                    <a:pt x="2774" y="7323"/>
                    <a:pt x="2667" y="7038"/>
                    <a:pt x="2513" y="6811"/>
                  </a:cubicBezTo>
                  <a:lnTo>
                    <a:pt x="6025" y="3775"/>
                  </a:lnTo>
                  <a:cubicBezTo>
                    <a:pt x="6430" y="4192"/>
                    <a:pt x="7001" y="4466"/>
                    <a:pt x="7632" y="4466"/>
                  </a:cubicBezTo>
                  <a:cubicBezTo>
                    <a:pt x="8870" y="4466"/>
                    <a:pt x="9871" y="3466"/>
                    <a:pt x="9871" y="2227"/>
                  </a:cubicBezTo>
                  <a:cubicBezTo>
                    <a:pt x="9835" y="1001"/>
                    <a:pt x="8847" y="1"/>
                    <a:pt x="76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6"/>
            <p:cNvSpPr/>
            <p:nvPr/>
          </p:nvSpPr>
          <p:spPr>
            <a:xfrm>
              <a:off x="2264418" y="4879399"/>
              <a:ext cx="914936" cy="109564"/>
            </a:xfrm>
            <a:custGeom>
              <a:avLst/>
              <a:gdLst/>
              <a:ahLst/>
              <a:cxnLst/>
              <a:rect l="l" t="t" r="r" b="b"/>
              <a:pathLst>
                <a:path w="22480" h="2692" extrusionOk="0">
                  <a:moveTo>
                    <a:pt x="1" y="1"/>
                  </a:moveTo>
                  <a:lnTo>
                    <a:pt x="1" y="2692"/>
                  </a:lnTo>
                  <a:lnTo>
                    <a:pt x="22480" y="2692"/>
                  </a:lnTo>
                  <a:lnTo>
                    <a:pt x="22480" y="1"/>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6"/>
            <p:cNvSpPr/>
            <p:nvPr/>
          </p:nvSpPr>
          <p:spPr>
            <a:xfrm>
              <a:off x="2434014" y="5036907"/>
              <a:ext cx="745828" cy="54294"/>
            </a:xfrm>
            <a:custGeom>
              <a:avLst/>
              <a:gdLst/>
              <a:ahLst/>
              <a:cxnLst/>
              <a:rect l="l" t="t" r="r" b="b"/>
              <a:pathLst>
                <a:path w="18325" h="1334" extrusionOk="0">
                  <a:moveTo>
                    <a:pt x="1" y="1"/>
                  </a:moveTo>
                  <a:lnTo>
                    <a:pt x="1" y="1334"/>
                  </a:lnTo>
                  <a:lnTo>
                    <a:pt x="18324" y="1334"/>
                  </a:lnTo>
                  <a:lnTo>
                    <a:pt x="18324" y="1"/>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6"/>
            <p:cNvSpPr/>
            <p:nvPr/>
          </p:nvSpPr>
          <p:spPr>
            <a:xfrm>
              <a:off x="2434014" y="5126079"/>
              <a:ext cx="745828" cy="54294"/>
            </a:xfrm>
            <a:custGeom>
              <a:avLst/>
              <a:gdLst/>
              <a:ahLst/>
              <a:cxnLst/>
              <a:rect l="l" t="t" r="r" b="b"/>
              <a:pathLst>
                <a:path w="18325" h="1334" extrusionOk="0">
                  <a:moveTo>
                    <a:pt x="1" y="0"/>
                  </a:moveTo>
                  <a:lnTo>
                    <a:pt x="1" y="1334"/>
                  </a:lnTo>
                  <a:lnTo>
                    <a:pt x="18324" y="1334"/>
                  </a:lnTo>
                  <a:lnTo>
                    <a:pt x="18324"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6"/>
            <p:cNvSpPr/>
            <p:nvPr/>
          </p:nvSpPr>
          <p:spPr>
            <a:xfrm>
              <a:off x="2689895" y="5214764"/>
              <a:ext cx="489947" cy="54782"/>
            </a:xfrm>
            <a:custGeom>
              <a:avLst/>
              <a:gdLst/>
              <a:ahLst/>
              <a:cxnLst/>
              <a:rect l="l" t="t" r="r" b="b"/>
              <a:pathLst>
                <a:path w="12038" h="1346" extrusionOk="0">
                  <a:moveTo>
                    <a:pt x="0" y="0"/>
                  </a:moveTo>
                  <a:lnTo>
                    <a:pt x="0" y="1345"/>
                  </a:lnTo>
                  <a:lnTo>
                    <a:pt x="12037" y="1345"/>
                  </a:lnTo>
                  <a:lnTo>
                    <a:pt x="12037"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6"/>
            <p:cNvSpPr/>
            <p:nvPr/>
          </p:nvSpPr>
          <p:spPr>
            <a:xfrm>
              <a:off x="2894859" y="2508365"/>
              <a:ext cx="94546" cy="94546"/>
            </a:xfrm>
            <a:custGeom>
              <a:avLst/>
              <a:gdLst/>
              <a:ahLst/>
              <a:cxnLst/>
              <a:rect l="l" t="t" r="r" b="b"/>
              <a:pathLst>
                <a:path w="2323" h="2323" extrusionOk="0">
                  <a:moveTo>
                    <a:pt x="1167" y="1"/>
                  </a:moveTo>
                  <a:cubicBezTo>
                    <a:pt x="524" y="1"/>
                    <a:pt x="1" y="525"/>
                    <a:pt x="1" y="1168"/>
                  </a:cubicBezTo>
                  <a:cubicBezTo>
                    <a:pt x="1" y="1811"/>
                    <a:pt x="524" y="2323"/>
                    <a:pt x="1167" y="2323"/>
                  </a:cubicBezTo>
                  <a:cubicBezTo>
                    <a:pt x="1810" y="2323"/>
                    <a:pt x="2322" y="1811"/>
                    <a:pt x="2322" y="1168"/>
                  </a:cubicBezTo>
                  <a:cubicBezTo>
                    <a:pt x="2322" y="525"/>
                    <a:pt x="1810" y="1"/>
                    <a:pt x="1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6"/>
            <p:cNvSpPr/>
            <p:nvPr/>
          </p:nvSpPr>
          <p:spPr>
            <a:xfrm>
              <a:off x="-1006072" y="1271750"/>
              <a:ext cx="486039" cy="429385"/>
            </a:xfrm>
            <a:custGeom>
              <a:avLst/>
              <a:gdLst/>
              <a:ahLst/>
              <a:cxnLst/>
              <a:rect l="l" t="t" r="r" b="b"/>
              <a:pathLst>
                <a:path w="11942" h="10550" extrusionOk="0">
                  <a:moveTo>
                    <a:pt x="7370" y="0"/>
                  </a:moveTo>
                  <a:lnTo>
                    <a:pt x="0" y="10549"/>
                  </a:lnTo>
                  <a:lnTo>
                    <a:pt x="4572" y="10549"/>
                  </a:lnTo>
                  <a:lnTo>
                    <a:pt x="119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6"/>
            <p:cNvSpPr/>
            <p:nvPr/>
          </p:nvSpPr>
          <p:spPr>
            <a:xfrm>
              <a:off x="-705666"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6"/>
            <p:cNvSpPr/>
            <p:nvPr/>
          </p:nvSpPr>
          <p:spPr>
            <a:xfrm>
              <a:off x="-405219"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p:cNvSpPr/>
            <p:nvPr/>
          </p:nvSpPr>
          <p:spPr>
            <a:xfrm>
              <a:off x="-105261" y="1271750"/>
              <a:ext cx="486080" cy="429385"/>
            </a:xfrm>
            <a:custGeom>
              <a:avLst/>
              <a:gdLst/>
              <a:ahLst/>
              <a:cxnLst/>
              <a:rect l="l" t="t" r="r" b="b"/>
              <a:pathLst>
                <a:path w="11943" h="10550" extrusionOk="0">
                  <a:moveTo>
                    <a:pt x="7371" y="0"/>
                  </a:moveTo>
                  <a:lnTo>
                    <a:pt x="1" y="10549"/>
                  </a:lnTo>
                  <a:lnTo>
                    <a:pt x="4573" y="10549"/>
                  </a:lnTo>
                  <a:lnTo>
                    <a:pt x="119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p:cNvSpPr/>
            <p:nvPr/>
          </p:nvSpPr>
          <p:spPr>
            <a:xfrm>
              <a:off x="195186" y="1271750"/>
              <a:ext cx="485103" cy="429385"/>
            </a:xfrm>
            <a:custGeom>
              <a:avLst/>
              <a:gdLst/>
              <a:ahLst/>
              <a:cxnLst/>
              <a:rect l="l" t="t" r="r" b="b"/>
              <a:pathLst>
                <a:path w="11919" h="10550" extrusionOk="0">
                  <a:moveTo>
                    <a:pt x="7359" y="0"/>
                  </a:moveTo>
                  <a:lnTo>
                    <a:pt x="1" y="10549"/>
                  </a:lnTo>
                  <a:lnTo>
                    <a:pt x="4573"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p:cNvSpPr/>
            <p:nvPr/>
          </p:nvSpPr>
          <p:spPr>
            <a:xfrm>
              <a:off x="495633" y="1271750"/>
              <a:ext cx="485103" cy="429385"/>
            </a:xfrm>
            <a:custGeom>
              <a:avLst/>
              <a:gdLst/>
              <a:ahLst/>
              <a:cxnLst/>
              <a:rect l="l" t="t" r="r" b="b"/>
              <a:pathLst>
                <a:path w="11919" h="10550" extrusionOk="0">
                  <a:moveTo>
                    <a:pt x="7359" y="0"/>
                  </a:moveTo>
                  <a:lnTo>
                    <a:pt x="1" y="10549"/>
                  </a:lnTo>
                  <a:lnTo>
                    <a:pt x="4561"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6"/>
            <p:cNvSpPr/>
            <p:nvPr/>
          </p:nvSpPr>
          <p:spPr>
            <a:xfrm>
              <a:off x="792702" y="1271750"/>
              <a:ext cx="485103" cy="429385"/>
            </a:xfrm>
            <a:custGeom>
              <a:avLst/>
              <a:gdLst/>
              <a:ahLst/>
              <a:cxnLst/>
              <a:rect l="l" t="t" r="r" b="b"/>
              <a:pathLst>
                <a:path w="11919" h="10550" extrusionOk="0">
                  <a:moveTo>
                    <a:pt x="7346" y="0"/>
                  </a:moveTo>
                  <a:lnTo>
                    <a:pt x="0" y="10549"/>
                  </a:lnTo>
                  <a:lnTo>
                    <a:pt x="4560" y="10549"/>
                  </a:lnTo>
                  <a:lnTo>
                    <a:pt x="119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7"/>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Contoh Format FLAG Gemastik</a:t>
            </a:r>
            <a:endParaRPr/>
          </a:p>
        </p:txBody>
      </p:sp>
      <p:grpSp>
        <p:nvGrpSpPr>
          <p:cNvPr id="154" name="Google Shape;154;p17"/>
          <p:cNvGrpSpPr/>
          <p:nvPr/>
        </p:nvGrpSpPr>
        <p:grpSpPr>
          <a:xfrm>
            <a:off x="877985" y="954525"/>
            <a:ext cx="8266011" cy="3337403"/>
            <a:chOff x="-2191177" y="1463225"/>
            <a:chExt cx="8266011" cy="3337403"/>
          </a:xfrm>
        </p:grpSpPr>
        <p:grpSp>
          <p:nvGrpSpPr>
            <p:cNvPr id="155" name="Google Shape;155;p17"/>
            <p:cNvGrpSpPr/>
            <p:nvPr/>
          </p:nvGrpSpPr>
          <p:grpSpPr>
            <a:xfrm>
              <a:off x="-2191177" y="1463225"/>
              <a:ext cx="7941319" cy="3337403"/>
              <a:chOff x="-2191177" y="1463225"/>
              <a:chExt cx="7941319" cy="3337403"/>
            </a:xfrm>
          </p:grpSpPr>
          <p:sp>
            <p:nvSpPr>
              <p:cNvPr id="156" name="Google Shape;156;p17"/>
              <p:cNvSpPr/>
              <p:nvPr/>
            </p:nvSpPr>
            <p:spPr>
              <a:xfrm>
                <a:off x="-2191177" y="3070950"/>
                <a:ext cx="7941319" cy="1729678"/>
              </a:xfrm>
              <a:custGeom>
                <a:avLst/>
                <a:gdLst/>
                <a:ahLst/>
                <a:cxnLst/>
                <a:rect l="l" t="t" r="r" b="b"/>
                <a:pathLst>
                  <a:path w="19325" h="21289" extrusionOk="0">
                    <a:moveTo>
                      <a:pt x="0" y="0"/>
                    </a:moveTo>
                    <a:lnTo>
                      <a:pt x="0" y="21288"/>
                    </a:lnTo>
                    <a:lnTo>
                      <a:pt x="19324" y="21288"/>
                    </a:lnTo>
                    <a:lnTo>
                      <a:pt x="19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 name="Google Shape;157;p17"/>
              <p:cNvGrpSpPr/>
              <p:nvPr/>
            </p:nvGrpSpPr>
            <p:grpSpPr>
              <a:xfrm>
                <a:off x="603504" y="1463225"/>
                <a:ext cx="1798650" cy="1515983"/>
                <a:chOff x="663662" y="1463225"/>
                <a:chExt cx="1798650" cy="1515983"/>
              </a:xfrm>
            </p:grpSpPr>
            <p:sp>
              <p:nvSpPr>
                <p:cNvPr id="158" name="Google Shape;158;p17"/>
                <p:cNvSpPr/>
                <p:nvPr/>
              </p:nvSpPr>
              <p:spPr>
                <a:xfrm>
                  <a:off x="857941" y="1463225"/>
                  <a:ext cx="1353426" cy="1490975"/>
                </a:xfrm>
                <a:custGeom>
                  <a:avLst/>
                  <a:gdLst/>
                  <a:ahLst/>
                  <a:cxnLst/>
                  <a:rect l="l" t="t" r="r" b="b"/>
                  <a:pathLst>
                    <a:path w="19325" h="21289" extrusionOk="0">
                      <a:moveTo>
                        <a:pt x="0" y="0"/>
                      </a:moveTo>
                      <a:lnTo>
                        <a:pt x="0" y="21288"/>
                      </a:lnTo>
                      <a:lnTo>
                        <a:pt x="19324" y="21288"/>
                      </a:lnTo>
                      <a:lnTo>
                        <a:pt x="193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7"/>
                <p:cNvSpPr/>
                <p:nvPr/>
              </p:nvSpPr>
              <p:spPr>
                <a:xfrm>
                  <a:off x="1078063" y="1622486"/>
                  <a:ext cx="306893" cy="306053"/>
                </a:xfrm>
                <a:custGeom>
                  <a:avLst/>
                  <a:gdLst/>
                  <a:ahLst/>
                  <a:cxnLst/>
                  <a:rect l="l" t="t" r="r" b="b"/>
                  <a:pathLst>
                    <a:path w="4382" h="4370" extrusionOk="0">
                      <a:moveTo>
                        <a:pt x="2191" y="0"/>
                      </a:moveTo>
                      <a:cubicBezTo>
                        <a:pt x="989" y="0"/>
                        <a:pt x="0" y="976"/>
                        <a:pt x="0" y="2191"/>
                      </a:cubicBezTo>
                      <a:cubicBezTo>
                        <a:pt x="0" y="3393"/>
                        <a:pt x="989" y="4370"/>
                        <a:pt x="2191" y="4370"/>
                      </a:cubicBezTo>
                      <a:cubicBezTo>
                        <a:pt x="3394" y="4370"/>
                        <a:pt x="4382" y="3393"/>
                        <a:pt x="4382" y="2191"/>
                      </a:cubicBezTo>
                      <a:cubicBezTo>
                        <a:pt x="4382" y="976"/>
                        <a:pt x="3394" y="0"/>
                        <a:pt x="21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7"/>
                <p:cNvSpPr/>
                <p:nvPr/>
              </p:nvSpPr>
              <p:spPr>
                <a:xfrm>
                  <a:off x="988838" y="1989332"/>
                  <a:ext cx="487864" cy="191055"/>
                </a:xfrm>
                <a:custGeom>
                  <a:avLst/>
                  <a:gdLst/>
                  <a:ahLst/>
                  <a:cxnLst/>
                  <a:rect l="l" t="t" r="r" b="b"/>
                  <a:pathLst>
                    <a:path w="6966" h="2728" extrusionOk="0">
                      <a:moveTo>
                        <a:pt x="3477" y="1"/>
                      </a:moveTo>
                      <a:cubicBezTo>
                        <a:pt x="1798" y="1"/>
                        <a:pt x="381" y="1156"/>
                        <a:pt x="0" y="2727"/>
                      </a:cubicBezTo>
                      <a:lnTo>
                        <a:pt x="6966" y="2727"/>
                      </a:lnTo>
                      <a:cubicBezTo>
                        <a:pt x="6573" y="1156"/>
                        <a:pt x="5168" y="1"/>
                        <a:pt x="3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7"/>
                <p:cNvSpPr/>
                <p:nvPr/>
              </p:nvSpPr>
              <p:spPr>
                <a:xfrm>
                  <a:off x="1557527" y="1622486"/>
                  <a:ext cx="532056" cy="81731"/>
                </a:xfrm>
                <a:custGeom>
                  <a:avLst/>
                  <a:gdLst/>
                  <a:ahLst/>
                  <a:cxnLst/>
                  <a:rect l="l" t="t" r="r" b="b"/>
                  <a:pathLst>
                    <a:path w="7597" h="1167" extrusionOk="0">
                      <a:moveTo>
                        <a:pt x="1" y="0"/>
                      </a:moveTo>
                      <a:lnTo>
                        <a:pt x="1" y="1167"/>
                      </a:lnTo>
                      <a:lnTo>
                        <a:pt x="7597" y="1167"/>
                      </a:lnTo>
                      <a:lnTo>
                        <a:pt x="75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7"/>
                <p:cNvSpPr/>
                <p:nvPr/>
              </p:nvSpPr>
              <p:spPr>
                <a:xfrm>
                  <a:off x="1557527" y="1796734"/>
                  <a:ext cx="532056" cy="81801"/>
                </a:xfrm>
                <a:custGeom>
                  <a:avLst/>
                  <a:gdLst/>
                  <a:ahLst/>
                  <a:cxnLst/>
                  <a:rect l="l" t="t" r="r" b="b"/>
                  <a:pathLst>
                    <a:path w="7597" h="1168" extrusionOk="0">
                      <a:moveTo>
                        <a:pt x="1" y="1"/>
                      </a:moveTo>
                      <a:lnTo>
                        <a:pt x="1" y="1167"/>
                      </a:lnTo>
                      <a:lnTo>
                        <a:pt x="7597" y="1167"/>
                      </a:lnTo>
                      <a:lnTo>
                        <a:pt x="75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7"/>
                <p:cNvSpPr/>
                <p:nvPr/>
              </p:nvSpPr>
              <p:spPr>
                <a:xfrm>
                  <a:off x="1557527" y="1969372"/>
                  <a:ext cx="370275" cy="82571"/>
                </a:xfrm>
                <a:custGeom>
                  <a:avLst/>
                  <a:gdLst/>
                  <a:ahLst/>
                  <a:cxnLst/>
                  <a:rect l="l" t="t" r="r" b="b"/>
                  <a:pathLst>
                    <a:path w="5287" h="1179" extrusionOk="0">
                      <a:moveTo>
                        <a:pt x="1" y="0"/>
                      </a:moveTo>
                      <a:lnTo>
                        <a:pt x="1" y="1179"/>
                      </a:lnTo>
                      <a:lnTo>
                        <a:pt x="5287" y="1179"/>
                      </a:lnTo>
                      <a:lnTo>
                        <a:pt x="52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7"/>
                <p:cNvSpPr/>
                <p:nvPr/>
              </p:nvSpPr>
              <p:spPr>
                <a:xfrm>
                  <a:off x="663662" y="2340420"/>
                  <a:ext cx="1356718" cy="437859"/>
                </a:xfrm>
                <a:custGeom>
                  <a:avLst/>
                  <a:gdLst/>
                  <a:ahLst/>
                  <a:cxnLst/>
                  <a:rect l="l" t="t" r="r" b="b"/>
                  <a:pathLst>
                    <a:path w="19372" h="6252" extrusionOk="0">
                      <a:moveTo>
                        <a:pt x="1726" y="0"/>
                      </a:moveTo>
                      <a:cubicBezTo>
                        <a:pt x="774" y="0"/>
                        <a:pt x="0" y="774"/>
                        <a:pt x="0" y="1727"/>
                      </a:cubicBezTo>
                      <a:lnTo>
                        <a:pt x="0" y="4525"/>
                      </a:lnTo>
                      <a:cubicBezTo>
                        <a:pt x="0" y="5477"/>
                        <a:pt x="774" y="6251"/>
                        <a:pt x="1726" y="6251"/>
                      </a:cubicBezTo>
                      <a:lnTo>
                        <a:pt x="17645" y="6251"/>
                      </a:lnTo>
                      <a:cubicBezTo>
                        <a:pt x="18598" y="6251"/>
                        <a:pt x="19372" y="5477"/>
                        <a:pt x="19372" y="4525"/>
                      </a:cubicBezTo>
                      <a:lnTo>
                        <a:pt x="19372" y="1727"/>
                      </a:lnTo>
                      <a:cubicBezTo>
                        <a:pt x="19372" y="774"/>
                        <a:pt x="18598" y="0"/>
                        <a:pt x="176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7"/>
                <p:cNvSpPr/>
                <p:nvPr/>
              </p:nvSpPr>
              <p:spPr>
                <a:xfrm>
                  <a:off x="843724" y="2512217"/>
                  <a:ext cx="98469" cy="95948"/>
                </a:xfrm>
                <a:custGeom>
                  <a:avLst/>
                  <a:gdLst/>
                  <a:ahLst/>
                  <a:cxnLst/>
                  <a:rect l="l" t="t" r="r" b="b"/>
                  <a:pathLst>
                    <a:path w="1406" h="1370" extrusionOk="0">
                      <a:moveTo>
                        <a:pt x="525" y="0"/>
                      </a:moveTo>
                      <a:lnTo>
                        <a:pt x="525" y="393"/>
                      </a:lnTo>
                      <a:lnTo>
                        <a:pt x="179" y="179"/>
                      </a:lnTo>
                      <a:lnTo>
                        <a:pt x="1" y="500"/>
                      </a:lnTo>
                      <a:lnTo>
                        <a:pt x="346" y="667"/>
                      </a:lnTo>
                      <a:lnTo>
                        <a:pt x="1" y="869"/>
                      </a:lnTo>
                      <a:lnTo>
                        <a:pt x="179" y="1179"/>
                      </a:lnTo>
                      <a:lnTo>
                        <a:pt x="525" y="976"/>
                      </a:lnTo>
                      <a:lnTo>
                        <a:pt x="513" y="1369"/>
                      </a:lnTo>
                      <a:lnTo>
                        <a:pt x="870" y="1369"/>
                      </a:lnTo>
                      <a:lnTo>
                        <a:pt x="882" y="988"/>
                      </a:lnTo>
                      <a:lnTo>
                        <a:pt x="1227" y="1191"/>
                      </a:lnTo>
                      <a:lnTo>
                        <a:pt x="1406" y="881"/>
                      </a:lnTo>
                      <a:lnTo>
                        <a:pt x="1049" y="691"/>
                      </a:lnTo>
                      <a:lnTo>
                        <a:pt x="1406" y="512"/>
                      </a:lnTo>
                      <a:lnTo>
                        <a:pt x="1227" y="191"/>
                      </a:lnTo>
                      <a:lnTo>
                        <a:pt x="882" y="393"/>
                      </a:lnTo>
                      <a:lnTo>
                        <a:pt x="8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7"/>
                <p:cNvSpPr/>
                <p:nvPr/>
              </p:nvSpPr>
              <p:spPr>
                <a:xfrm>
                  <a:off x="1068888" y="2512217"/>
                  <a:ext cx="98469" cy="95948"/>
                </a:xfrm>
                <a:custGeom>
                  <a:avLst/>
                  <a:gdLst/>
                  <a:ahLst/>
                  <a:cxnLst/>
                  <a:rect l="l" t="t" r="r" b="b"/>
                  <a:pathLst>
                    <a:path w="1406" h="1370" extrusionOk="0">
                      <a:moveTo>
                        <a:pt x="524" y="0"/>
                      </a:moveTo>
                      <a:lnTo>
                        <a:pt x="524" y="393"/>
                      </a:lnTo>
                      <a:lnTo>
                        <a:pt x="179" y="179"/>
                      </a:lnTo>
                      <a:lnTo>
                        <a:pt x="0" y="500"/>
                      </a:lnTo>
                      <a:lnTo>
                        <a:pt x="346" y="667"/>
                      </a:lnTo>
                      <a:lnTo>
                        <a:pt x="0" y="869"/>
                      </a:lnTo>
                      <a:lnTo>
                        <a:pt x="179" y="1179"/>
                      </a:lnTo>
                      <a:lnTo>
                        <a:pt x="524" y="976"/>
                      </a:lnTo>
                      <a:lnTo>
                        <a:pt x="512" y="1369"/>
                      </a:lnTo>
                      <a:lnTo>
                        <a:pt x="870" y="1369"/>
                      </a:lnTo>
                      <a:lnTo>
                        <a:pt x="882" y="988"/>
                      </a:lnTo>
                      <a:lnTo>
                        <a:pt x="1227" y="1191"/>
                      </a:lnTo>
                      <a:lnTo>
                        <a:pt x="1405" y="881"/>
                      </a:lnTo>
                      <a:lnTo>
                        <a:pt x="1048" y="691"/>
                      </a:lnTo>
                      <a:lnTo>
                        <a:pt x="1405" y="512"/>
                      </a:lnTo>
                      <a:lnTo>
                        <a:pt x="1227" y="191"/>
                      </a:lnTo>
                      <a:lnTo>
                        <a:pt x="882" y="393"/>
                      </a:lnTo>
                      <a:lnTo>
                        <a:pt x="8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7"/>
                <p:cNvSpPr/>
                <p:nvPr/>
              </p:nvSpPr>
              <p:spPr>
                <a:xfrm>
                  <a:off x="1294053" y="2512217"/>
                  <a:ext cx="98469" cy="95948"/>
                </a:xfrm>
                <a:custGeom>
                  <a:avLst/>
                  <a:gdLst/>
                  <a:ahLst/>
                  <a:cxnLst/>
                  <a:rect l="l" t="t" r="r" b="b"/>
                  <a:pathLst>
                    <a:path w="1406" h="1370" extrusionOk="0">
                      <a:moveTo>
                        <a:pt x="524" y="0"/>
                      </a:moveTo>
                      <a:lnTo>
                        <a:pt x="524" y="393"/>
                      </a:lnTo>
                      <a:lnTo>
                        <a:pt x="179" y="179"/>
                      </a:lnTo>
                      <a:lnTo>
                        <a:pt x="0" y="500"/>
                      </a:lnTo>
                      <a:lnTo>
                        <a:pt x="345" y="667"/>
                      </a:lnTo>
                      <a:lnTo>
                        <a:pt x="0" y="869"/>
                      </a:lnTo>
                      <a:lnTo>
                        <a:pt x="179" y="1179"/>
                      </a:lnTo>
                      <a:lnTo>
                        <a:pt x="524" y="976"/>
                      </a:lnTo>
                      <a:lnTo>
                        <a:pt x="512" y="1369"/>
                      </a:lnTo>
                      <a:lnTo>
                        <a:pt x="869" y="1369"/>
                      </a:lnTo>
                      <a:lnTo>
                        <a:pt x="881" y="988"/>
                      </a:lnTo>
                      <a:lnTo>
                        <a:pt x="1227" y="1191"/>
                      </a:lnTo>
                      <a:lnTo>
                        <a:pt x="1405" y="881"/>
                      </a:lnTo>
                      <a:lnTo>
                        <a:pt x="1048" y="691"/>
                      </a:lnTo>
                      <a:lnTo>
                        <a:pt x="1405" y="512"/>
                      </a:lnTo>
                      <a:lnTo>
                        <a:pt x="1227" y="191"/>
                      </a:lnTo>
                      <a:lnTo>
                        <a:pt x="881" y="393"/>
                      </a:lnTo>
                      <a:lnTo>
                        <a:pt x="88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7"/>
                <p:cNvSpPr/>
                <p:nvPr/>
              </p:nvSpPr>
              <p:spPr>
                <a:xfrm>
                  <a:off x="1519148" y="2512217"/>
                  <a:ext cx="98469" cy="95948"/>
                </a:xfrm>
                <a:custGeom>
                  <a:avLst/>
                  <a:gdLst/>
                  <a:ahLst/>
                  <a:cxnLst/>
                  <a:rect l="l" t="t" r="r" b="b"/>
                  <a:pathLst>
                    <a:path w="1406" h="1370" extrusionOk="0">
                      <a:moveTo>
                        <a:pt x="525" y="0"/>
                      </a:moveTo>
                      <a:lnTo>
                        <a:pt x="525" y="393"/>
                      </a:lnTo>
                      <a:lnTo>
                        <a:pt x="179" y="179"/>
                      </a:lnTo>
                      <a:lnTo>
                        <a:pt x="1" y="500"/>
                      </a:lnTo>
                      <a:lnTo>
                        <a:pt x="346" y="667"/>
                      </a:lnTo>
                      <a:lnTo>
                        <a:pt x="1" y="869"/>
                      </a:lnTo>
                      <a:lnTo>
                        <a:pt x="179" y="1179"/>
                      </a:lnTo>
                      <a:lnTo>
                        <a:pt x="525" y="976"/>
                      </a:lnTo>
                      <a:lnTo>
                        <a:pt x="513" y="1369"/>
                      </a:lnTo>
                      <a:lnTo>
                        <a:pt x="870" y="1369"/>
                      </a:lnTo>
                      <a:lnTo>
                        <a:pt x="882" y="988"/>
                      </a:lnTo>
                      <a:lnTo>
                        <a:pt x="1227" y="1191"/>
                      </a:lnTo>
                      <a:lnTo>
                        <a:pt x="1406" y="881"/>
                      </a:lnTo>
                      <a:lnTo>
                        <a:pt x="1049" y="691"/>
                      </a:lnTo>
                      <a:lnTo>
                        <a:pt x="1406" y="512"/>
                      </a:lnTo>
                      <a:lnTo>
                        <a:pt x="1227" y="191"/>
                      </a:lnTo>
                      <a:lnTo>
                        <a:pt x="882" y="393"/>
                      </a:lnTo>
                      <a:lnTo>
                        <a:pt x="8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7"/>
                <p:cNvSpPr/>
                <p:nvPr/>
              </p:nvSpPr>
              <p:spPr>
                <a:xfrm>
                  <a:off x="1744312" y="2512217"/>
                  <a:ext cx="98469" cy="95948"/>
                </a:xfrm>
                <a:custGeom>
                  <a:avLst/>
                  <a:gdLst/>
                  <a:ahLst/>
                  <a:cxnLst/>
                  <a:rect l="l" t="t" r="r" b="b"/>
                  <a:pathLst>
                    <a:path w="1406" h="1370" extrusionOk="0">
                      <a:moveTo>
                        <a:pt x="524" y="0"/>
                      </a:moveTo>
                      <a:lnTo>
                        <a:pt x="524" y="393"/>
                      </a:lnTo>
                      <a:lnTo>
                        <a:pt x="179" y="179"/>
                      </a:lnTo>
                      <a:lnTo>
                        <a:pt x="1" y="500"/>
                      </a:lnTo>
                      <a:lnTo>
                        <a:pt x="346" y="667"/>
                      </a:lnTo>
                      <a:lnTo>
                        <a:pt x="1" y="869"/>
                      </a:lnTo>
                      <a:lnTo>
                        <a:pt x="179" y="1179"/>
                      </a:lnTo>
                      <a:lnTo>
                        <a:pt x="524" y="976"/>
                      </a:lnTo>
                      <a:lnTo>
                        <a:pt x="513" y="1369"/>
                      </a:lnTo>
                      <a:lnTo>
                        <a:pt x="870" y="1369"/>
                      </a:lnTo>
                      <a:lnTo>
                        <a:pt x="882" y="988"/>
                      </a:lnTo>
                      <a:lnTo>
                        <a:pt x="1227" y="1191"/>
                      </a:lnTo>
                      <a:lnTo>
                        <a:pt x="1405" y="881"/>
                      </a:lnTo>
                      <a:lnTo>
                        <a:pt x="1048" y="691"/>
                      </a:lnTo>
                      <a:lnTo>
                        <a:pt x="1405" y="512"/>
                      </a:lnTo>
                      <a:lnTo>
                        <a:pt x="1227" y="191"/>
                      </a:lnTo>
                      <a:lnTo>
                        <a:pt x="882" y="393"/>
                      </a:lnTo>
                      <a:lnTo>
                        <a:pt x="8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7"/>
                <p:cNvSpPr/>
                <p:nvPr/>
              </p:nvSpPr>
              <p:spPr>
                <a:xfrm>
                  <a:off x="1936070" y="2111964"/>
                  <a:ext cx="526243" cy="867243"/>
                </a:xfrm>
                <a:custGeom>
                  <a:avLst/>
                  <a:gdLst/>
                  <a:ahLst/>
                  <a:cxnLst/>
                  <a:rect l="l" t="t" r="r" b="b"/>
                  <a:pathLst>
                    <a:path w="7514" h="12383" extrusionOk="0">
                      <a:moveTo>
                        <a:pt x="4335" y="1060"/>
                      </a:moveTo>
                      <a:cubicBezTo>
                        <a:pt x="5121" y="1060"/>
                        <a:pt x="5764" y="1703"/>
                        <a:pt x="5764" y="2489"/>
                      </a:cubicBezTo>
                      <a:lnTo>
                        <a:pt x="5764" y="5584"/>
                      </a:lnTo>
                      <a:lnTo>
                        <a:pt x="1715" y="5584"/>
                      </a:lnTo>
                      <a:lnTo>
                        <a:pt x="1715" y="2489"/>
                      </a:lnTo>
                      <a:cubicBezTo>
                        <a:pt x="1715" y="1703"/>
                        <a:pt x="2358" y="1060"/>
                        <a:pt x="3144" y="1060"/>
                      </a:cubicBezTo>
                      <a:close/>
                      <a:moveTo>
                        <a:pt x="3156" y="0"/>
                      </a:moveTo>
                      <a:cubicBezTo>
                        <a:pt x="1775" y="0"/>
                        <a:pt x="656" y="1119"/>
                        <a:pt x="656" y="2500"/>
                      </a:cubicBezTo>
                      <a:lnTo>
                        <a:pt x="656" y="5596"/>
                      </a:lnTo>
                      <a:lnTo>
                        <a:pt x="1" y="5596"/>
                      </a:lnTo>
                      <a:lnTo>
                        <a:pt x="1" y="12383"/>
                      </a:lnTo>
                      <a:lnTo>
                        <a:pt x="7514" y="12383"/>
                      </a:lnTo>
                      <a:lnTo>
                        <a:pt x="7514" y="5596"/>
                      </a:lnTo>
                      <a:lnTo>
                        <a:pt x="6847" y="5596"/>
                      </a:lnTo>
                      <a:lnTo>
                        <a:pt x="6847" y="2500"/>
                      </a:lnTo>
                      <a:cubicBezTo>
                        <a:pt x="6847" y="1119"/>
                        <a:pt x="5728" y="0"/>
                        <a:pt x="43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7"/>
                <p:cNvSpPr/>
                <p:nvPr/>
              </p:nvSpPr>
              <p:spPr>
                <a:xfrm>
                  <a:off x="2070328" y="2569717"/>
                  <a:ext cx="256888" cy="337779"/>
                </a:xfrm>
                <a:custGeom>
                  <a:avLst/>
                  <a:gdLst/>
                  <a:ahLst/>
                  <a:cxnLst/>
                  <a:rect l="l" t="t" r="r" b="b"/>
                  <a:pathLst>
                    <a:path w="3668" h="4823" extrusionOk="0">
                      <a:moveTo>
                        <a:pt x="1834" y="1"/>
                      </a:moveTo>
                      <a:cubicBezTo>
                        <a:pt x="822" y="1"/>
                        <a:pt x="1" y="822"/>
                        <a:pt x="1" y="1834"/>
                      </a:cubicBezTo>
                      <a:cubicBezTo>
                        <a:pt x="1" y="2537"/>
                        <a:pt x="394" y="3144"/>
                        <a:pt x="977" y="3442"/>
                      </a:cubicBezTo>
                      <a:lnTo>
                        <a:pt x="977" y="4823"/>
                      </a:lnTo>
                      <a:lnTo>
                        <a:pt x="2716" y="4823"/>
                      </a:lnTo>
                      <a:lnTo>
                        <a:pt x="2716" y="3442"/>
                      </a:lnTo>
                      <a:cubicBezTo>
                        <a:pt x="3263" y="3144"/>
                        <a:pt x="3668" y="2537"/>
                        <a:pt x="3668" y="1834"/>
                      </a:cubicBezTo>
                      <a:cubicBezTo>
                        <a:pt x="3668" y="822"/>
                        <a:pt x="2846" y="1"/>
                        <a:pt x="18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2" name="Google Shape;172;p17"/>
            <p:cNvGrpSpPr/>
            <p:nvPr/>
          </p:nvGrpSpPr>
          <p:grpSpPr>
            <a:xfrm>
              <a:off x="-1913566" y="3386950"/>
              <a:ext cx="7988400" cy="920950"/>
              <a:chOff x="-1913566" y="3386950"/>
              <a:chExt cx="7988400" cy="920950"/>
            </a:xfrm>
          </p:grpSpPr>
          <p:sp>
            <p:nvSpPr>
              <p:cNvPr id="173" name="Google Shape;173;p17"/>
              <p:cNvSpPr txBox="1"/>
              <p:nvPr/>
            </p:nvSpPr>
            <p:spPr>
              <a:xfrm>
                <a:off x="1013188" y="3386950"/>
                <a:ext cx="1338600" cy="42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2"/>
                    </a:solidFill>
                    <a:latin typeface="Fira Sans"/>
                    <a:ea typeface="Fira Sans"/>
                    <a:cs typeface="Fira Sans"/>
                    <a:sym typeface="Fira Sans"/>
                  </a:rPr>
                  <a:t>Flag</a:t>
                </a:r>
                <a:endParaRPr b="1">
                  <a:solidFill>
                    <a:schemeClr val="accent2"/>
                  </a:solidFill>
                  <a:latin typeface="Fira Sans"/>
                  <a:ea typeface="Fira Sans"/>
                  <a:cs typeface="Fira Sans"/>
                  <a:sym typeface="Fira Sans"/>
                </a:endParaRPr>
              </a:p>
            </p:txBody>
          </p:sp>
          <p:sp>
            <p:nvSpPr>
              <p:cNvPr id="174" name="Google Shape;174;p17"/>
              <p:cNvSpPr txBox="1"/>
              <p:nvPr/>
            </p:nvSpPr>
            <p:spPr>
              <a:xfrm>
                <a:off x="-1913566" y="3773000"/>
                <a:ext cx="7988400" cy="53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a:ea typeface="Fira Sans"/>
                    <a:cs typeface="Fira Sans"/>
                    <a:sym typeface="Fira Sans"/>
                  </a:rPr>
                  <a:t>gemastik{1dc56d258e2386d8b58b88773bd5c4e828dcf7b3f73b0c7cc793972afce7b8c2}</a:t>
                </a:r>
                <a:endParaRPr sz="1200">
                  <a:solidFill>
                    <a:schemeClr val="dk1"/>
                  </a:solidFill>
                  <a:latin typeface="Fira Sans"/>
                  <a:ea typeface="Fira Sans"/>
                  <a:cs typeface="Fira Sans"/>
                  <a:sym typeface="Fira Sans"/>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8"/>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Format perlombaan keamanan siber (gemastik)</a:t>
            </a:r>
            <a:endParaRPr/>
          </a:p>
        </p:txBody>
      </p:sp>
      <p:sp>
        <p:nvSpPr>
          <p:cNvPr id="180" name="Google Shape;180;p18"/>
          <p:cNvSpPr/>
          <p:nvPr/>
        </p:nvSpPr>
        <p:spPr>
          <a:xfrm>
            <a:off x="457199" y="3105575"/>
            <a:ext cx="3585992" cy="1563138"/>
          </a:xfrm>
          <a:custGeom>
            <a:avLst/>
            <a:gdLst/>
            <a:ahLst/>
            <a:cxnLst/>
            <a:rect l="l" t="t" r="r" b="b"/>
            <a:pathLst>
              <a:path w="42078" h="48019" extrusionOk="0">
                <a:moveTo>
                  <a:pt x="1263" y="0"/>
                </a:moveTo>
                <a:cubicBezTo>
                  <a:pt x="560" y="0"/>
                  <a:pt x="1" y="560"/>
                  <a:pt x="1" y="1262"/>
                </a:cubicBezTo>
                <a:lnTo>
                  <a:pt x="1" y="46756"/>
                </a:lnTo>
                <a:cubicBezTo>
                  <a:pt x="1" y="47459"/>
                  <a:pt x="560" y="48018"/>
                  <a:pt x="1263" y="48018"/>
                </a:cubicBezTo>
                <a:lnTo>
                  <a:pt x="40803" y="48018"/>
                </a:lnTo>
                <a:cubicBezTo>
                  <a:pt x="41506" y="48018"/>
                  <a:pt x="42077" y="47459"/>
                  <a:pt x="42077" y="46756"/>
                </a:cubicBezTo>
                <a:lnTo>
                  <a:pt x="42077" y="1262"/>
                </a:lnTo>
                <a:cubicBezTo>
                  <a:pt x="42077" y="560"/>
                  <a:pt x="41506" y="0"/>
                  <a:pt x="408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8"/>
          <p:cNvSpPr/>
          <p:nvPr/>
        </p:nvSpPr>
        <p:spPr>
          <a:xfrm>
            <a:off x="1986018" y="2753344"/>
            <a:ext cx="527957" cy="527957"/>
          </a:xfrm>
          <a:custGeom>
            <a:avLst/>
            <a:gdLst/>
            <a:ahLst/>
            <a:cxnLst/>
            <a:rect l="l" t="t" r="r" b="b"/>
            <a:pathLst>
              <a:path w="15800" h="15800" extrusionOk="0">
                <a:moveTo>
                  <a:pt x="7906" y="0"/>
                </a:moveTo>
                <a:cubicBezTo>
                  <a:pt x="3536" y="0"/>
                  <a:pt x="0" y="3536"/>
                  <a:pt x="0" y="7906"/>
                </a:cubicBezTo>
                <a:cubicBezTo>
                  <a:pt x="0" y="12264"/>
                  <a:pt x="3536" y="15800"/>
                  <a:pt x="7906" y="15800"/>
                </a:cubicBezTo>
                <a:cubicBezTo>
                  <a:pt x="12264" y="15800"/>
                  <a:pt x="15800" y="12264"/>
                  <a:pt x="15800" y="7906"/>
                </a:cubicBezTo>
                <a:cubicBezTo>
                  <a:pt x="15800" y="3536"/>
                  <a:pt x="12264" y="0"/>
                  <a:pt x="7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8"/>
          <p:cNvSpPr/>
          <p:nvPr/>
        </p:nvSpPr>
        <p:spPr>
          <a:xfrm>
            <a:off x="2009075" y="2793977"/>
            <a:ext cx="464736" cy="446759"/>
          </a:xfrm>
          <a:custGeom>
            <a:avLst/>
            <a:gdLst/>
            <a:ahLst/>
            <a:cxnLst/>
            <a:rect l="l" t="t" r="r" b="b"/>
            <a:pathLst>
              <a:path w="13908" h="13370" extrusionOk="0">
                <a:moveTo>
                  <a:pt x="7212" y="0"/>
                </a:moveTo>
                <a:cubicBezTo>
                  <a:pt x="5472" y="0"/>
                  <a:pt x="3763" y="678"/>
                  <a:pt x="2489" y="1951"/>
                </a:cubicBezTo>
                <a:cubicBezTo>
                  <a:pt x="572" y="3868"/>
                  <a:pt x="1" y="6749"/>
                  <a:pt x="1037" y="9250"/>
                </a:cubicBezTo>
                <a:cubicBezTo>
                  <a:pt x="2073" y="11738"/>
                  <a:pt x="4513" y="13369"/>
                  <a:pt x="7216" y="13369"/>
                </a:cubicBezTo>
                <a:cubicBezTo>
                  <a:pt x="10907" y="13369"/>
                  <a:pt x="13895" y="10381"/>
                  <a:pt x="13907" y="6690"/>
                </a:cubicBezTo>
                <a:cubicBezTo>
                  <a:pt x="13907" y="3975"/>
                  <a:pt x="12276" y="1546"/>
                  <a:pt x="9776" y="511"/>
                </a:cubicBezTo>
                <a:cubicBezTo>
                  <a:pt x="8947" y="167"/>
                  <a:pt x="8076" y="0"/>
                  <a:pt x="7212"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a:solidFill>
                  <a:schemeClr val="dk1"/>
                </a:solidFill>
                <a:latin typeface="Fira Sans"/>
                <a:ea typeface="Fira Sans"/>
                <a:cs typeface="Fira Sans"/>
                <a:sym typeface="Fira Sans"/>
              </a:rPr>
              <a:t>01</a:t>
            </a:r>
            <a:endParaRPr/>
          </a:p>
        </p:txBody>
      </p:sp>
      <p:grpSp>
        <p:nvGrpSpPr>
          <p:cNvPr id="183" name="Google Shape;183;p18"/>
          <p:cNvGrpSpPr/>
          <p:nvPr/>
        </p:nvGrpSpPr>
        <p:grpSpPr>
          <a:xfrm>
            <a:off x="1518141" y="1287662"/>
            <a:ext cx="1464112" cy="1464112"/>
            <a:chOff x="2712091" y="1276337"/>
            <a:chExt cx="1464112" cy="1464112"/>
          </a:xfrm>
        </p:grpSpPr>
        <p:sp>
          <p:nvSpPr>
            <p:cNvPr id="184" name="Google Shape;184;p18"/>
            <p:cNvSpPr/>
            <p:nvPr/>
          </p:nvSpPr>
          <p:spPr>
            <a:xfrm>
              <a:off x="2712091" y="1276337"/>
              <a:ext cx="1464112" cy="1464112"/>
            </a:xfrm>
            <a:custGeom>
              <a:avLst/>
              <a:gdLst/>
              <a:ahLst/>
              <a:cxnLst/>
              <a:rect l="l" t="t" r="r" b="b"/>
              <a:pathLst>
                <a:path w="43816" h="43816" extrusionOk="0">
                  <a:moveTo>
                    <a:pt x="21908" y="1"/>
                  </a:moveTo>
                  <a:cubicBezTo>
                    <a:pt x="9812" y="1"/>
                    <a:pt x="1" y="9800"/>
                    <a:pt x="1" y="21908"/>
                  </a:cubicBezTo>
                  <a:cubicBezTo>
                    <a:pt x="1" y="34005"/>
                    <a:pt x="9812" y="43816"/>
                    <a:pt x="21908" y="43816"/>
                  </a:cubicBezTo>
                  <a:cubicBezTo>
                    <a:pt x="34005" y="43816"/>
                    <a:pt x="43816" y="34005"/>
                    <a:pt x="43816" y="21908"/>
                  </a:cubicBezTo>
                  <a:cubicBezTo>
                    <a:pt x="43816" y="9800"/>
                    <a:pt x="34005" y="1"/>
                    <a:pt x="219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8"/>
            <p:cNvSpPr/>
            <p:nvPr/>
          </p:nvSpPr>
          <p:spPr>
            <a:xfrm>
              <a:off x="2749917" y="1364887"/>
              <a:ext cx="1337569" cy="1286845"/>
            </a:xfrm>
            <a:custGeom>
              <a:avLst/>
              <a:gdLst/>
              <a:ahLst/>
              <a:cxnLst/>
              <a:rect l="l" t="t" r="r" b="b"/>
              <a:pathLst>
                <a:path w="40029" h="38511" extrusionOk="0">
                  <a:moveTo>
                    <a:pt x="20781" y="0"/>
                  </a:moveTo>
                  <a:cubicBezTo>
                    <a:pt x="15770" y="0"/>
                    <a:pt x="10842" y="1959"/>
                    <a:pt x="7156" y="5637"/>
                  </a:cubicBezTo>
                  <a:cubicBezTo>
                    <a:pt x="1655" y="11150"/>
                    <a:pt x="0" y="19425"/>
                    <a:pt x="2988" y="26628"/>
                  </a:cubicBezTo>
                  <a:cubicBezTo>
                    <a:pt x="5965" y="33819"/>
                    <a:pt x="12990" y="38511"/>
                    <a:pt x="20776" y="38511"/>
                  </a:cubicBezTo>
                  <a:cubicBezTo>
                    <a:pt x="31409" y="38499"/>
                    <a:pt x="40017" y="29890"/>
                    <a:pt x="40029" y="19258"/>
                  </a:cubicBezTo>
                  <a:cubicBezTo>
                    <a:pt x="40029" y="11471"/>
                    <a:pt x="35338" y="4447"/>
                    <a:pt x="28146" y="1470"/>
                  </a:cubicBezTo>
                  <a:cubicBezTo>
                    <a:pt x="25764" y="480"/>
                    <a:pt x="23262" y="0"/>
                    <a:pt x="207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8"/>
            <p:cNvSpPr/>
            <p:nvPr/>
          </p:nvSpPr>
          <p:spPr>
            <a:xfrm>
              <a:off x="3339492" y="2092331"/>
              <a:ext cx="117788" cy="334618"/>
            </a:xfrm>
            <a:custGeom>
              <a:avLst/>
              <a:gdLst/>
              <a:ahLst/>
              <a:cxnLst/>
              <a:rect l="l" t="t" r="r" b="b"/>
              <a:pathLst>
                <a:path w="3525" h="10014" extrusionOk="0">
                  <a:moveTo>
                    <a:pt x="632" y="0"/>
                  </a:moveTo>
                  <a:lnTo>
                    <a:pt x="1" y="10014"/>
                  </a:lnTo>
                  <a:lnTo>
                    <a:pt x="3525" y="10014"/>
                  </a:lnTo>
                  <a:lnTo>
                    <a:pt x="29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8"/>
            <p:cNvSpPr/>
            <p:nvPr/>
          </p:nvSpPr>
          <p:spPr>
            <a:xfrm>
              <a:off x="2932096" y="1683733"/>
              <a:ext cx="932980" cy="646146"/>
            </a:xfrm>
            <a:custGeom>
              <a:avLst/>
              <a:gdLst/>
              <a:ahLst/>
              <a:cxnLst/>
              <a:rect l="l" t="t" r="r" b="b"/>
              <a:pathLst>
                <a:path w="27921" h="19337" extrusionOk="0">
                  <a:moveTo>
                    <a:pt x="429" y="1"/>
                  </a:moveTo>
                  <a:cubicBezTo>
                    <a:pt x="191" y="1"/>
                    <a:pt x="1" y="191"/>
                    <a:pt x="1" y="429"/>
                  </a:cubicBezTo>
                  <a:lnTo>
                    <a:pt x="1" y="18908"/>
                  </a:lnTo>
                  <a:cubicBezTo>
                    <a:pt x="1" y="19146"/>
                    <a:pt x="191" y="19336"/>
                    <a:pt x="429" y="19336"/>
                  </a:cubicBezTo>
                  <a:lnTo>
                    <a:pt x="27480" y="19336"/>
                  </a:lnTo>
                  <a:cubicBezTo>
                    <a:pt x="27718" y="19336"/>
                    <a:pt x="27921" y="19146"/>
                    <a:pt x="27921" y="18908"/>
                  </a:cubicBezTo>
                  <a:lnTo>
                    <a:pt x="27921" y="429"/>
                  </a:lnTo>
                  <a:cubicBezTo>
                    <a:pt x="27921" y="191"/>
                    <a:pt x="27718" y="1"/>
                    <a:pt x="274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8"/>
            <p:cNvSpPr/>
            <p:nvPr/>
          </p:nvSpPr>
          <p:spPr>
            <a:xfrm>
              <a:off x="2966313" y="1718751"/>
              <a:ext cx="864179" cy="518033"/>
            </a:xfrm>
            <a:custGeom>
              <a:avLst/>
              <a:gdLst/>
              <a:ahLst/>
              <a:cxnLst/>
              <a:rect l="l" t="t" r="r" b="b"/>
              <a:pathLst>
                <a:path w="25862" h="15503" extrusionOk="0">
                  <a:moveTo>
                    <a:pt x="191" y="0"/>
                  </a:moveTo>
                  <a:cubicBezTo>
                    <a:pt x="84" y="0"/>
                    <a:pt x="1" y="84"/>
                    <a:pt x="1" y="191"/>
                  </a:cubicBezTo>
                  <a:lnTo>
                    <a:pt x="1" y="15324"/>
                  </a:lnTo>
                  <a:cubicBezTo>
                    <a:pt x="1" y="15419"/>
                    <a:pt x="84" y="15502"/>
                    <a:pt x="191" y="15502"/>
                  </a:cubicBezTo>
                  <a:lnTo>
                    <a:pt x="25682" y="15502"/>
                  </a:lnTo>
                  <a:cubicBezTo>
                    <a:pt x="25778" y="15502"/>
                    <a:pt x="25861" y="15419"/>
                    <a:pt x="25861" y="15324"/>
                  </a:cubicBezTo>
                  <a:lnTo>
                    <a:pt x="25861" y="191"/>
                  </a:lnTo>
                  <a:cubicBezTo>
                    <a:pt x="25861" y="84"/>
                    <a:pt x="25778" y="0"/>
                    <a:pt x="25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8"/>
            <p:cNvSpPr/>
            <p:nvPr/>
          </p:nvSpPr>
          <p:spPr>
            <a:xfrm>
              <a:off x="2966313" y="1812648"/>
              <a:ext cx="864179" cy="424538"/>
            </a:xfrm>
            <a:custGeom>
              <a:avLst/>
              <a:gdLst/>
              <a:ahLst/>
              <a:cxnLst/>
              <a:rect l="l" t="t" r="r" b="b"/>
              <a:pathLst>
                <a:path w="25862" h="12705" extrusionOk="0">
                  <a:moveTo>
                    <a:pt x="1" y="0"/>
                  </a:moveTo>
                  <a:lnTo>
                    <a:pt x="1" y="12276"/>
                  </a:lnTo>
                  <a:cubicBezTo>
                    <a:pt x="24" y="12518"/>
                    <a:pt x="237" y="12705"/>
                    <a:pt x="478" y="12705"/>
                  </a:cubicBezTo>
                  <a:cubicBezTo>
                    <a:pt x="486" y="12705"/>
                    <a:pt x="493" y="12705"/>
                    <a:pt x="501" y="12704"/>
                  </a:cubicBezTo>
                  <a:lnTo>
                    <a:pt x="25361" y="12704"/>
                  </a:lnTo>
                  <a:cubicBezTo>
                    <a:pt x="25368" y="12705"/>
                    <a:pt x="25376" y="12705"/>
                    <a:pt x="25383" y="12705"/>
                  </a:cubicBezTo>
                  <a:cubicBezTo>
                    <a:pt x="25624" y="12705"/>
                    <a:pt x="25838" y="12518"/>
                    <a:pt x="25861" y="12276"/>
                  </a:cubicBezTo>
                  <a:lnTo>
                    <a:pt x="258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8"/>
            <p:cNvSpPr/>
            <p:nvPr/>
          </p:nvSpPr>
          <p:spPr>
            <a:xfrm>
              <a:off x="3089247" y="2403057"/>
              <a:ext cx="618278" cy="23892"/>
            </a:xfrm>
            <a:custGeom>
              <a:avLst/>
              <a:gdLst/>
              <a:ahLst/>
              <a:cxnLst/>
              <a:rect l="l" t="t" r="r" b="b"/>
              <a:pathLst>
                <a:path w="18503" h="715" extrusionOk="0">
                  <a:moveTo>
                    <a:pt x="275" y="0"/>
                  </a:moveTo>
                  <a:cubicBezTo>
                    <a:pt x="120" y="0"/>
                    <a:pt x="1" y="131"/>
                    <a:pt x="1" y="274"/>
                  </a:cubicBezTo>
                  <a:lnTo>
                    <a:pt x="1" y="441"/>
                  </a:lnTo>
                  <a:cubicBezTo>
                    <a:pt x="1" y="595"/>
                    <a:pt x="120" y="715"/>
                    <a:pt x="275" y="715"/>
                  </a:cubicBezTo>
                  <a:lnTo>
                    <a:pt x="18241" y="715"/>
                  </a:lnTo>
                  <a:cubicBezTo>
                    <a:pt x="18384" y="715"/>
                    <a:pt x="18503" y="595"/>
                    <a:pt x="18503" y="441"/>
                  </a:cubicBezTo>
                  <a:lnTo>
                    <a:pt x="18503" y="274"/>
                  </a:lnTo>
                  <a:cubicBezTo>
                    <a:pt x="18503" y="131"/>
                    <a:pt x="18384" y="0"/>
                    <a:pt x="182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8"/>
            <p:cNvSpPr/>
            <p:nvPr/>
          </p:nvSpPr>
          <p:spPr>
            <a:xfrm>
              <a:off x="3378888" y="2268963"/>
              <a:ext cx="34651" cy="29806"/>
            </a:xfrm>
            <a:custGeom>
              <a:avLst/>
              <a:gdLst/>
              <a:ahLst/>
              <a:cxnLst/>
              <a:rect l="l" t="t" r="r" b="b"/>
              <a:pathLst>
                <a:path w="1037" h="892" extrusionOk="0">
                  <a:moveTo>
                    <a:pt x="596" y="1"/>
                  </a:moveTo>
                  <a:cubicBezTo>
                    <a:pt x="191" y="1"/>
                    <a:pt x="0" y="477"/>
                    <a:pt x="274" y="763"/>
                  </a:cubicBezTo>
                  <a:cubicBezTo>
                    <a:pt x="367" y="851"/>
                    <a:pt x="479" y="891"/>
                    <a:pt x="588" y="891"/>
                  </a:cubicBezTo>
                  <a:cubicBezTo>
                    <a:pt x="818" y="891"/>
                    <a:pt x="1036" y="715"/>
                    <a:pt x="1036" y="441"/>
                  </a:cubicBezTo>
                  <a:cubicBezTo>
                    <a:pt x="1036" y="203"/>
                    <a:pt x="834" y="1"/>
                    <a:pt x="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8"/>
            <p:cNvSpPr/>
            <p:nvPr/>
          </p:nvSpPr>
          <p:spPr>
            <a:xfrm>
              <a:off x="2860488" y="1909718"/>
              <a:ext cx="208510" cy="71642"/>
            </a:xfrm>
            <a:custGeom>
              <a:avLst/>
              <a:gdLst/>
              <a:ahLst/>
              <a:cxnLst/>
              <a:rect l="l" t="t" r="r" b="b"/>
              <a:pathLst>
                <a:path w="6240" h="2144" extrusionOk="0">
                  <a:moveTo>
                    <a:pt x="132" y="0"/>
                  </a:moveTo>
                  <a:cubicBezTo>
                    <a:pt x="60" y="0"/>
                    <a:pt x="1" y="60"/>
                    <a:pt x="1" y="131"/>
                  </a:cubicBezTo>
                  <a:lnTo>
                    <a:pt x="1" y="2013"/>
                  </a:lnTo>
                  <a:cubicBezTo>
                    <a:pt x="1" y="2084"/>
                    <a:pt x="60" y="2144"/>
                    <a:pt x="132" y="2144"/>
                  </a:cubicBezTo>
                  <a:lnTo>
                    <a:pt x="6109" y="2144"/>
                  </a:lnTo>
                  <a:cubicBezTo>
                    <a:pt x="6180" y="2144"/>
                    <a:pt x="6239" y="2084"/>
                    <a:pt x="6239" y="2013"/>
                  </a:cubicBezTo>
                  <a:lnTo>
                    <a:pt x="6239" y="131"/>
                  </a:lnTo>
                  <a:cubicBezTo>
                    <a:pt x="6239" y="60"/>
                    <a:pt x="6180" y="0"/>
                    <a:pt x="61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8"/>
            <p:cNvSpPr/>
            <p:nvPr/>
          </p:nvSpPr>
          <p:spPr>
            <a:xfrm>
              <a:off x="3077719" y="1909718"/>
              <a:ext cx="208109" cy="71642"/>
            </a:xfrm>
            <a:custGeom>
              <a:avLst/>
              <a:gdLst/>
              <a:ahLst/>
              <a:cxnLst/>
              <a:rect l="l" t="t" r="r" b="b"/>
              <a:pathLst>
                <a:path w="6228" h="2144" extrusionOk="0">
                  <a:moveTo>
                    <a:pt x="119" y="0"/>
                  </a:moveTo>
                  <a:cubicBezTo>
                    <a:pt x="48" y="0"/>
                    <a:pt x="0" y="60"/>
                    <a:pt x="0" y="131"/>
                  </a:cubicBezTo>
                  <a:lnTo>
                    <a:pt x="0" y="2013"/>
                  </a:lnTo>
                  <a:cubicBezTo>
                    <a:pt x="0" y="2084"/>
                    <a:pt x="48" y="2144"/>
                    <a:pt x="119" y="2144"/>
                  </a:cubicBezTo>
                  <a:lnTo>
                    <a:pt x="6096" y="2144"/>
                  </a:lnTo>
                  <a:cubicBezTo>
                    <a:pt x="6168" y="2144"/>
                    <a:pt x="6227" y="2084"/>
                    <a:pt x="6227" y="2013"/>
                  </a:cubicBezTo>
                  <a:lnTo>
                    <a:pt x="6227" y="131"/>
                  </a:lnTo>
                  <a:cubicBezTo>
                    <a:pt x="6227" y="60"/>
                    <a:pt x="6168" y="0"/>
                    <a:pt x="60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8"/>
            <p:cNvSpPr/>
            <p:nvPr/>
          </p:nvSpPr>
          <p:spPr>
            <a:xfrm>
              <a:off x="3294148" y="1910119"/>
              <a:ext cx="208510" cy="71642"/>
            </a:xfrm>
            <a:custGeom>
              <a:avLst/>
              <a:gdLst/>
              <a:ahLst/>
              <a:cxnLst/>
              <a:rect l="l" t="t" r="r" b="b"/>
              <a:pathLst>
                <a:path w="6240" h="2144" extrusionOk="0">
                  <a:moveTo>
                    <a:pt x="131" y="0"/>
                  </a:moveTo>
                  <a:cubicBezTo>
                    <a:pt x="60" y="0"/>
                    <a:pt x="0" y="60"/>
                    <a:pt x="0" y="131"/>
                  </a:cubicBezTo>
                  <a:lnTo>
                    <a:pt x="0" y="2012"/>
                  </a:lnTo>
                  <a:cubicBezTo>
                    <a:pt x="0" y="2084"/>
                    <a:pt x="60" y="2143"/>
                    <a:pt x="131" y="2143"/>
                  </a:cubicBezTo>
                  <a:lnTo>
                    <a:pt x="6108" y="2143"/>
                  </a:lnTo>
                  <a:cubicBezTo>
                    <a:pt x="6180" y="2143"/>
                    <a:pt x="6239" y="2084"/>
                    <a:pt x="6239" y="2012"/>
                  </a:cubicBezTo>
                  <a:lnTo>
                    <a:pt x="6239" y="131"/>
                  </a:lnTo>
                  <a:cubicBezTo>
                    <a:pt x="6239" y="60"/>
                    <a:pt x="6180" y="0"/>
                    <a:pt x="6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8"/>
            <p:cNvSpPr/>
            <p:nvPr/>
          </p:nvSpPr>
          <p:spPr>
            <a:xfrm>
              <a:off x="3510977" y="1910119"/>
              <a:ext cx="208510" cy="71642"/>
            </a:xfrm>
            <a:custGeom>
              <a:avLst/>
              <a:gdLst/>
              <a:ahLst/>
              <a:cxnLst/>
              <a:rect l="l" t="t" r="r" b="b"/>
              <a:pathLst>
                <a:path w="6240" h="2144" extrusionOk="0">
                  <a:moveTo>
                    <a:pt x="131" y="0"/>
                  </a:moveTo>
                  <a:cubicBezTo>
                    <a:pt x="60" y="0"/>
                    <a:pt x="0" y="60"/>
                    <a:pt x="0" y="131"/>
                  </a:cubicBezTo>
                  <a:lnTo>
                    <a:pt x="0" y="2012"/>
                  </a:lnTo>
                  <a:cubicBezTo>
                    <a:pt x="0" y="2084"/>
                    <a:pt x="60" y="2143"/>
                    <a:pt x="131" y="2143"/>
                  </a:cubicBezTo>
                  <a:lnTo>
                    <a:pt x="6108" y="2143"/>
                  </a:lnTo>
                  <a:cubicBezTo>
                    <a:pt x="6180" y="2143"/>
                    <a:pt x="6239" y="2084"/>
                    <a:pt x="6239" y="2012"/>
                  </a:cubicBezTo>
                  <a:lnTo>
                    <a:pt x="6239" y="131"/>
                  </a:lnTo>
                  <a:cubicBezTo>
                    <a:pt x="6239" y="60"/>
                    <a:pt x="6180" y="0"/>
                    <a:pt x="6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8"/>
            <p:cNvSpPr/>
            <p:nvPr/>
          </p:nvSpPr>
          <p:spPr>
            <a:xfrm>
              <a:off x="3727807" y="1910119"/>
              <a:ext cx="208510" cy="71642"/>
            </a:xfrm>
            <a:custGeom>
              <a:avLst/>
              <a:gdLst/>
              <a:ahLst/>
              <a:cxnLst/>
              <a:rect l="l" t="t" r="r" b="b"/>
              <a:pathLst>
                <a:path w="6240" h="2144" extrusionOk="0">
                  <a:moveTo>
                    <a:pt x="131" y="0"/>
                  </a:moveTo>
                  <a:cubicBezTo>
                    <a:pt x="60" y="0"/>
                    <a:pt x="0" y="60"/>
                    <a:pt x="0" y="131"/>
                  </a:cubicBezTo>
                  <a:lnTo>
                    <a:pt x="0" y="2012"/>
                  </a:lnTo>
                  <a:cubicBezTo>
                    <a:pt x="0" y="2084"/>
                    <a:pt x="60" y="2143"/>
                    <a:pt x="131" y="2143"/>
                  </a:cubicBezTo>
                  <a:lnTo>
                    <a:pt x="6108" y="2143"/>
                  </a:lnTo>
                  <a:cubicBezTo>
                    <a:pt x="6180" y="2143"/>
                    <a:pt x="6239" y="2084"/>
                    <a:pt x="6239" y="2012"/>
                  </a:cubicBezTo>
                  <a:lnTo>
                    <a:pt x="6239" y="131"/>
                  </a:lnTo>
                  <a:cubicBezTo>
                    <a:pt x="6239" y="60"/>
                    <a:pt x="6180" y="0"/>
                    <a:pt x="6108" y="0"/>
                  </a:cubicBezTo>
                  <a:close/>
                </a:path>
              </a:pathLst>
            </a:custGeom>
            <a:solidFill>
              <a:srgbClr val="435B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8"/>
            <p:cNvSpPr/>
            <p:nvPr/>
          </p:nvSpPr>
          <p:spPr>
            <a:xfrm>
              <a:off x="2969120" y="1826582"/>
              <a:ext cx="208476" cy="71642"/>
            </a:xfrm>
            <a:custGeom>
              <a:avLst/>
              <a:gdLst/>
              <a:ahLst/>
              <a:cxnLst/>
              <a:rect l="l" t="t" r="r" b="b"/>
              <a:pathLst>
                <a:path w="6239" h="2144" extrusionOk="0">
                  <a:moveTo>
                    <a:pt x="131" y="0"/>
                  </a:moveTo>
                  <a:cubicBezTo>
                    <a:pt x="60" y="0"/>
                    <a:pt x="0" y="60"/>
                    <a:pt x="0" y="131"/>
                  </a:cubicBezTo>
                  <a:lnTo>
                    <a:pt x="0" y="2012"/>
                  </a:lnTo>
                  <a:cubicBezTo>
                    <a:pt x="0" y="2084"/>
                    <a:pt x="60" y="2143"/>
                    <a:pt x="131" y="2143"/>
                  </a:cubicBezTo>
                  <a:lnTo>
                    <a:pt x="6108" y="2143"/>
                  </a:lnTo>
                  <a:cubicBezTo>
                    <a:pt x="6179" y="2143"/>
                    <a:pt x="6239" y="2084"/>
                    <a:pt x="6239" y="2012"/>
                  </a:cubicBezTo>
                  <a:lnTo>
                    <a:pt x="6239" y="131"/>
                  </a:lnTo>
                  <a:cubicBezTo>
                    <a:pt x="6239" y="60"/>
                    <a:pt x="6179" y="0"/>
                    <a:pt x="6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8"/>
            <p:cNvSpPr/>
            <p:nvPr/>
          </p:nvSpPr>
          <p:spPr>
            <a:xfrm>
              <a:off x="3185916" y="1826582"/>
              <a:ext cx="208109" cy="71642"/>
            </a:xfrm>
            <a:custGeom>
              <a:avLst/>
              <a:gdLst/>
              <a:ahLst/>
              <a:cxnLst/>
              <a:rect l="l" t="t" r="r" b="b"/>
              <a:pathLst>
                <a:path w="6228" h="2144" extrusionOk="0">
                  <a:moveTo>
                    <a:pt x="132" y="0"/>
                  </a:moveTo>
                  <a:cubicBezTo>
                    <a:pt x="60" y="0"/>
                    <a:pt x="1" y="60"/>
                    <a:pt x="1" y="131"/>
                  </a:cubicBezTo>
                  <a:lnTo>
                    <a:pt x="1" y="2012"/>
                  </a:lnTo>
                  <a:cubicBezTo>
                    <a:pt x="1" y="2084"/>
                    <a:pt x="60" y="2143"/>
                    <a:pt x="132" y="2143"/>
                  </a:cubicBezTo>
                  <a:lnTo>
                    <a:pt x="6109" y="2143"/>
                  </a:lnTo>
                  <a:cubicBezTo>
                    <a:pt x="6180" y="2143"/>
                    <a:pt x="6228" y="2084"/>
                    <a:pt x="6228" y="2012"/>
                  </a:cubicBezTo>
                  <a:lnTo>
                    <a:pt x="6228" y="131"/>
                  </a:lnTo>
                  <a:cubicBezTo>
                    <a:pt x="6228" y="60"/>
                    <a:pt x="6180" y="0"/>
                    <a:pt x="61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8"/>
            <p:cNvSpPr/>
            <p:nvPr/>
          </p:nvSpPr>
          <p:spPr>
            <a:xfrm>
              <a:off x="3402746" y="1826949"/>
              <a:ext cx="208510" cy="71675"/>
            </a:xfrm>
            <a:custGeom>
              <a:avLst/>
              <a:gdLst/>
              <a:ahLst/>
              <a:cxnLst/>
              <a:rect l="l" t="t" r="r" b="b"/>
              <a:pathLst>
                <a:path w="6240" h="2145" extrusionOk="0">
                  <a:moveTo>
                    <a:pt x="132" y="1"/>
                  </a:moveTo>
                  <a:cubicBezTo>
                    <a:pt x="60" y="1"/>
                    <a:pt x="1" y="60"/>
                    <a:pt x="1" y="132"/>
                  </a:cubicBezTo>
                  <a:lnTo>
                    <a:pt x="1" y="2013"/>
                  </a:lnTo>
                  <a:cubicBezTo>
                    <a:pt x="1" y="2085"/>
                    <a:pt x="60" y="2144"/>
                    <a:pt x="132" y="2144"/>
                  </a:cubicBezTo>
                  <a:lnTo>
                    <a:pt x="6109" y="2144"/>
                  </a:lnTo>
                  <a:cubicBezTo>
                    <a:pt x="6180" y="2144"/>
                    <a:pt x="6240" y="2085"/>
                    <a:pt x="6240" y="2013"/>
                  </a:cubicBezTo>
                  <a:lnTo>
                    <a:pt x="6240" y="132"/>
                  </a:lnTo>
                  <a:cubicBezTo>
                    <a:pt x="6240" y="60"/>
                    <a:pt x="6180" y="1"/>
                    <a:pt x="6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8"/>
            <p:cNvSpPr/>
            <p:nvPr/>
          </p:nvSpPr>
          <p:spPr>
            <a:xfrm>
              <a:off x="3619576" y="1826949"/>
              <a:ext cx="208109" cy="71675"/>
            </a:xfrm>
            <a:custGeom>
              <a:avLst/>
              <a:gdLst/>
              <a:ahLst/>
              <a:cxnLst/>
              <a:rect l="l" t="t" r="r" b="b"/>
              <a:pathLst>
                <a:path w="6228" h="2145" extrusionOk="0">
                  <a:moveTo>
                    <a:pt x="120" y="1"/>
                  </a:moveTo>
                  <a:cubicBezTo>
                    <a:pt x="60" y="1"/>
                    <a:pt x="1" y="60"/>
                    <a:pt x="1" y="132"/>
                  </a:cubicBezTo>
                  <a:lnTo>
                    <a:pt x="1" y="2013"/>
                  </a:lnTo>
                  <a:cubicBezTo>
                    <a:pt x="1" y="2085"/>
                    <a:pt x="60" y="2144"/>
                    <a:pt x="120" y="2144"/>
                  </a:cubicBezTo>
                  <a:lnTo>
                    <a:pt x="6109" y="2144"/>
                  </a:lnTo>
                  <a:cubicBezTo>
                    <a:pt x="6180" y="2144"/>
                    <a:pt x="6228" y="2085"/>
                    <a:pt x="6228" y="2013"/>
                  </a:cubicBezTo>
                  <a:lnTo>
                    <a:pt x="6228" y="132"/>
                  </a:lnTo>
                  <a:cubicBezTo>
                    <a:pt x="6228" y="60"/>
                    <a:pt x="6180" y="1"/>
                    <a:pt x="6109" y="1"/>
                  </a:cubicBezTo>
                  <a:close/>
                </a:path>
              </a:pathLst>
            </a:custGeom>
            <a:solidFill>
              <a:srgbClr val="435B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8"/>
            <p:cNvSpPr/>
            <p:nvPr/>
          </p:nvSpPr>
          <p:spPr>
            <a:xfrm>
              <a:off x="2969120" y="2158760"/>
              <a:ext cx="208476" cy="71642"/>
            </a:xfrm>
            <a:custGeom>
              <a:avLst/>
              <a:gdLst/>
              <a:ahLst/>
              <a:cxnLst/>
              <a:rect l="l" t="t" r="r" b="b"/>
              <a:pathLst>
                <a:path w="6239" h="2144" extrusionOk="0">
                  <a:moveTo>
                    <a:pt x="131" y="1"/>
                  </a:moveTo>
                  <a:cubicBezTo>
                    <a:pt x="60" y="1"/>
                    <a:pt x="0" y="60"/>
                    <a:pt x="0" y="132"/>
                  </a:cubicBezTo>
                  <a:lnTo>
                    <a:pt x="0" y="2013"/>
                  </a:lnTo>
                  <a:cubicBezTo>
                    <a:pt x="0" y="2084"/>
                    <a:pt x="60" y="2144"/>
                    <a:pt x="131" y="2144"/>
                  </a:cubicBezTo>
                  <a:lnTo>
                    <a:pt x="6108" y="2144"/>
                  </a:lnTo>
                  <a:cubicBezTo>
                    <a:pt x="6179" y="2144"/>
                    <a:pt x="6239" y="2084"/>
                    <a:pt x="6239" y="2013"/>
                  </a:cubicBezTo>
                  <a:lnTo>
                    <a:pt x="6239" y="132"/>
                  </a:lnTo>
                  <a:cubicBezTo>
                    <a:pt x="6239" y="60"/>
                    <a:pt x="6179" y="1"/>
                    <a:pt x="61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8"/>
            <p:cNvSpPr/>
            <p:nvPr/>
          </p:nvSpPr>
          <p:spPr>
            <a:xfrm>
              <a:off x="3185916" y="2158760"/>
              <a:ext cx="208109" cy="71642"/>
            </a:xfrm>
            <a:custGeom>
              <a:avLst/>
              <a:gdLst/>
              <a:ahLst/>
              <a:cxnLst/>
              <a:rect l="l" t="t" r="r" b="b"/>
              <a:pathLst>
                <a:path w="6228" h="2144" extrusionOk="0">
                  <a:moveTo>
                    <a:pt x="132" y="1"/>
                  </a:moveTo>
                  <a:cubicBezTo>
                    <a:pt x="60" y="1"/>
                    <a:pt x="1" y="60"/>
                    <a:pt x="1" y="132"/>
                  </a:cubicBezTo>
                  <a:lnTo>
                    <a:pt x="1" y="2013"/>
                  </a:lnTo>
                  <a:cubicBezTo>
                    <a:pt x="1" y="2084"/>
                    <a:pt x="60" y="2144"/>
                    <a:pt x="132" y="2144"/>
                  </a:cubicBezTo>
                  <a:lnTo>
                    <a:pt x="6109" y="2144"/>
                  </a:lnTo>
                  <a:cubicBezTo>
                    <a:pt x="6180" y="2144"/>
                    <a:pt x="6228" y="2084"/>
                    <a:pt x="6228" y="2013"/>
                  </a:cubicBezTo>
                  <a:lnTo>
                    <a:pt x="6228" y="132"/>
                  </a:lnTo>
                  <a:cubicBezTo>
                    <a:pt x="6228" y="60"/>
                    <a:pt x="6180" y="1"/>
                    <a:pt x="6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8"/>
            <p:cNvSpPr/>
            <p:nvPr/>
          </p:nvSpPr>
          <p:spPr>
            <a:xfrm>
              <a:off x="3402746" y="2159161"/>
              <a:ext cx="208510" cy="71642"/>
            </a:xfrm>
            <a:custGeom>
              <a:avLst/>
              <a:gdLst/>
              <a:ahLst/>
              <a:cxnLst/>
              <a:rect l="l" t="t" r="r" b="b"/>
              <a:pathLst>
                <a:path w="6240" h="2144" extrusionOk="0">
                  <a:moveTo>
                    <a:pt x="132" y="1"/>
                  </a:moveTo>
                  <a:cubicBezTo>
                    <a:pt x="60" y="1"/>
                    <a:pt x="1" y="60"/>
                    <a:pt x="1" y="132"/>
                  </a:cubicBezTo>
                  <a:lnTo>
                    <a:pt x="1" y="2013"/>
                  </a:lnTo>
                  <a:cubicBezTo>
                    <a:pt x="1" y="2084"/>
                    <a:pt x="60" y="2144"/>
                    <a:pt x="132" y="2144"/>
                  </a:cubicBezTo>
                  <a:lnTo>
                    <a:pt x="6109" y="2144"/>
                  </a:lnTo>
                  <a:cubicBezTo>
                    <a:pt x="6180" y="2144"/>
                    <a:pt x="6240" y="2084"/>
                    <a:pt x="6240" y="2013"/>
                  </a:cubicBezTo>
                  <a:lnTo>
                    <a:pt x="6240" y="132"/>
                  </a:lnTo>
                  <a:cubicBezTo>
                    <a:pt x="6240" y="60"/>
                    <a:pt x="6180" y="1"/>
                    <a:pt x="6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8"/>
            <p:cNvSpPr/>
            <p:nvPr/>
          </p:nvSpPr>
          <p:spPr>
            <a:xfrm>
              <a:off x="3619576" y="2159161"/>
              <a:ext cx="208109" cy="71642"/>
            </a:xfrm>
            <a:custGeom>
              <a:avLst/>
              <a:gdLst/>
              <a:ahLst/>
              <a:cxnLst/>
              <a:rect l="l" t="t" r="r" b="b"/>
              <a:pathLst>
                <a:path w="6228" h="2144" extrusionOk="0">
                  <a:moveTo>
                    <a:pt x="120" y="1"/>
                  </a:moveTo>
                  <a:cubicBezTo>
                    <a:pt x="60" y="1"/>
                    <a:pt x="1" y="60"/>
                    <a:pt x="1" y="132"/>
                  </a:cubicBezTo>
                  <a:lnTo>
                    <a:pt x="1" y="2013"/>
                  </a:lnTo>
                  <a:cubicBezTo>
                    <a:pt x="1" y="2084"/>
                    <a:pt x="60" y="2144"/>
                    <a:pt x="120" y="2144"/>
                  </a:cubicBezTo>
                  <a:lnTo>
                    <a:pt x="6109" y="2144"/>
                  </a:lnTo>
                  <a:cubicBezTo>
                    <a:pt x="6180" y="2144"/>
                    <a:pt x="6228" y="2084"/>
                    <a:pt x="6228" y="2013"/>
                  </a:cubicBezTo>
                  <a:lnTo>
                    <a:pt x="6228" y="132"/>
                  </a:lnTo>
                  <a:cubicBezTo>
                    <a:pt x="6228" y="60"/>
                    <a:pt x="6180" y="1"/>
                    <a:pt x="6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8"/>
            <p:cNvSpPr/>
            <p:nvPr/>
          </p:nvSpPr>
          <p:spPr>
            <a:xfrm>
              <a:off x="2860488" y="2075624"/>
              <a:ext cx="208510" cy="71642"/>
            </a:xfrm>
            <a:custGeom>
              <a:avLst/>
              <a:gdLst/>
              <a:ahLst/>
              <a:cxnLst/>
              <a:rect l="l" t="t" r="r" b="b"/>
              <a:pathLst>
                <a:path w="6240" h="2144" extrusionOk="0">
                  <a:moveTo>
                    <a:pt x="132" y="0"/>
                  </a:moveTo>
                  <a:cubicBezTo>
                    <a:pt x="60" y="0"/>
                    <a:pt x="1" y="60"/>
                    <a:pt x="1" y="131"/>
                  </a:cubicBezTo>
                  <a:lnTo>
                    <a:pt x="1" y="2012"/>
                  </a:lnTo>
                  <a:cubicBezTo>
                    <a:pt x="1" y="2084"/>
                    <a:pt x="60" y="2143"/>
                    <a:pt x="132" y="2143"/>
                  </a:cubicBezTo>
                  <a:lnTo>
                    <a:pt x="6109" y="2143"/>
                  </a:lnTo>
                  <a:cubicBezTo>
                    <a:pt x="6180" y="2143"/>
                    <a:pt x="6239" y="2084"/>
                    <a:pt x="6239" y="2012"/>
                  </a:cubicBezTo>
                  <a:lnTo>
                    <a:pt x="6239" y="131"/>
                  </a:lnTo>
                  <a:cubicBezTo>
                    <a:pt x="6239" y="60"/>
                    <a:pt x="6180" y="0"/>
                    <a:pt x="61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8"/>
            <p:cNvSpPr/>
            <p:nvPr/>
          </p:nvSpPr>
          <p:spPr>
            <a:xfrm>
              <a:off x="3077719" y="2075624"/>
              <a:ext cx="208109" cy="71642"/>
            </a:xfrm>
            <a:custGeom>
              <a:avLst/>
              <a:gdLst/>
              <a:ahLst/>
              <a:cxnLst/>
              <a:rect l="l" t="t" r="r" b="b"/>
              <a:pathLst>
                <a:path w="6228" h="2144" extrusionOk="0">
                  <a:moveTo>
                    <a:pt x="119" y="0"/>
                  </a:moveTo>
                  <a:cubicBezTo>
                    <a:pt x="48" y="0"/>
                    <a:pt x="0" y="60"/>
                    <a:pt x="0" y="131"/>
                  </a:cubicBezTo>
                  <a:lnTo>
                    <a:pt x="0" y="2012"/>
                  </a:lnTo>
                  <a:cubicBezTo>
                    <a:pt x="0" y="2084"/>
                    <a:pt x="48" y="2143"/>
                    <a:pt x="119" y="2143"/>
                  </a:cubicBezTo>
                  <a:lnTo>
                    <a:pt x="6096" y="2143"/>
                  </a:lnTo>
                  <a:cubicBezTo>
                    <a:pt x="6168" y="2143"/>
                    <a:pt x="6227" y="2084"/>
                    <a:pt x="6227" y="2012"/>
                  </a:cubicBezTo>
                  <a:lnTo>
                    <a:pt x="6227" y="131"/>
                  </a:lnTo>
                  <a:cubicBezTo>
                    <a:pt x="6227" y="60"/>
                    <a:pt x="6168" y="0"/>
                    <a:pt x="60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8"/>
            <p:cNvSpPr/>
            <p:nvPr/>
          </p:nvSpPr>
          <p:spPr>
            <a:xfrm>
              <a:off x="3294148" y="2076426"/>
              <a:ext cx="208510" cy="71241"/>
            </a:xfrm>
            <a:custGeom>
              <a:avLst/>
              <a:gdLst/>
              <a:ahLst/>
              <a:cxnLst/>
              <a:rect l="l" t="t" r="r" b="b"/>
              <a:pathLst>
                <a:path w="6240" h="2132" extrusionOk="0">
                  <a:moveTo>
                    <a:pt x="131" y="0"/>
                  </a:moveTo>
                  <a:cubicBezTo>
                    <a:pt x="60" y="0"/>
                    <a:pt x="0" y="48"/>
                    <a:pt x="0" y="119"/>
                  </a:cubicBezTo>
                  <a:lnTo>
                    <a:pt x="0" y="2000"/>
                  </a:lnTo>
                  <a:cubicBezTo>
                    <a:pt x="0" y="2072"/>
                    <a:pt x="60" y="2131"/>
                    <a:pt x="131" y="2131"/>
                  </a:cubicBezTo>
                  <a:lnTo>
                    <a:pt x="6108" y="2131"/>
                  </a:lnTo>
                  <a:cubicBezTo>
                    <a:pt x="6180" y="2131"/>
                    <a:pt x="6239" y="2072"/>
                    <a:pt x="6239" y="2000"/>
                  </a:cubicBezTo>
                  <a:lnTo>
                    <a:pt x="6239" y="119"/>
                  </a:lnTo>
                  <a:cubicBezTo>
                    <a:pt x="6239" y="48"/>
                    <a:pt x="6180" y="0"/>
                    <a:pt x="6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8"/>
            <p:cNvSpPr/>
            <p:nvPr/>
          </p:nvSpPr>
          <p:spPr>
            <a:xfrm>
              <a:off x="3510977" y="2076426"/>
              <a:ext cx="208510" cy="71241"/>
            </a:xfrm>
            <a:custGeom>
              <a:avLst/>
              <a:gdLst/>
              <a:ahLst/>
              <a:cxnLst/>
              <a:rect l="l" t="t" r="r" b="b"/>
              <a:pathLst>
                <a:path w="6240" h="2132" extrusionOk="0">
                  <a:moveTo>
                    <a:pt x="131" y="0"/>
                  </a:moveTo>
                  <a:cubicBezTo>
                    <a:pt x="60" y="0"/>
                    <a:pt x="0" y="48"/>
                    <a:pt x="0" y="119"/>
                  </a:cubicBezTo>
                  <a:lnTo>
                    <a:pt x="0" y="2000"/>
                  </a:lnTo>
                  <a:cubicBezTo>
                    <a:pt x="0" y="2072"/>
                    <a:pt x="60" y="2131"/>
                    <a:pt x="131" y="2131"/>
                  </a:cubicBezTo>
                  <a:lnTo>
                    <a:pt x="6108" y="2131"/>
                  </a:lnTo>
                  <a:cubicBezTo>
                    <a:pt x="6180" y="2131"/>
                    <a:pt x="6239" y="2072"/>
                    <a:pt x="6239" y="2000"/>
                  </a:cubicBezTo>
                  <a:lnTo>
                    <a:pt x="6239" y="119"/>
                  </a:lnTo>
                  <a:cubicBezTo>
                    <a:pt x="6239" y="48"/>
                    <a:pt x="6180" y="0"/>
                    <a:pt x="6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8"/>
            <p:cNvSpPr/>
            <p:nvPr/>
          </p:nvSpPr>
          <p:spPr>
            <a:xfrm>
              <a:off x="3727807" y="2076426"/>
              <a:ext cx="208510" cy="71241"/>
            </a:xfrm>
            <a:custGeom>
              <a:avLst/>
              <a:gdLst/>
              <a:ahLst/>
              <a:cxnLst/>
              <a:rect l="l" t="t" r="r" b="b"/>
              <a:pathLst>
                <a:path w="6240" h="2132" extrusionOk="0">
                  <a:moveTo>
                    <a:pt x="131" y="0"/>
                  </a:moveTo>
                  <a:cubicBezTo>
                    <a:pt x="60" y="0"/>
                    <a:pt x="0" y="48"/>
                    <a:pt x="0" y="119"/>
                  </a:cubicBezTo>
                  <a:lnTo>
                    <a:pt x="0" y="2000"/>
                  </a:lnTo>
                  <a:cubicBezTo>
                    <a:pt x="0" y="2072"/>
                    <a:pt x="60" y="2131"/>
                    <a:pt x="131" y="2131"/>
                  </a:cubicBezTo>
                  <a:lnTo>
                    <a:pt x="6108" y="2131"/>
                  </a:lnTo>
                  <a:cubicBezTo>
                    <a:pt x="6180" y="2131"/>
                    <a:pt x="6239" y="2072"/>
                    <a:pt x="6239" y="2000"/>
                  </a:cubicBezTo>
                  <a:lnTo>
                    <a:pt x="6239" y="119"/>
                  </a:lnTo>
                  <a:cubicBezTo>
                    <a:pt x="6239" y="48"/>
                    <a:pt x="6180" y="0"/>
                    <a:pt x="6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8"/>
            <p:cNvSpPr/>
            <p:nvPr/>
          </p:nvSpPr>
          <p:spPr>
            <a:xfrm>
              <a:off x="2969120" y="1992855"/>
              <a:ext cx="208476" cy="71274"/>
            </a:xfrm>
            <a:custGeom>
              <a:avLst/>
              <a:gdLst/>
              <a:ahLst/>
              <a:cxnLst/>
              <a:rect l="l" t="t" r="r" b="b"/>
              <a:pathLst>
                <a:path w="6239" h="2133" extrusionOk="0">
                  <a:moveTo>
                    <a:pt x="131" y="1"/>
                  </a:moveTo>
                  <a:cubicBezTo>
                    <a:pt x="60" y="1"/>
                    <a:pt x="0" y="60"/>
                    <a:pt x="0" y="132"/>
                  </a:cubicBezTo>
                  <a:lnTo>
                    <a:pt x="0" y="2013"/>
                  </a:lnTo>
                  <a:cubicBezTo>
                    <a:pt x="0" y="2084"/>
                    <a:pt x="60" y="2132"/>
                    <a:pt x="131" y="2132"/>
                  </a:cubicBezTo>
                  <a:lnTo>
                    <a:pt x="6108" y="2132"/>
                  </a:lnTo>
                  <a:cubicBezTo>
                    <a:pt x="6179" y="2132"/>
                    <a:pt x="6239" y="2084"/>
                    <a:pt x="6239" y="2013"/>
                  </a:cubicBezTo>
                  <a:lnTo>
                    <a:pt x="6239" y="132"/>
                  </a:lnTo>
                  <a:cubicBezTo>
                    <a:pt x="6239" y="60"/>
                    <a:pt x="6179" y="1"/>
                    <a:pt x="61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8"/>
            <p:cNvSpPr/>
            <p:nvPr/>
          </p:nvSpPr>
          <p:spPr>
            <a:xfrm>
              <a:off x="3185916" y="1992855"/>
              <a:ext cx="208109" cy="71274"/>
            </a:xfrm>
            <a:custGeom>
              <a:avLst/>
              <a:gdLst/>
              <a:ahLst/>
              <a:cxnLst/>
              <a:rect l="l" t="t" r="r" b="b"/>
              <a:pathLst>
                <a:path w="6228" h="2133" extrusionOk="0">
                  <a:moveTo>
                    <a:pt x="132" y="1"/>
                  </a:moveTo>
                  <a:cubicBezTo>
                    <a:pt x="60" y="1"/>
                    <a:pt x="1" y="60"/>
                    <a:pt x="1" y="132"/>
                  </a:cubicBezTo>
                  <a:lnTo>
                    <a:pt x="1" y="2013"/>
                  </a:lnTo>
                  <a:cubicBezTo>
                    <a:pt x="1" y="2084"/>
                    <a:pt x="60" y="2132"/>
                    <a:pt x="132" y="2132"/>
                  </a:cubicBezTo>
                  <a:lnTo>
                    <a:pt x="6109" y="2132"/>
                  </a:lnTo>
                  <a:cubicBezTo>
                    <a:pt x="6180" y="2132"/>
                    <a:pt x="6228" y="2084"/>
                    <a:pt x="6228" y="2013"/>
                  </a:cubicBezTo>
                  <a:lnTo>
                    <a:pt x="6228" y="132"/>
                  </a:lnTo>
                  <a:cubicBezTo>
                    <a:pt x="6228" y="60"/>
                    <a:pt x="6180" y="1"/>
                    <a:pt x="6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8"/>
            <p:cNvSpPr/>
            <p:nvPr/>
          </p:nvSpPr>
          <p:spPr>
            <a:xfrm>
              <a:off x="3402746" y="1993256"/>
              <a:ext cx="208510" cy="71241"/>
            </a:xfrm>
            <a:custGeom>
              <a:avLst/>
              <a:gdLst/>
              <a:ahLst/>
              <a:cxnLst/>
              <a:rect l="l" t="t" r="r" b="b"/>
              <a:pathLst>
                <a:path w="6240" h="2132" extrusionOk="0">
                  <a:moveTo>
                    <a:pt x="132" y="1"/>
                  </a:moveTo>
                  <a:cubicBezTo>
                    <a:pt x="60" y="1"/>
                    <a:pt x="1" y="60"/>
                    <a:pt x="1" y="120"/>
                  </a:cubicBezTo>
                  <a:lnTo>
                    <a:pt x="1" y="2013"/>
                  </a:lnTo>
                  <a:cubicBezTo>
                    <a:pt x="1" y="2084"/>
                    <a:pt x="60" y="2132"/>
                    <a:pt x="132" y="2132"/>
                  </a:cubicBezTo>
                  <a:lnTo>
                    <a:pt x="6109" y="2132"/>
                  </a:lnTo>
                  <a:cubicBezTo>
                    <a:pt x="6180" y="2132"/>
                    <a:pt x="6240" y="2084"/>
                    <a:pt x="6240" y="2013"/>
                  </a:cubicBezTo>
                  <a:lnTo>
                    <a:pt x="6240" y="120"/>
                  </a:lnTo>
                  <a:cubicBezTo>
                    <a:pt x="6240" y="60"/>
                    <a:pt x="6180" y="1"/>
                    <a:pt x="6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8"/>
            <p:cNvSpPr/>
            <p:nvPr/>
          </p:nvSpPr>
          <p:spPr>
            <a:xfrm>
              <a:off x="3619576" y="1993256"/>
              <a:ext cx="208109" cy="71241"/>
            </a:xfrm>
            <a:custGeom>
              <a:avLst/>
              <a:gdLst/>
              <a:ahLst/>
              <a:cxnLst/>
              <a:rect l="l" t="t" r="r" b="b"/>
              <a:pathLst>
                <a:path w="6228" h="2132" extrusionOk="0">
                  <a:moveTo>
                    <a:pt x="120" y="1"/>
                  </a:moveTo>
                  <a:cubicBezTo>
                    <a:pt x="60" y="1"/>
                    <a:pt x="1" y="60"/>
                    <a:pt x="1" y="120"/>
                  </a:cubicBezTo>
                  <a:lnTo>
                    <a:pt x="1" y="2013"/>
                  </a:lnTo>
                  <a:cubicBezTo>
                    <a:pt x="1" y="2084"/>
                    <a:pt x="60" y="2132"/>
                    <a:pt x="120" y="2132"/>
                  </a:cubicBezTo>
                  <a:lnTo>
                    <a:pt x="6109" y="2132"/>
                  </a:lnTo>
                  <a:cubicBezTo>
                    <a:pt x="6180" y="2132"/>
                    <a:pt x="6228" y="2084"/>
                    <a:pt x="6228" y="2013"/>
                  </a:cubicBezTo>
                  <a:lnTo>
                    <a:pt x="6228" y="120"/>
                  </a:lnTo>
                  <a:cubicBezTo>
                    <a:pt x="6228" y="60"/>
                    <a:pt x="6180" y="1"/>
                    <a:pt x="6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8"/>
            <p:cNvSpPr/>
            <p:nvPr/>
          </p:nvSpPr>
          <p:spPr>
            <a:xfrm>
              <a:off x="3015667" y="1970199"/>
              <a:ext cx="219637" cy="262809"/>
            </a:xfrm>
            <a:custGeom>
              <a:avLst/>
              <a:gdLst/>
              <a:ahLst/>
              <a:cxnLst/>
              <a:rect l="l" t="t" r="r" b="b"/>
              <a:pathLst>
                <a:path w="6573" h="7865" extrusionOk="0">
                  <a:moveTo>
                    <a:pt x="3108" y="0"/>
                  </a:moveTo>
                  <a:cubicBezTo>
                    <a:pt x="3060" y="1096"/>
                    <a:pt x="1738" y="2155"/>
                    <a:pt x="1846" y="3251"/>
                  </a:cubicBezTo>
                  <a:cubicBezTo>
                    <a:pt x="1619" y="2989"/>
                    <a:pt x="1607" y="2572"/>
                    <a:pt x="1429" y="2274"/>
                  </a:cubicBezTo>
                  <a:cubicBezTo>
                    <a:pt x="953" y="3131"/>
                    <a:pt x="619" y="4251"/>
                    <a:pt x="1226" y="5072"/>
                  </a:cubicBezTo>
                  <a:cubicBezTo>
                    <a:pt x="881" y="4929"/>
                    <a:pt x="417" y="4715"/>
                    <a:pt x="262" y="4417"/>
                  </a:cubicBezTo>
                  <a:cubicBezTo>
                    <a:pt x="0" y="4763"/>
                    <a:pt x="143" y="6096"/>
                    <a:pt x="226" y="6346"/>
                  </a:cubicBezTo>
                  <a:cubicBezTo>
                    <a:pt x="405" y="6882"/>
                    <a:pt x="786" y="7311"/>
                    <a:pt x="1286" y="7561"/>
                  </a:cubicBezTo>
                  <a:cubicBezTo>
                    <a:pt x="1655" y="7739"/>
                    <a:pt x="2060" y="7834"/>
                    <a:pt x="2477" y="7846"/>
                  </a:cubicBezTo>
                  <a:cubicBezTo>
                    <a:pt x="2688" y="7854"/>
                    <a:pt x="2919" y="7864"/>
                    <a:pt x="3155" y="7864"/>
                  </a:cubicBezTo>
                  <a:cubicBezTo>
                    <a:pt x="3610" y="7864"/>
                    <a:pt x="4085" y="7829"/>
                    <a:pt x="4477" y="7680"/>
                  </a:cubicBezTo>
                  <a:cubicBezTo>
                    <a:pt x="6215" y="7061"/>
                    <a:pt x="6572" y="4679"/>
                    <a:pt x="6382" y="3941"/>
                  </a:cubicBezTo>
                  <a:lnTo>
                    <a:pt x="6382" y="3941"/>
                  </a:lnTo>
                  <a:cubicBezTo>
                    <a:pt x="6185" y="4161"/>
                    <a:pt x="5321" y="5015"/>
                    <a:pt x="4979" y="5015"/>
                  </a:cubicBezTo>
                  <a:cubicBezTo>
                    <a:pt x="4970" y="5015"/>
                    <a:pt x="4961" y="5014"/>
                    <a:pt x="4953" y="5013"/>
                  </a:cubicBezTo>
                  <a:cubicBezTo>
                    <a:pt x="5310" y="4775"/>
                    <a:pt x="5417" y="3453"/>
                    <a:pt x="5024" y="2631"/>
                  </a:cubicBezTo>
                  <a:lnTo>
                    <a:pt x="5024" y="2631"/>
                  </a:lnTo>
                  <a:cubicBezTo>
                    <a:pt x="4905" y="2893"/>
                    <a:pt x="5013" y="3893"/>
                    <a:pt x="4703" y="3989"/>
                  </a:cubicBezTo>
                  <a:cubicBezTo>
                    <a:pt x="4774" y="2810"/>
                    <a:pt x="4060" y="1869"/>
                    <a:pt x="3917" y="1453"/>
                  </a:cubicBezTo>
                  <a:cubicBezTo>
                    <a:pt x="3751" y="1643"/>
                    <a:pt x="3762" y="1965"/>
                    <a:pt x="3762" y="2191"/>
                  </a:cubicBezTo>
                  <a:cubicBezTo>
                    <a:pt x="3631" y="1227"/>
                    <a:pt x="3536" y="905"/>
                    <a:pt x="31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8"/>
            <p:cNvSpPr/>
            <p:nvPr/>
          </p:nvSpPr>
          <p:spPr>
            <a:xfrm>
              <a:off x="3059407" y="2096308"/>
              <a:ext cx="121397" cy="137302"/>
            </a:xfrm>
            <a:custGeom>
              <a:avLst/>
              <a:gdLst/>
              <a:ahLst/>
              <a:cxnLst/>
              <a:rect l="l" t="t" r="r" b="b"/>
              <a:pathLst>
                <a:path w="3633" h="4109" extrusionOk="0">
                  <a:moveTo>
                    <a:pt x="1989" y="0"/>
                  </a:moveTo>
                  <a:lnTo>
                    <a:pt x="1989" y="0"/>
                  </a:lnTo>
                  <a:cubicBezTo>
                    <a:pt x="1584" y="560"/>
                    <a:pt x="1418" y="1251"/>
                    <a:pt x="1501" y="1929"/>
                  </a:cubicBezTo>
                  <a:cubicBezTo>
                    <a:pt x="1239" y="1774"/>
                    <a:pt x="1048" y="1513"/>
                    <a:pt x="977" y="1215"/>
                  </a:cubicBezTo>
                  <a:cubicBezTo>
                    <a:pt x="846" y="1536"/>
                    <a:pt x="775" y="1894"/>
                    <a:pt x="787" y="2239"/>
                  </a:cubicBezTo>
                  <a:cubicBezTo>
                    <a:pt x="775" y="2501"/>
                    <a:pt x="882" y="2739"/>
                    <a:pt x="1072" y="2906"/>
                  </a:cubicBezTo>
                  <a:cubicBezTo>
                    <a:pt x="656" y="2846"/>
                    <a:pt x="310" y="2548"/>
                    <a:pt x="191" y="2144"/>
                  </a:cubicBezTo>
                  <a:lnTo>
                    <a:pt x="191" y="2144"/>
                  </a:lnTo>
                  <a:cubicBezTo>
                    <a:pt x="1" y="2596"/>
                    <a:pt x="286" y="3346"/>
                    <a:pt x="703" y="3656"/>
                  </a:cubicBezTo>
                  <a:cubicBezTo>
                    <a:pt x="1107" y="3957"/>
                    <a:pt x="1526" y="4108"/>
                    <a:pt x="1952" y="4108"/>
                  </a:cubicBezTo>
                  <a:cubicBezTo>
                    <a:pt x="2268" y="4108"/>
                    <a:pt x="2587" y="4025"/>
                    <a:pt x="2906" y="3858"/>
                  </a:cubicBezTo>
                  <a:cubicBezTo>
                    <a:pt x="3632" y="3489"/>
                    <a:pt x="3596" y="2453"/>
                    <a:pt x="3632" y="2239"/>
                  </a:cubicBezTo>
                  <a:lnTo>
                    <a:pt x="3632" y="2239"/>
                  </a:lnTo>
                  <a:cubicBezTo>
                    <a:pt x="3492" y="2433"/>
                    <a:pt x="3216" y="2627"/>
                    <a:pt x="2962" y="2627"/>
                  </a:cubicBezTo>
                  <a:cubicBezTo>
                    <a:pt x="2935" y="2627"/>
                    <a:pt x="2908" y="2624"/>
                    <a:pt x="2882" y="2620"/>
                  </a:cubicBezTo>
                  <a:cubicBezTo>
                    <a:pt x="3192" y="2334"/>
                    <a:pt x="3239" y="1822"/>
                    <a:pt x="3275" y="1429"/>
                  </a:cubicBezTo>
                  <a:lnTo>
                    <a:pt x="3275" y="1429"/>
                  </a:lnTo>
                  <a:cubicBezTo>
                    <a:pt x="3049" y="1560"/>
                    <a:pt x="2894" y="1941"/>
                    <a:pt x="2453" y="2048"/>
                  </a:cubicBezTo>
                  <a:cubicBezTo>
                    <a:pt x="1977" y="1489"/>
                    <a:pt x="1989" y="262"/>
                    <a:pt x="19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8"/>
            <p:cNvSpPr/>
            <p:nvPr/>
          </p:nvSpPr>
          <p:spPr>
            <a:xfrm>
              <a:off x="3545996" y="1605775"/>
              <a:ext cx="463900" cy="463900"/>
            </a:xfrm>
            <a:custGeom>
              <a:avLst/>
              <a:gdLst/>
              <a:ahLst/>
              <a:cxnLst/>
              <a:rect l="l" t="t" r="r" b="b"/>
              <a:pathLst>
                <a:path w="13883" h="13883" extrusionOk="0">
                  <a:moveTo>
                    <a:pt x="6941" y="0"/>
                  </a:moveTo>
                  <a:cubicBezTo>
                    <a:pt x="3108" y="0"/>
                    <a:pt x="0" y="3108"/>
                    <a:pt x="0" y="6941"/>
                  </a:cubicBezTo>
                  <a:cubicBezTo>
                    <a:pt x="0" y="10775"/>
                    <a:pt x="3108" y="13883"/>
                    <a:pt x="6941" y="13883"/>
                  </a:cubicBezTo>
                  <a:cubicBezTo>
                    <a:pt x="10775" y="13883"/>
                    <a:pt x="13883" y="10775"/>
                    <a:pt x="13883" y="6941"/>
                  </a:cubicBezTo>
                  <a:cubicBezTo>
                    <a:pt x="13883" y="3108"/>
                    <a:pt x="10775" y="0"/>
                    <a:pt x="69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8"/>
            <p:cNvSpPr/>
            <p:nvPr/>
          </p:nvSpPr>
          <p:spPr>
            <a:xfrm>
              <a:off x="3569053" y="1644069"/>
              <a:ext cx="402651" cy="387414"/>
            </a:xfrm>
            <a:custGeom>
              <a:avLst/>
              <a:gdLst/>
              <a:ahLst/>
              <a:cxnLst/>
              <a:rect l="l" t="t" r="r" b="b"/>
              <a:pathLst>
                <a:path w="12050" h="11594" extrusionOk="0">
                  <a:moveTo>
                    <a:pt x="6267" y="0"/>
                  </a:moveTo>
                  <a:cubicBezTo>
                    <a:pt x="4754" y="0"/>
                    <a:pt x="3265" y="591"/>
                    <a:pt x="2156" y="1700"/>
                  </a:cubicBezTo>
                  <a:cubicBezTo>
                    <a:pt x="501" y="3355"/>
                    <a:pt x="1" y="5843"/>
                    <a:pt x="894" y="8010"/>
                  </a:cubicBezTo>
                  <a:cubicBezTo>
                    <a:pt x="1787" y="10177"/>
                    <a:pt x="3906" y="11594"/>
                    <a:pt x="6251" y="11594"/>
                  </a:cubicBezTo>
                  <a:cubicBezTo>
                    <a:pt x="9442" y="11594"/>
                    <a:pt x="12050" y="8998"/>
                    <a:pt x="12050" y="5795"/>
                  </a:cubicBezTo>
                  <a:cubicBezTo>
                    <a:pt x="12050" y="3450"/>
                    <a:pt x="10645" y="1342"/>
                    <a:pt x="8478" y="438"/>
                  </a:cubicBezTo>
                  <a:cubicBezTo>
                    <a:pt x="7763" y="143"/>
                    <a:pt x="7012" y="0"/>
                    <a:pt x="62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8"/>
            <p:cNvSpPr/>
            <p:nvPr/>
          </p:nvSpPr>
          <p:spPr>
            <a:xfrm>
              <a:off x="3625558" y="1815421"/>
              <a:ext cx="307953" cy="222043"/>
            </a:xfrm>
            <a:custGeom>
              <a:avLst/>
              <a:gdLst/>
              <a:ahLst/>
              <a:cxnLst/>
              <a:rect l="l" t="t" r="r" b="b"/>
              <a:pathLst>
                <a:path w="9216" h="6645" extrusionOk="0">
                  <a:moveTo>
                    <a:pt x="5906" y="1"/>
                  </a:moveTo>
                  <a:lnTo>
                    <a:pt x="2786" y="36"/>
                  </a:lnTo>
                  <a:cubicBezTo>
                    <a:pt x="2786" y="36"/>
                    <a:pt x="1131" y="1263"/>
                    <a:pt x="774" y="1739"/>
                  </a:cubicBezTo>
                  <a:cubicBezTo>
                    <a:pt x="0" y="2787"/>
                    <a:pt x="1060" y="6644"/>
                    <a:pt x="1060" y="6644"/>
                  </a:cubicBezTo>
                  <a:lnTo>
                    <a:pt x="8228" y="6644"/>
                  </a:lnTo>
                  <a:cubicBezTo>
                    <a:pt x="8228" y="6644"/>
                    <a:pt x="9216" y="2370"/>
                    <a:pt x="8097" y="1251"/>
                  </a:cubicBezTo>
                  <a:cubicBezTo>
                    <a:pt x="7751" y="906"/>
                    <a:pt x="5906" y="1"/>
                    <a:pt x="59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8"/>
            <p:cNvSpPr/>
            <p:nvPr/>
          </p:nvSpPr>
          <p:spPr>
            <a:xfrm>
              <a:off x="3682831" y="1652155"/>
              <a:ext cx="169514" cy="224983"/>
            </a:xfrm>
            <a:custGeom>
              <a:avLst/>
              <a:gdLst/>
              <a:ahLst/>
              <a:cxnLst/>
              <a:rect l="l" t="t" r="r" b="b"/>
              <a:pathLst>
                <a:path w="5073" h="6733" extrusionOk="0">
                  <a:moveTo>
                    <a:pt x="2522" y="0"/>
                  </a:moveTo>
                  <a:cubicBezTo>
                    <a:pt x="2461" y="0"/>
                    <a:pt x="2398" y="2"/>
                    <a:pt x="2334" y="5"/>
                  </a:cubicBezTo>
                  <a:cubicBezTo>
                    <a:pt x="1632" y="41"/>
                    <a:pt x="1108" y="493"/>
                    <a:pt x="715" y="1053"/>
                  </a:cubicBezTo>
                  <a:cubicBezTo>
                    <a:pt x="132" y="1910"/>
                    <a:pt x="1" y="3017"/>
                    <a:pt x="382" y="3994"/>
                  </a:cubicBezTo>
                  <a:cubicBezTo>
                    <a:pt x="632" y="4660"/>
                    <a:pt x="1001" y="5399"/>
                    <a:pt x="1489" y="5851"/>
                  </a:cubicBezTo>
                  <a:cubicBezTo>
                    <a:pt x="1668" y="6113"/>
                    <a:pt x="2596" y="6732"/>
                    <a:pt x="2596" y="6732"/>
                  </a:cubicBezTo>
                  <a:cubicBezTo>
                    <a:pt x="2596" y="6732"/>
                    <a:pt x="2601" y="6733"/>
                    <a:pt x="2611" y="6733"/>
                  </a:cubicBezTo>
                  <a:cubicBezTo>
                    <a:pt x="2691" y="6733"/>
                    <a:pt x="3111" y="6685"/>
                    <a:pt x="3930" y="5792"/>
                  </a:cubicBezTo>
                  <a:cubicBezTo>
                    <a:pt x="4847" y="4779"/>
                    <a:pt x="5073" y="3077"/>
                    <a:pt x="5037" y="2493"/>
                  </a:cubicBezTo>
                  <a:cubicBezTo>
                    <a:pt x="5002" y="1927"/>
                    <a:pt x="4608" y="0"/>
                    <a:pt x="2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8"/>
            <p:cNvSpPr/>
            <p:nvPr/>
          </p:nvSpPr>
          <p:spPr>
            <a:xfrm>
              <a:off x="3698770" y="1698836"/>
              <a:ext cx="140443" cy="174694"/>
            </a:xfrm>
            <a:custGeom>
              <a:avLst/>
              <a:gdLst/>
              <a:ahLst/>
              <a:cxnLst/>
              <a:rect l="l" t="t" r="r" b="b"/>
              <a:pathLst>
                <a:path w="4203" h="5228" extrusionOk="0">
                  <a:moveTo>
                    <a:pt x="1938" y="1"/>
                  </a:moveTo>
                  <a:cubicBezTo>
                    <a:pt x="1927" y="1"/>
                    <a:pt x="1916" y="1"/>
                    <a:pt x="1905" y="1"/>
                  </a:cubicBezTo>
                  <a:cubicBezTo>
                    <a:pt x="583" y="13"/>
                    <a:pt x="0" y="1966"/>
                    <a:pt x="0" y="1966"/>
                  </a:cubicBezTo>
                  <a:cubicBezTo>
                    <a:pt x="0" y="1966"/>
                    <a:pt x="274" y="3716"/>
                    <a:pt x="1226" y="4525"/>
                  </a:cubicBezTo>
                  <a:cubicBezTo>
                    <a:pt x="1369" y="4728"/>
                    <a:pt x="2107" y="5228"/>
                    <a:pt x="2107" y="5228"/>
                  </a:cubicBezTo>
                  <a:cubicBezTo>
                    <a:pt x="2107" y="5228"/>
                    <a:pt x="2429" y="5109"/>
                    <a:pt x="3167" y="4466"/>
                  </a:cubicBezTo>
                  <a:cubicBezTo>
                    <a:pt x="3989" y="3763"/>
                    <a:pt x="4203" y="2323"/>
                    <a:pt x="4167" y="1858"/>
                  </a:cubicBezTo>
                  <a:cubicBezTo>
                    <a:pt x="4144" y="1398"/>
                    <a:pt x="3230" y="1"/>
                    <a:pt x="19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8"/>
            <p:cNvSpPr/>
            <p:nvPr/>
          </p:nvSpPr>
          <p:spPr>
            <a:xfrm>
              <a:off x="3717449" y="1778063"/>
              <a:ext cx="103085" cy="109935"/>
            </a:xfrm>
            <a:custGeom>
              <a:avLst/>
              <a:gdLst/>
              <a:ahLst/>
              <a:cxnLst/>
              <a:rect l="l" t="t" r="r" b="b"/>
              <a:pathLst>
                <a:path w="3085" h="3290" extrusionOk="0">
                  <a:moveTo>
                    <a:pt x="1532" y="1"/>
                  </a:moveTo>
                  <a:cubicBezTo>
                    <a:pt x="1135" y="1"/>
                    <a:pt x="732" y="102"/>
                    <a:pt x="763" y="321"/>
                  </a:cubicBezTo>
                  <a:cubicBezTo>
                    <a:pt x="822" y="714"/>
                    <a:pt x="810" y="1392"/>
                    <a:pt x="596" y="1476"/>
                  </a:cubicBezTo>
                  <a:cubicBezTo>
                    <a:pt x="529" y="1504"/>
                    <a:pt x="440" y="1513"/>
                    <a:pt x="352" y="1513"/>
                  </a:cubicBezTo>
                  <a:cubicBezTo>
                    <a:pt x="175" y="1513"/>
                    <a:pt x="1" y="1476"/>
                    <a:pt x="1" y="1476"/>
                  </a:cubicBezTo>
                  <a:lnTo>
                    <a:pt x="1" y="1476"/>
                  </a:lnTo>
                  <a:cubicBezTo>
                    <a:pt x="1" y="1476"/>
                    <a:pt x="1105" y="3290"/>
                    <a:pt x="1614" y="3290"/>
                  </a:cubicBezTo>
                  <a:cubicBezTo>
                    <a:pt x="1629" y="3290"/>
                    <a:pt x="1642" y="3288"/>
                    <a:pt x="1656" y="3286"/>
                  </a:cubicBezTo>
                  <a:cubicBezTo>
                    <a:pt x="2132" y="3190"/>
                    <a:pt x="3084" y="1583"/>
                    <a:pt x="3084" y="1583"/>
                  </a:cubicBezTo>
                  <a:cubicBezTo>
                    <a:pt x="2822" y="1535"/>
                    <a:pt x="2572" y="1476"/>
                    <a:pt x="2334" y="1392"/>
                  </a:cubicBezTo>
                  <a:cubicBezTo>
                    <a:pt x="2180" y="1309"/>
                    <a:pt x="2263" y="607"/>
                    <a:pt x="2275" y="261"/>
                  </a:cubicBezTo>
                  <a:cubicBezTo>
                    <a:pt x="2286" y="93"/>
                    <a:pt x="1912" y="1"/>
                    <a:pt x="1532" y="1"/>
                  </a:cubicBezTo>
                  <a:close/>
                </a:path>
              </a:pathLst>
            </a:custGeom>
            <a:solidFill>
              <a:srgbClr val="E8BB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8"/>
            <p:cNvSpPr/>
            <p:nvPr/>
          </p:nvSpPr>
          <p:spPr>
            <a:xfrm>
              <a:off x="3717449" y="1826582"/>
              <a:ext cx="102684" cy="61417"/>
            </a:xfrm>
            <a:custGeom>
              <a:avLst/>
              <a:gdLst/>
              <a:ahLst/>
              <a:cxnLst/>
              <a:rect l="l" t="t" r="r" b="b"/>
              <a:pathLst>
                <a:path w="3073" h="1838" extrusionOk="0">
                  <a:moveTo>
                    <a:pt x="2477" y="0"/>
                  </a:moveTo>
                  <a:cubicBezTo>
                    <a:pt x="2389" y="367"/>
                    <a:pt x="1948" y="679"/>
                    <a:pt x="1491" y="679"/>
                  </a:cubicBezTo>
                  <a:cubicBezTo>
                    <a:pt x="1146" y="679"/>
                    <a:pt x="792" y="501"/>
                    <a:pt x="572" y="36"/>
                  </a:cubicBezTo>
                  <a:cubicBezTo>
                    <a:pt x="477" y="54"/>
                    <a:pt x="382" y="63"/>
                    <a:pt x="286" y="63"/>
                  </a:cubicBezTo>
                  <a:cubicBezTo>
                    <a:pt x="191" y="63"/>
                    <a:pt x="96" y="54"/>
                    <a:pt x="1" y="36"/>
                  </a:cubicBezTo>
                  <a:lnTo>
                    <a:pt x="1" y="36"/>
                  </a:lnTo>
                  <a:cubicBezTo>
                    <a:pt x="1" y="36"/>
                    <a:pt x="1105" y="1838"/>
                    <a:pt x="1603" y="1838"/>
                  </a:cubicBezTo>
                  <a:cubicBezTo>
                    <a:pt x="1617" y="1838"/>
                    <a:pt x="1631" y="1837"/>
                    <a:pt x="1644" y="1834"/>
                  </a:cubicBezTo>
                  <a:cubicBezTo>
                    <a:pt x="2120" y="1738"/>
                    <a:pt x="3072" y="143"/>
                    <a:pt x="3072" y="143"/>
                  </a:cubicBezTo>
                  <a:cubicBezTo>
                    <a:pt x="3072" y="143"/>
                    <a:pt x="2703" y="60"/>
                    <a:pt x="2477" y="0"/>
                  </a:cubicBezTo>
                  <a:close/>
                </a:path>
              </a:pathLst>
            </a:custGeom>
            <a:solidFill>
              <a:srgbClr val="4751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8"/>
            <p:cNvSpPr/>
            <p:nvPr/>
          </p:nvSpPr>
          <p:spPr>
            <a:xfrm>
              <a:off x="3741909" y="1778364"/>
              <a:ext cx="51760" cy="51092"/>
            </a:xfrm>
            <a:custGeom>
              <a:avLst/>
              <a:gdLst/>
              <a:ahLst/>
              <a:cxnLst/>
              <a:rect l="l" t="t" r="r" b="b"/>
              <a:pathLst>
                <a:path w="1549" h="1529" extrusionOk="0">
                  <a:moveTo>
                    <a:pt x="778" y="1"/>
                  </a:moveTo>
                  <a:cubicBezTo>
                    <a:pt x="388" y="1"/>
                    <a:pt x="1" y="96"/>
                    <a:pt x="31" y="312"/>
                  </a:cubicBezTo>
                  <a:cubicBezTo>
                    <a:pt x="90" y="621"/>
                    <a:pt x="78" y="943"/>
                    <a:pt x="7" y="1253"/>
                  </a:cubicBezTo>
                  <a:cubicBezTo>
                    <a:pt x="247" y="1436"/>
                    <a:pt x="532" y="1529"/>
                    <a:pt x="817" y="1529"/>
                  </a:cubicBezTo>
                  <a:cubicBezTo>
                    <a:pt x="1068" y="1529"/>
                    <a:pt x="1320" y="1457"/>
                    <a:pt x="1543" y="1312"/>
                  </a:cubicBezTo>
                  <a:cubicBezTo>
                    <a:pt x="1459" y="1098"/>
                    <a:pt x="1519" y="550"/>
                    <a:pt x="1543" y="252"/>
                  </a:cubicBezTo>
                  <a:cubicBezTo>
                    <a:pt x="1549" y="93"/>
                    <a:pt x="1162" y="1"/>
                    <a:pt x="778" y="1"/>
                  </a:cubicBezTo>
                  <a:close/>
                </a:path>
              </a:pathLst>
            </a:custGeom>
            <a:solidFill>
              <a:srgbClr val="E8BB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8"/>
            <p:cNvSpPr/>
            <p:nvPr/>
          </p:nvSpPr>
          <p:spPr>
            <a:xfrm>
              <a:off x="3711868" y="1696464"/>
              <a:ext cx="111840" cy="129349"/>
            </a:xfrm>
            <a:custGeom>
              <a:avLst/>
              <a:gdLst/>
              <a:ahLst/>
              <a:cxnLst/>
              <a:rect l="l" t="t" r="r" b="b"/>
              <a:pathLst>
                <a:path w="3347" h="3871" extrusionOk="0">
                  <a:moveTo>
                    <a:pt x="1656" y="1"/>
                  </a:moveTo>
                  <a:cubicBezTo>
                    <a:pt x="763" y="13"/>
                    <a:pt x="37" y="632"/>
                    <a:pt x="1" y="1406"/>
                  </a:cubicBezTo>
                  <a:lnTo>
                    <a:pt x="1" y="1429"/>
                  </a:lnTo>
                  <a:cubicBezTo>
                    <a:pt x="1" y="1548"/>
                    <a:pt x="13" y="1668"/>
                    <a:pt x="37" y="1787"/>
                  </a:cubicBezTo>
                  <a:cubicBezTo>
                    <a:pt x="132" y="2382"/>
                    <a:pt x="596" y="3834"/>
                    <a:pt x="1680" y="3870"/>
                  </a:cubicBezTo>
                  <a:cubicBezTo>
                    <a:pt x="1688" y="3870"/>
                    <a:pt x="1697" y="3870"/>
                    <a:pt x="1705" y="3870"/>
                  </a:cubicBezTo>
                  <a:cubicBezTo>
                    <a:pt x="2770" y="3870"/>
                    <a:pt x="3216" y="2377"/>
                    <a:pt x="3311" y="1787"/>
                  </a:cubicBezTo>
                  <a:cubicBezTo>
                    <a:pt x="3335" y="1656"/>
                    <a:pt x="3347" y="1537"/>
                    <a:pt x="3347" y="1406"/>
                  </a:cubicBezTo>
                  <a:cubicBezTo>
                    <a:pt x="3311" y="644"/>
                    <a:pt x="2585" y="24"/>
                    <a:pt x="16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8"/>
            <p:cNvSpPr/>
            <p:nvPr/>
          </p:nvSpPr>
          <p:spPr>
            <a:xfrm>
              <a:off x="3711868" y="1696865"/>
              <a:ext cx="112241" cy="85576"/>
            </a:xfrm>
            <a:custGeom>
              <a:avLst/>
              <a:gdLst/>
              <a:ahLst/>
              <a:cxnLst/>
              <a:rect l="l" t="t" r="r" b="b"/>
              <a:pathLst>
                <a:path w="3359" h="2561" extrusionOk="0">
                  <a:moveTo>
                    <a:pt x="1656" y="1"/>
                  </a:moveTo>
                  <a:cubicBezTo>
                    <a:pt x="763" y="12"/>
                    <a:pt x="37" y="632"/>
                    <a:pt x="1" y="1406"/>
                  </a:cubicBezTo>
                  <a:lnTo>
                    <a:pt x="1" y="1417"/>
                  </a:lnTo>
                  <a:cubicBezTo>
                    <a:pt x="1" y="1536"/>
                    <a:pt x="13" y="1656"/>
                    <a:pt x="37" y="1775"/>
                  </a:cubicBezTo>
                  <a:cubicBezTo>
                    <a:pt x="84" y="2037"/>
                    <a:pt x="156" y="2287"/>
                    <a:pt x="251" y="2537"/>
                  </a:cubicBezTo>
                  <a:cubicBezTo>
                    <a:pt x="523" y="2316"/>
                    <a:pt x="1044" y="2209"/>
                    <a:pt x="1585" y="2209"/>
                  </a:cubicBezTo>
                  <a:cubicBezTo>
                    <a:pt x="2156" y="2209"/>
                    <a:pt x="2748" y="2328"/>
                    <a:pt x="3097" y="2560"/>
                  </a:cubicBezTo>
                  <a:cubicBezTo>
                    <a:pt x="3216" y="2310"/>
                    <a:pt x="3299" y="2048"/>
                    <a:pt x="3347" y="1775"/>
                  </a:cubicBezTo>
                  <a:cubicBezTo>
                    <a:pt x="3359" y="1644"/>
                    <a:pt x="3359" y="1525"/>
                    <a:pt x="3347" y="1406"/>
                  </a:cubicBezTo>
                  <a:cubicBezTo>
                    <a:pt x="3311" y="632"/>
                    <a:pt x="2585" y="12"/>
                    <a:pt x="16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8"/>
            <p:cNvSpPr/>
            <p:nvPr/>
          </p:nvSpPr>
          <p:spPr>
            <a:xfrm>
              <a:off x="3696197" y="1662113"/>
              <a:ext cx="149799" cy="75384"/>
            </a:xfrm>
            <a:custGeom>
              <a:avLst/>
              <a:gdLst/>
              <a:ahLst/>
              <a:cxnLst/>
              <a:rect l="l" t="t" r="r" b="b"/>
              <a:pathLst>
                <a:path w="4483" h="2256" extrusionOk="0">
                  <a:moveTo>
                    <a:pt x="2261" y="0"/>
                  </a:moveTo>
                  <a:cubicBezTo>
                    <a:pt x="1244" y="0"/>
                    <a:pt x="1" y="575"/>
                    <a:pt x="434" y="2255"/>
                  </a:cubicBezTo>
                  <a:cubicBezTo>
                    <a:pt x="434" y="2255"/>
                    <a:pt x="979" y="1906"/>
                    <a:pt x="2013" y="1906"/>
                  </a:cubicBezTo>
                  <a:cubicBezTo>
                    <a:pt x="2530" y="1906"/>
                    <a:pt x="3169" y="1993"/>
                    <a:pt x="3923" y="2255"/>
                  </a:cubicBezTo>
                  <a:cubicBezTo>
                    <a:pt x="4482" y="850"/>
                    <a:pt x="3470" y="124"/>
                    <a:pt x="2554" y="17"/>
                  </a:cubicBezTo>
                  <a:cubicBezTo>
                    <a:pt x="2459" y="6"/>
                    <a:pt x="2361" y="0"/>
                    <a:pt x="22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8"/>
            <p:cNvSpPr/>
            <p:nvPr/>
          </p:nvSpPr>
          <p:spPr>
            <a:xfrm>
              <a:off x="3564274" y="1731884"/>
              <a:ext cx="428113" cy="218033"/>
            </a:xfrm>
            <a:custGeom>
              <a:avLst/>
              <a:gdLst/>
              <a:ahLst/>
              <a:cxnLst/>
              <a:rect l="l" t="t" r="r" b="b"/>
              <a:pathLst>
                <a:path w="12812" h="6525" extrusionOk="0">
                  <a:moveTo>
                    <a:pt x="560" y="0"/>
                  </a:moveTo>
                  <a:lnTo>
                    <a:pt x="1" y="1334"/>
                  </a:lnTo>
                  <a:lnTo>
                    <a:pt x="12252" y="6525"/>
                  </a:lnTo>
                  <a:lnTo>
                    <a:pt x="12812" y="5180"/>
                  </a:lnTo>
                  <a:lnTo>
                    <a:pt x="56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18"/>
          <p:cNvSpPr/>
          <p:nvPr/>
        </p:nvSpPr>
        <p:spPr>
          <a:xfrm>
            <a:off x="5418598" y="3099750"/>
            <a:ext cx="3268198" cy="1568965"/>
          </a:xfrm>
          <a:custGeom>
            <a:avLst/>
            <a:gdLst/>
            <a:ahLst/>
            <a:cxnLst/>
            <a:rect l="l" t="t" r="r" b="b"/>
            <a:pathLst>
              <a:path w="42078" h="48198" extrusionOk="0">
                <a:moveTo>
                  <a:pt x="1382" y="1"/>
                </a:moveTo>
                <a:cubicBezTo>
                  <a:pt x="608" y="1"/>
                  <a:pt x="0" y="620"/>
                  <a:pt x="0" y="1382"/>
                </a:cubicBezTo>
                <a:lnTo>
                  <a:pt x="0" y="46828"/>
                </a:lnTo>
                <a:cubicBezTo>
                  <a:pt x="0" y="47590"/>
                  <a:pt x="608" y="48197"/>
                  <a:pt x="1382" y="48197"/>
                </a:cubicBezTo>
                <a:lnTo>
                  <a:pt x="40696" y="48197"/>
                </a:lnTo>
                <a:cubicBezTo>
                  <a:pt x="41458" y="48197"/>
                  <a:pt x="42077" y="47590"/>
                  <a:pt x="42077" y="46828"/>
                </a:cubicBezTo>
                <a:lnTo>
                  <a:pt x="42077" y="1382"/>
                </a:lnTo>
                <a:cubicBezTo>
                  <a:pt x="42077" y="620"/>
                  <a:pt x="41458" y="1"/>
                  <a:pt x="40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8"/>
          <p:cNvSpPr/>
          <p:nvPr/>
        </p:nvSpPr>
        <p:spPr>
          <a:xfrm>
            <a:off x="6961362" y="2785794"/>
            <a:ext cx="527990" cy="527957"/>
          </a:xfrm>
          <a:custGeom>
            <a:avLst/>
            <a:gdLst/>
            <a:ahLst/>
            <a:cxnLst/>
            <a:rect l="l" t="t" r="r" b="b"/>
            <a:pathLst>
              <a:path w="15801" h="15800" extrusionOk="0">
                <a:moveTo>
                  <a:pt x="7895" y="0"/>
                </a:moveTo>
                <a:cubicBezTo>
                  <a:pt x="3537" y="0"/>
                  <a:pt x="1" y="3536"/>
                  <a:pt x="1" y="7906"/>
                </a:cubicBezTo>
                <a:cubicBezTo>
                  <a:pt x="1" y="12264"/>
                  <a:pt x="3537" y="15800"/>
                  <a:pt x="7895" y="15800"/>
                </a:cubicBezTo>
                <a:cubicBezTo>
                  <a:pt x="12264" y="15800"/>
                  <a:pt x="15801" y="12264"/>
                  <a:pt x="15801" y="7906"/>
                </a:cubicBezTo>
                <a:cubicBezTo>
                  <a:pt x="15801" y="3536"/>
                  <a:pt x="12264" y="0"/>
                  <a:pt x="789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8"/>
          <p:cNvSpPr/>
          <p:nvPr/>
        </p:nvSpPr>
        <p:spPr>
          <a:xfrm>
            <a:off x="6984452" y="2826427"/>
            <a:ext cx="464335" cy="446759"/>
          </a:xfrm>
          <a:custGeom>
            <a:avLst/>
            <a:gdLst/>
            <a:ahLst/>
            <a:cxnLst/>
            <a:rect l="l" t="t" r="r" b="b"/>
            <a:pathLst>
              <a:path w="13896" h="13370" extrusionOk="0">
                <a:moveTo>
                  <a:pt x="7212" y="0"/>
                </a:moveTo>
                <a:cubicBezTo>
                  <a:pt x="5470" y="0"/>
                  <a:pt x="3758" y="678"/>
                  <a:pt x="2477" y="1951"/>
                </a:cubicBezTo>
                <a:cubicBezTo>
                  <a:pt x="572" y="3868"/>
                  <a:pt x="1" y="6749"/>
                  <a:pt x="1036" y="9250"/>
                </a:cubicBezTo>
                <a:cubicBezTo>
                  <a:pt x="2072" y="11738"/>
                  <a:pt x="4501" y="13369"/>
                  <a:pt x="7204" y="13369"/>
                </a:cubicBezTo>
                <a:cubicBezTo>
                  <a:pt x="10907" y="13369"/>
                  <a:pt x="13895" y="10381"/>
                  <a:pt x="13895" y="6690"/>
                </a:cubicBezTo>
                <a:cubicBezTo>
                  <a:pt x="13895" y="3975"/>
                  <a:pt x="12276" y="1546"/>
                  <a:pt x="9776" y="511"/>
                </a:cubicBezTo>
                <a:cubicBezTo>
                  <a:pt x="8946" y="167"/>
                  <a:pt x="8076" y="0"/>
                  <a:pt x="7212"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a:solidFill>
                  <a:schemeClr val="dk1"/>
                </a:solidFill>
                <a:latin typeface="Fira Sans"/>
                <a:ea typeface="Fira Sans"/>
                <a:cs typeface="Fira Sans"/>
                <a:sym typeface="Fira Sans"/>
              </a:rPr>
              <a:t>02</a:t>
            </a:r>
            <a:endParaRPr/>
          </a:p>
        </p:txBody>
      </p:sp>
      <p:grpSp>
        <p:nvGrpSpPr>
          <p:cNvPr id="231" name="Google Shape;231;p18"/>
          <p:cNvGrpSpPr/>
          <p:nvPr/>
        </p:nvGrpSpPr>
        <p:grpSpPr>
          <a:xfrm>
            <a:off x="6493118" y="1320112"/>
            <a:ext cx="1464513" cy="1464112"/>
            <a:chOff x="4966993" y="1276337"/>
            <a:chExt cx="1464513" cy="1464112"/>
          </a:xfrm>
        </p:grpSpPr>
        <p:sp>
          <p:nvSpPr>
            <p:cNvPr id="232" name="Google Shape;232;p18"/>
            <p:cNvSpPr/>
            <p:nvPr/>
          </p:nvSpPr>
          <p:spPr>
            <a:xfrm>
              <a:off x="4966993" y="1276337"/>
              <a:ext cx="1464513" cy="1464112"/>
            </a:xfrm>
            <a:custGeom>
              <a:avLst/>
              <a:gdLst/>
              <a:ahLst/>
              <a:cxnLst/>
              <a:rect l="l" t="t" r="r" b="b"/>
              <a:pathLst>
                <a:path w="43828" h="43816" extrusionOk="0">
                  <a:moveTo>
                    <a:pt x="21908" y="1"/>
                  </a:moveTo>
                  <a:cubicBezTo>
                    <a:pt x="9811" y="1"/>
                    <a:pt x="0" y="9800"/>
                    <a:pt x="0" y="21908"/>
                  </a:cubicBezTo>
                  <a:cubicBezTo>
                    <a:pt x="0" y="34005"/>
                    <a:pt x="9811" y="43816"/>
                    <a:pt x="21908" y="43816"/>
                  </a:cubicBezTo>
                  <a:cubicBezTo>
                    <a:pt x="34016" y="43816"/>
                    <a:pt x="43827" y="34005"/>
                    <a:pt x="43827" y="21908"/>
                  </a:cubicBezTo>
                  <a:cubicBezTo>
                    <a:pt x="43827" y="9800"/>
                    <a:pt x="34016" y="1"/>
                    <a:pt x="219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8"/>
            <p:cNvSpPr/>
            <p:nvPr/>
          </p:nvSpPr>
          <p:spPr>
            <a:xfrm>
              <a:off x="5005186" y="1364887"/>
              <a:ext cx="1337602" cy="1286845"/>
            </a:xfrm>
            <a:custGeom>
              <a:avLst/>
              <a:gdLst/>
              <a:ahLst/>
              <a:cxnLst/>
              <a:rect l="l" t="t" r="r" b="b"/>
              <a:pathLst>
                <a:path w="40030" h="38511" extrusionOk="0">
                  <a:moveTo>
                    <a:pt x="20776" y="0"/>
                  </a:moveTo>
                  <a:cubicBezTo>
                    <a:pt x="15765" y="0"/>
                    <a:pt x="10843" y="1959"/>
                    <a:pt x="7156" y="5637"/>
                  </a:cubicBezTo>
                  <a:cubicBezTo>
                    <a:pt x="1643" y="11150"/>
                    <a:pt x="0" y="19425"/>
                    <a:pt x="2977" y="26628"/>
                  </a:cubicBezTo>
                  <a:cubicBezTo>
                    <a:pt x="5965" y="33819"/>
                    <a:pt x="12978" y="38511"/>
                    <a:pt x="20765" y="38511"/>
                  </a:cubicBezTo>
                  <a:cubicBezTo>
                    <a:pt x="31397" y="38499"/>
                    <a:pt x="40017" y="29890"/>
                    <a:pt x="40029" y="19258"/>
                  </a:cubicBezTo>
                  <a:cubicBezTo>
                    <a:pt x="40029" y="11471"/>
                    <a:pt x="35338" y="4447"/>
                    <a:pt x="28147" y="1470"/>
                  </a:cubicBezTo>
                  <a:cubicBezTo>
                    <a:pt x="25761" y="480"/>
                    <a:pt x="23257" y="0"/>
                    <a:pt x="207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8"/>
            <p:cNvSpPr/>
            <p:nvPr/>
          </p:nvSpPr>
          <p:spPr>
            <a:xfrm>
              <a:off x="5630982" y="2092331"/>
              <a:ext cx="117821" cy="334618"/>
            </a:xfrm>
            <a:custGeom>
              <a:avLst/>
              <a:gdLst/>
              <a:ahLst/>
              <a:cxnLst/>
              <a:rect l="l" t="t" r="r" b="b"/>
              <a:pathLst>
                <a:path w="3526" h="10014" extrusionOk="0">
                  <a:moveTo>
                    <a:pt x="632" y="0"/>
                  </a:moveTo>
                  <a:lnTo>
                    <a:pt x="1" y="10014"/>
                  </a:lnTo>
                  <a:lnTo>
                    <a:pt x="3525" y="10014"/>
                  </a:lnTo>
                  <a:lnTo>
                    <a:pt x="28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8"/>
            <p:cNvSpPr/>
            <p:nvPr/>
          </p:nvSpPr>
          <p:spPr>
            <a:xfrm>
              <a:off x="5223185" y="1683733"/>
              <a:ext cx="933014" cy="646146"/>
            </a:xfrm>
            <a:custGeom>
              <a:avLst/>
              <a:gdLst/>
              <a:ahLst/>
              <a:cxnLst/>
              <a:rect l="l" t="t" r="r" b="b"/>
              <a:pathLst>
                <a:path w="27922" h="19337" extrusionOk="0">
                  <a:moveTo>
                    <a:pt x="441" y="1"/>
                  </a:moveTo>
                  <a:cubicBezTo>
                    <a:pt x="203" y="1"/>
                    <a:pt x="1" y="191"/>
                    <a:pt x="1" y="429"/>
                  </a:cubicBezTo>
                  <a:lnTo>
                    <a:pt x="1" y="18908"/>
                  </a:lnTo>
                  <a:cubicBezTo>
                    <a:pt x="1" y="19146"/>
                    <a:pt x="203" y="19336"/>
                    <a:pt x="441" y="19336"/>
                  </a:cubicBezTo>
                  <a:lnTo>
                    <a:pt x="27492" y="19336"/>
                  </a:lnTo>
                  <a:cubicBezTo>
                    <a:pt x="27731" y="19336"/>
                    <a:pt x="27921" y="19146"/>
                    <a:pt x="27921" y="18908"/>
                  </a:cubicBezTo>
                  <a:lnTo>
                    <a:pt x="27921" y="429"/>
                  </a:lnTo>
                  <a:cubicBezTo>
                    <a:pt x="27921" y="191"/>
                    <a:pt x="27731" y="1"/>
                    <a:pt x="274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8"/>
            <p:cNvSpPr/>
            <p:nvPr/>
          </p:nvSpPr>
          <p:spPr>
            <a:xfrm>
              <a:off x="5257803" y="1719152"/>
              <a:ext cx="864179" cy="517632"/>
            </a:xfrm>
            <a:custGeom>
              <a:avLst/>
              <a:gdLst/>
              <a:ahLst/>
              <a:cxnLst/>
              <a:rect l="l" t="t" r="r" b="b"/>
              <a:pathLst>
                <a:path w="25862" h="15491" extrusionOk="0">
                  <a:moveTo>
                    <a:pt x="191" y="0"/>
                  </a:moveTo>
                  <a:cubicBezTo>
                    <a:pt x="84" y="0"/>
                    <a:pt x="1" y="72"/>
                    <a:pt x="1" y="179"/>
                  </a:cubicBezTo>
                  <a:lnTo>
                    <a:pt x="1" y="15312"/>
                  </a:lnTo>
                  <a:cubicBezTo>
                    <a:pt x="1" y="15407"/>
                    <a:pt x="84" y="15490"/>
                    <a:pt x="191" y="15490"/>
                  </a:cubicBezTo>
                  <a:lnTo>
                    <a:pt x="25671" y="15490"/>
                  </a:lnTo>
                  <a:cubicBezTo>
                    <a:pt x="25778" y="15490"/>
                    <a:pt x="25861" y="15407"/>
                    <a:pt x="25861" y="15312"/>
                  </a:cubicBezTo>
                  <a:lnTo>
                    <a:pt x="25861" y="179"/>
                  </a:lnTo>
                  <a:cubicBezTo>
                    <a:pt x="25861" y="72"/>
                    <a:pt x="25778" y="0"/>
                    <a:pt x="256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8"/>
            <p:cNvSpPr/>
            <p:nvPr/>
          </p:nvSpPr>
          <p:spPr>
            <a:xfrm>
              <a:off x="5380737" y="2403057"/>
              <a:ext cx="618311" cy="23892"/>
            </a:xfrm>
            <a:custGeom>
              <a:avLst/>
              <a:gdLst/>
              <a:ahLst/>
              <a:cxnLst/>
              <a:rect l="l" t="t" r="r" b="b"/>
              <a:pathLst>
                <a:path w="18504" h="715" extrusionOk="0">
                  <a:moveTo>
                    <a:pt x="275" y="0"/>
                  </a:moveTo>
                  <a:cubicBezTo>
                    <a:pt x="120" y="0"/>
                    <a:pt x="1" y="131"/>
                    <a:pt x="1" y="274"/>
                  </a:cubicBezTo>
                  <a:lnTo>
                    <a:pt x="1" y="441"/>
                  </a:lnTo>
                  <a:cubicBezTo>
                    <a:pt x="1" y="595"/>
                    <a:pt x="120" y="715"/>
                    <a:pt x="275" y="715"/>
                  </a:cubicBezTo>
                  <a:lnTo>
                    <a:pt x="18229" y="715"/>
                  </a:lnTo>
                  <a:cubicBezTo>
                    <a:pt x="18384" y="715"/>
                    <a:pt x="18503" y="595"/>
                    <a:pt x="18503" y="441"/>
                  </a:cubicBezTo>
                  <a:lnTo>
                    <a:pt x="18503" y="274"/>
                  </a:lnTo>
                  <a:cubicBezTo>
                    <a:pt x="18503" y="131"/>
                    <a:pt x="18384" y="0"/>
                    <a:pt x="182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8"/>
            <p:cNvSpPr/>
            <p:nvPr/>
          </p:nvSpPr>
          <p:spPr>
            <a:xfrm>
              <a:off x="5669977" y="2268963"/>
              <a:ext cx="35052" cy="29806"/>
            </a:xfrm>
            <a:custGeom>
              <a:avLst/>
              <a:gdLst/>
              <a:ahLst/>
              <a:cxnLst/>
              <a:rect l="l" t="t" r="r" b="b"/>
              <a:pathLst>
                <a:path w="1049" h="892" extrusionOk="0">
                  <a:moveTo>
                    <a:pt x="608" y="1"/>
                  </a:moveTo>
                  <a:cubicBezTo>
                    <a:pt x="203" y="1"/>
                    <a:pt x="1" y="477"/>
                    <a:pt x="286" y="763"/>
                  </a:cubicBezTo>
                  <a:cubicBezTo>
                    <a:pt x="379" y="851"/>
                    <a:pt x="491" y="891"/>
                    <a:pt x="600" y="891"/>
                  </a:cubicBezTo>
                  <a:cubicBezTo>
                    <a:pt x="830" y="891"/>
                    <a:pt x="1048" y="715"/>
                    <a:pt x="1048" y="441"/>
                  </a:cubicBezTo>
                  <a:cubicBezTo>
                    <a:pt x="1048" y="203"/>
                    <a:pt x="846" y="1"/>
                    <a:pt x="6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8"/>
            <p:cNvSpPr/>
            <p:nvPr/>
          </p:nvSpPr>
          <p:spPr>
            <a:xfrm>
              <a:off x="5305152" y="1773251"/>
              <a:ext cx="124571" cy="77222"/>
            </a:xfrm>
            <a:custGeom>
              <a:avLst/>
              <a:gdLst/>
              <a:ahLst/>
              <a:cxnLst/>
              <a:rect l="l" t="t" r="r" b="b"/>
              <a:pathLst>
                <a:path w="3728" h="2311" extrusionOk="0">
                  <a:moveTo>
                    <a:pt x="1" y="1"/>
                  </a:moveTo>
                  <a:lnTo>
                    <a:pt x="1" y="2310"/>
                  </a:lnTo>
                  <a:lnTo>
                    <a:pt x="3727" y="2310"/>
                  </a:lnTo>
                  <a:lnTo>
                    <a:pt x="37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8"/>
            <p:cNvSpPr/>
            <p:nvPr/>
          </p:nvSpPr>
          <p:spPr>
            <a:xfrm>
              <a:off x="5305152" y="1763695"/>
              <a:ext cx="66462" cy="19949"/>
            </a:xfrm>
            <a:custGeom>
              <a:avLst/>
              <a:gdLst/>
              <a:ahLst/>
              <a:cxnLst/>
              <a:rect l="l" t="t" r="r" b="b"/>
              <a:pathLst>
                <a:path w="1989" h="597" extrusionOk="0">
                  <a:moveTo>
                    <a:pt x="1" y="1"/>
                  </a:moveTo>
                  <a:lnTo>
                    <a:pt x="1" y="596"/>
                  </a:lnTo>
                  <a:lnTo>
                    <a:pt x="1989" y="596"/>
                  </a:lnTo>
                  <a:cubicBezTo>
                    <a:pt x="1989" y="263"/>
                    <a:pt x="1727" y="1"/>
                    <a:pt x="1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8"/>
            <p:cNvSpPr/>
            <p:nvPr/>
          </p:nvSpPr>
          <p:spPr>
            <a:xfrm>
              <a:off x="5305152" y="1783610"/>
              <a:ext cx="124571" cy="72043"/>
            </a:xfrm>
            <a:custGeom>
              <a:avLst/>
              <a:gdLst/>
              <a:ahLst/>
              <a:cxnLst/>
              <a:rect l="l" t="t" r="r" b="b"/>
              <a:pathLst>
                <a:path w="3728" h="2156" extrusionOk="0">
                  <a:moveTo>
                    <a:pt x="1" y="0"/>
                  </a:moveTo>
                  <a:lnTo>
                    <a:pt x="1" y="2155"/>
                  </a:lnTo>
                  <a:lnTo>
                    <a:pt x="3727" y="2155"/>
                  </a:lnTo>
                  <a:lnTo>
                    <a:pt x="37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8"/>
            <p:cNvSpPr/>
            <p:nvPr/>
          </p:nvSpPr>
          <p:spPr>
            <a:xfrm>
              <a:off x="5398647" y="1765299"/>
              <a:ext cx="31076" cy="18345"/>
            </a:xfrm>
            <a:custGeom>
              <a:avLst/>
              <a:gdLst/>
              <a:ahLst/>
              <a:cxnLst/>
              <a:rect l="l" t="t" r="r" b="b"/>
              <a:pathLst>
                <a:path w="930" h="549" extrusionOk="0">
                  <a:moveTo>
                    <a:pt x="501" y="0"/>
                  </a:moveTo>
                  <a:lnTo>
                    <a:pt x="1" y="548"/>
                  </a:lnTo>
                  <a:lnTo>
                    <a:pt x="929" y="548"/>
                  </a:lnTo>
                  <a:lnTo>
                    <a:pt x="9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8"/>
            <p:cNvSpPr/>
            <p:nvPr/>
          </p:nvSpPr>
          <p:spPr>
            <a:xfrm>
              <a:off x="5305152" y="1908916"/>
              <a:ext cx="124571" cy="77222"/>
            </a:xfrm>
            <a:custGeom>
              <a:avLst/>
              <a:gdLst/>
              <a:ahLst/>
              <a:cxnLst/>
              <a:rect l="l" t="t" r="r" b="b"/>
              <a:pathLst>
                <a:path w="3728" h="2311" extrusionOk="0">
                  <a:moveTo>
                    <a:pt x="1" y="1"/>
                  </a:moveTo>
                  <a:lnTo>
                    <a:pt x="1" y="2310"/>
                  </a:lnTo>
                  <a:lnTo>
                    <a:pt x="3727" y="2310"/>
                  </a:lnTo>
                  <a:lnTo>
                    <a:pt x="37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8"/>
            <p:cNvSpPr/>
            <p:nvPr/>
          </p:nvSpPr>
          <p:spPr>
            <a:xfrm>
              <a:off x="5305152" y="1899360"/>
              <a:ext cx="66462" cy="19548"/>
            </a:xfrm>
            <a:custGeom>
              <a:avLst/>
              <a:gdLst/>
              <a:ahLst/>
              <a:cxnLst/>
              <a:rect l="l" t="t" r="r" b="b"/>
              <a:pathLst>
                <a:path w="1989" h="585" extrusionOk="0">
                  <a:moveTo>
                    <a:pt x="1" y="1"/>
                  </a:moveTo>
                  <a:lnTo>
                    <a:pt x="1" y="584"/>
                  </a:lnTo>
                  <a:lnTo>
                    <a:pt x="1989" y="584"/>
                  </a:lnTo>
                  <a:cubicBezTo>
                    <a:pt x="1989" y="263"/>
                    <a:pt x="1727" y="1"/>
                    <a:pt x="1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8"/>
            <p:cNvSpPr/>
            <p:nvPr/>
          </p:nvSpPr>
          <p:spPr>
            <a:xfrm>
              <a:off x="5305152" y="1918874"/>
              <a:ext cx="124571" cy="72043"/>
            </a:xfrm>
            <a:custGeom>
              <a:avLst/>
              <a:gdLst/>
              <a:ahLst/>
              <a:cxnLst/>
              <a:rect l="l" t="t" r="r" b="b"/>
              <a:pathLst>
                <a:path w="3728" h="2156" extrusionOk="0">
                  <a:moveTo>
                    <a:pt x="1" y="0"/>
                  </a:moveTo>
                  <a:lnTo>
                    <a:pt x="1" y="2155"/>
                  </a:lnTo>
                  <a:lnTo>
                    <a:pt x="3727" y="2155"/>
                  </a:lnTo>
                  <a:lnTo>
                    <a:pt x="37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8"/>
            <p:cNvSpPr/>
            <p:nvPr/>
          </p:nvSpPr>
          <p:spPr>
            <a:xfrm>
              <a:off x="5299973" y="2044180"/>
              <a:ext cx="124571" cy="77222"/>
            </a:xfrm>
            <a:custGeom>
              <a:avLst/>
              <a:gdLst/>
              <a:ahLst/>
              <a:cxnLst/>
              <a:rect l="l" t="t" r="r" b="b"/>
              <a:pathLst>
                <a:path w="3728" h="2311" extrusionOk="0">
                  <a:moveTo>
                    <a:pt x="1" y="1"/>
                  </a:moveTo>
                  <a:lnTo>
                    <a:pt x="1" y="2311"/>
                  </a:lnTo>
                  <a:lnTo>
                    <a:pt x="3728" y="2311"/>
                  </a:lnTo>
                  <a:lnTo>
                    <a:pt x="372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8"/>
            <p:cNvSpPr/>
            <p:nvPr/>
          </p:nvSpPr>
          <p:spPr>
            <a:xfrm>
              <a:off x="5299973" y="2034623"/>
              <a:ext cx="66496" cy="19548"/>
            </a:xfrm>
            <a:custGeom>
              <a:avLst/>
              <a:gdLst/>
              <a:ahLst/>
              <a:cxnLst/>
              <a:rect l="l" t="t" r="r" b="b"/>
              <a:pathLst>
                <a:path w="1990" h="585" extrusionOk="0">
                  <a:moveTo>
                    <a:pt x="1" y="1"/>
                  </a:moveTo>
                  <a:lnTo>
                    <a:pt x="1" y="584"/>
                  </a:lnTo>
                  <a:lnTo>
                    <a:pt x="1989" y="584"/>
                  </a:lnTo>
                  <a:cubicBezTo>
                    <a:pt x="1989" y="263"/>
                    <a:pt x="1727" y="1"/>
                    <a:pt x="1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8"/>
            <p:cNvSpPr/>
            <p:nvPr/>
          </p:nvSpPr>
          <p:spPr>
            <a:xfrm>
              <a:off x="5299973" y="2054138"/>
              <a:ext cx="124571" cy="72444"/>
            </a:xfrm>
            <a:custGeom>
              <a:avLst/>
              <a:gdLst/>
              <a:ahLst/>
              <a:cxnLst/>
              <a:rect l="l" t="t" r="r" b="b"/>
              <a:pathLst>
                <a:path w="3728" h="2168" extrusionOk="0">
                  <a:moveTo>
                    <a:pt x="1" y="0"/>
                  </a:moveTo>
                  <a:lnTo>
                    <a:pt x="1" y="2167"/>
                  </a:lnTo>
                  <a:lnTo>
                    <a:pt x="3728" y="2167"/>
                  </a:lnTo>
                  <a:lnTo>
                    <a:pt x="37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8"/>
            <p:cNvSpPr/>
            <p:nvPr/>
          </p:nvSpPr>
          <p:spPr>
            <a:xfrm>
              <a:off x="5474232" y="1773251"/>
              <a:ext cx="124571" cy="77222"/>
            </a:xfrm>
            <a:custGeom>
              <a:avLst/>
              <a:gdLst/>
              <a:ahLst/>
              <a:cxnLst/>
              <a:rect l="l" t="t" r="r" b="b"/>
              <a:pathLst>
                <a:path w="3728" h="2311" extrusionOk="0">
                  <a:moveTo>
                    <a:pt x="1" y="1"/>
                  </a:moveTo>
                  <a:lnTo>
                    <a:pt x="1" y="2310"/>
                  </a:lnTo>
                  <a:lnTo>
                    <a:pt x="3727" y="2310"/>
                  </a:lnTo>
                  <a:lnTo>
                    <a:pt x="37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8"/>
            <p:cNvSpPr/>
            <p:nvPr/>
          </p:nvSpPr>
          <p:spPr>
            <a:xfrm>
              <a:off x="5474232" y="1763695"/>
              <a:ext cx="66496" cy="19949"/>
            </a:xfrm>
            <a:custGeom>
              <a:avLst/>
              <a:gdLst/>
              <a:ahLst/>
              <a:cxnLst/>
              <a:rect l="l" t="t" r="r" b="b"/>
              <a:pathLst>
                <a:path w="1990" h="597" extrusionOk="0">
                  <a:moveTo>
                    <a:pt x="1" y="1"/>
                  </a:moveTo>
                  <a:lnTo>
                    <a:pt x="1" y="596"/>
                  </a:lnTo>
                  <a:lnTo>
                    <a:pt x="1989" y="596"/>
                  </a:lnTo>
                  <a:cubicBezTo>
                    <a:pt x="1989" y="263"/>
                    <a:pt x="1727" y="1"/>
                    <a:pt x="1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8"/>
            <p:cNvSpPr/>
            <p:nvPr/>
          </p:nvSpPr>
          <p:spPr>
            <a:xfrm>
              <a:off x="5474232" y="1783610"/>
              <a:ext cx="124571" cy="72043"/>
            </a:xfrm>
            <a:custGeom>
              <a:avLst/>
              <a:gdLst/>
              <a:ahLst/>
              <a:cxnLst/>
              <a:rect l="l" t="t" r="r" b="b"/>
              <a:pathLst>
                <a:path w="3728" h="2156" extrusionOk="0">
                  <a:moveTo>
                    <a:pt x="1" y="0"/>
                  </a:moveTo>
                  <a:lnTo>
                    <a:pt x="1" y="2155"/>
                  </a:lnTo>
                  <a:lnTo>
                    <a:pt x="3727" y="2155"/>
                  </a:lnTo>
                  <a:lnTo>
                    <a:pt x="37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8"/>
            <p:cNvSpPr/>
            <p:nvPr/>
          </p:nvSpPr>
          <p:spPr>
            <a:xfrm>
              <a:off x="5567727" y="1764497"/>
              <a:ext cx="31076" cy="18345"/>
            </a:xfrm>
            <a:custGeom>
              <a:avLst/>
              <a:gdLst/>
              <a:ahLst/>
              <a:cxnLst/>
              <a:rect l="l" t="t" r="r" b="b"/>
              <a:pathLst>
                <a:path w="930" h="549" extrusionOk="0">
                  <a:moveTo>
                    <a:pt x="501" y="1"/>
                  </a:moveTo>
                  <a:lnTo>
                    <a:pt x="1" y="548"/>
                  </a:lnTo>
                  <a:lnTo>
                    <a:pt x="929" y="548"/>
                  </a:lnTo>
                  <a:lnTo>
                    <a:pt x="9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8"/>
            <p:cNvSpPr/>
            <p:nvPr/>
          </p:nvSpPr>
          <p:spPr>
            <a:xfrm>
              <a:off x="5398647" y="1899761"/>
              <a:ext cx="31076" cy="18345"/>
            </a:xfrm>
            <a:custGeom>
              <a:avLst/>
              <a:gdLst/>
              <a:ahLst/>
              <a:cxnLst/>
              <a:rect l="l" t="t" r="r" b="b"/>
              <a:pathLst>
                <a:path w="930" h="549" extrusionOk="0">
                  <a:moveTo>
                    <a:pt x="501" y="1"/>
                  </a:moveTo>
                  <a:lnTo>
                    <a:pt x="1" y="548"/>
                  </a:lnTo>
                  <a:lnTo>
                    <a:pt x="929" y="548"/>
                  </a:lnTo>
                  <a:lnTo>
                    <a:pt x="9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8"/>
            <p:cNvSpPr/>
            <p:nvPr/>
          </p:nvSpPr>
          <p:spPr>
            <a:xfrm>
              <a:off x="5393468" y="2036227"/>
              <a:ext cx="31076" cy="17944"/>
            </a:xfrm>
            <a:custGeom>
              <a:avLst/>
              <a:gdLst/>
              <a:ahLst/>
              <a:cxnLst/>
              <a:rect l="l" t="t" r="r" b="b"/>
              <a:pathLst>
                <a:path w="930" h="537" extrusionOk="0">
                  <a:moveTo>
                    <a:pt x="501" y="1"/>
                  </a:moveTo>
                  <a:lnTo>
                    <a:pt x="1" y="536"/>
                  </a:lnTo>
                  <a:lnTo>
                    <a:pt x="930" y="536"/>
                  </a:lnTo>
                  <a:lnTo>
                    <a:pt x="93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8"/>
            <p:cNvSpPr/>
            <p:nvPr/>
          </p:nvSpPr>
          <p:spPr>
            <a:xfrm>
              <a:off x="5821548" y="1517025"/>
              <a:ext cx="408231" cy="312764"/>
            </a:xfrm>
            <a:custGeom>
              <a:avLst/>
              <a:gdLst/>
              <a:ahLst/>
              <a:cxnLst/>
              <a:rect l="l" t="t" r="r" b="b"/>
              <a:pathLst>
                <a:path w="12217" h="9360" extrusionOk="0">
                  <a:moveTo>
                    <a:pt x="6109" y="1"/>
                  </a:moveTo>
                  <a:cubicBezTo>
                    <a:pt x="6008" y="1"/>
                    <a:pt x="5906" y="49"/>
                    <a:pt x="5847" y="144"/>
                  </a:cubicBezTo>
                  <a:lnTo>
                    <a:pt x="2966" y="4549"/>
                  </a:lnTo>
                  <a:lnTo>
                    <a:pt x="132" y="8871"/>
                  </a:lnTo>
                  <a:cubicBezTo>
                    <a:pt x="1" y="9074"/>
                    <a:pt x="144" y="9347"/>
                    <a:pt x="406" y="9359"/>
                  </a:cubicBezTo>
                  <a:lnTo>
                    <a:pt x="11812" y="9359"/>
                  </a:lnTo>
                  <a:cubicBezTo>
                    <a:pt x="12062" y="9347"/>
                    <a:pt x="12217" y="9074"/>
                    <a:pt x="12074" y="8871"/>
                  </a:cubicBezTo>
                  <a:lnTo>
                    <a:pt x="9252" y="4549"/>
                  </a:lnTo>
                  <a:lnTo>
                    <a:pt x="6371" y="144"/>
                  </a:lnTo>
                  <a:cubicBezTo>
                    <a:pt x="6311" y="49"/>
                    <a:pt x="6210" y="1"/>
                    <a:pt x="61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8"/>
            <p:cNvSpPr/>
            <p:nvPr/>
          </p:nvSpPr>
          <p:spPr>
            <a:xfrm>
              <a:off x="5866123" y="1561300"/>
              <a:ext cx="318712" cy="243829"/>
            </a:xfrm>
            <a:custGeom>
              <a:avLst/>
              <a:gdLst/>
              <a:ahLst/>
              <a:cxnLst/>
              <a:rect l="l" t="t" r="r" b="b"/>
              <a:pathLst>
                <a:path w="9538" h="7297" extrusionOk="0">
                  <a:moveTo>
                    <a:pt x="4769" y="1"/>
                  </a:moveTo>
                  <a:cubicBezTo>
                    <a:pt x="4715" y="1"/>
                    <a:pt x="4662" y="27"/>
                    <a:pt x="4632" y="81"/>
                  </a:cubicBezTo>
                  <a:lnTo>
                    <a:pt x="72" y="7046"/>
                  </a:lnTo>
                  <a:cubicBezTo>
                    <a:pt x="0" y="7153"/>
                    <a:pt x="84" y="7296"/>
                    <a:pt x="215" y="7296"/>
                  </a:cubicBezTo>
                  <a:lnTo>
                    <a:pt x="9323" y="7296"/>
                  </a:lnTo>
                  <a:cubicBezTo>
                    <a:pt x="9454" y="7296"/>
                    <a:pt x="9537" y="7153"/>
                    <a:pt x="9466" y="7046"/>
                  </a:cubicBezTo>
                  <a:lnTo>
                    <a:pt x="4906" y="81"/>
                  </a:lnTo>
                  <a:cubicBezTo>
                    <a:pt x="4876" y="27"/>
                    <a:pt x="4822" y="1"/>
                    <a:pt x="47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8"/>
            <p:cNvSpPr/>
            <p:nvPr/>
          </p:nvSpPr>
          <p:spPr>
            <a:xfrm>
              <a:off x="6004562" y="1626058"/>
              <a:ext cx="41802" cy="118590"/>
            </a:xfrm>
            <a:custGeom>
              <a:avLst/>
              <a:gdLst/>
              <a:ahLst/>
              <a:cxnLst/>
              <a:rect l="l" t="t" r="r" b="b"/>
              <a:pathLst>
                <a:path w="1251" h="3549" extrusionOk="0">
                  <a:moveTo>
                    <a:pt x="203" y="0"/>
                  </a:moveTo>
                  <a:cubicBezTo>
                    <a:pt x="96" y="0"/>
                    <a:pt x="1" y="96"/>
                    <a:pt x="13" y="215"/>
                  </a:cubicBezTo>
                  <a:lnTo>
                    <a:pt x="227" y="3334"/>
                  </a:lnTo>
                  <a:cubicBezTo>
                    <a:pt x="227" y="3453"/>
                    <a:pt x="334" y="3548"/>
                    <a:pt x="453" y="3548"/>
                  </a:cubicBezTo>
                  <a:lnTo>
                    <a:pt x="810" y="3548"/>
                  </a:lnTo>
                  <a:cubicBezTo>
                    <a:pt x="930" y="3548"/>
                    <a:pt x="1025" y="3453"/>
                    <a:pt x="1037" y="3334"/>
                  </a:cubicBezTo>
                  <a:lnTo>
                    <a:pt x="1239" y="215"/>
                  </a:lnTo>
                  <a:cubicBezTo>
                    <a:pt x="1251" y="96"/>
                    <a:pt x="1156" y="0"/>
                    <a:pt x="10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8"/>
            <p:cNvSpPr/>
            <p:nvPr/>
          </p:nvSpPr>
          <p:spPr>
            <a:xfrm>
              <a:off x="6004161" y="1752567"/>
              <a:ext cx="37458" cy="31978"/>
            </a:xfrm>
            <a:custGeom>
              <a:avLst/>
              <a:gdLst/>
              <a:ahLst/>
              <a:cxnLst/>
              <a:rect l="l" t="t" r="r" b="b"/>
              <a:pathLst>
                <a:path w="1121" h="957" extrusionOk="0">
                  <a:moveTo>
                    <a:pt x="644" y="0"/>
                  </a:moveTo>
                  <a:cubicBezTo>
                    <a:pt x="215" y="0"/>
                    <a:pt x="1" y="512"/>
                    <a:pt x="299" y="810"/>
                  </a:cubicBezTo>
                  <a:cubicBezTo>
                    <a:pt x="400" y="911"/>
                    <a:pt x="523" y="957"/>
                    <a:pt x="642" y="957"/>
                  </a:cubicBezTo>
                  <a:cubicBezTo>
                    <a:pt x="888" y="957"/>
                    <a:pt x="1120" y="765"/>
                    <a:pt x="1120" y="477"/>
                  </a:cubicBezTo>
                  <a:cubicBezTo>
                    <a:pt x="1120" y="215"/>
                    <a:pt x="906" y="0"/>
                    <a:pt x="6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8"/>
            <p:cNvSpPr/>
            <p:nvPr/>
          </p:nvSpPr>
          <p:spPr>
            <a:xfrm>
              <a:off x="5864519" y="2142855"/>
              <a:ext cx="102283" cy="105057"/>
            </a:xfrm>
            <a:custGeom>
              <a:avLst/>
              <a:gdLst/>
              <a:ahLst/>
              <a:cxnLst/>
              <a:rect l="l" t="t" r="r" b="b"/>
              <a:pathLst>
                <a:path w="3061" h="3144" extrusionOk="0">
                  <a:moveTo>
                    <a:pt x="691" y="0"/>
                  </a:moveTo>
                  <a:lnTo>
                    <a:pt x="1" y="655"/>
                  </a:lnTo>
                  <a:lnTo>
                    <a:pt x="2382" y="3144"/>
                  </a:lnTo>
                  <a:lnTo>
                    <a:pt x="3061" y="2489"/>
                  </a:lnTo>
                  <a:lnTo>
                    <a:pt x="6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8"/>
            <p:cNvSpPr/>
            <p:nvPr/>
          </p:nvSpPr>
          <p:spPr>
            <a:xfrm>
              <a:off x="5916647" y="2201765"/>
              <a:ext cx="231967" cy="234005"/>
            </a:xfrm>
            <a:custGeom>
              <a:avLst/>
              <a:gdLst/>
              <a:ahLst/>
              <a:cxnLst/>
              <a:rect l="l" t="t" r="r" b="b"/>
              <a:pathLst>
                <a:path w="6942" h="7003" extrusionOk="0">
                  <a:moveTo>
                    <a:pt x="876" y="1"/>
                  </a:moveTo>
                  <a:cubicBezTo>
                    <a:pt x="680" y="1"/>
                    <a:pt x="484" y="75"/>
                    <a:pt x="334" y="226"/>
                  </a:cubicBezTo>
                  <a:cubicBezTo>
                    <a:pt x="12" y="523"/>
                    <a:pt x="1" y="1024"/>
                    <a:pt x="310" y="1333"/>
                  </a:cubicBezTo>
                  <a:lnTo>
                    <a:pt x="5501" y="6762"/>
                  </a:lnTo>
                  <a:cubicBezTo>
                    <a:pt x="5654" y="6922"/>
                    <a:pt x="5861" y="7002"/>
                    <a:pt x="6070" y="7002"/>
                  </a:cubicBezTo>
                  <a:cubicBezTo>
                    <a:pt x="6266" y="7002"/>
                    <a:pt x="6464" y="6931"/>
                    <a:pt x="6620" y="6786"/>
                  </a:cubicBezTo>
                  <a:cubicBezTo>
                    <a:pt x="6930" y="6488"/>
                    <a:pt x="6942" y="5988"/>
                    <a:pt x="6644" y="5679"/>
                  </a:cubicBezTo>
                  <a:lnTo>
                    <a:pt x="1453" y="250"/>
                  </a:lnTo>
                  <a:cubicBezTo>
                    <a:pt x="1294" y="84"/>
                    <a:pt x="1084" y="1"/>
                    <a:pt x="8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8"/>
            <p:cNvSpPr/>
            <p:nvPr/>
          </p:nvSpPr>
          <p:spPr>
            <a:xfrm>
              <a:off x="5520378" y="1826515"/>
              <a:ext cx="413410" cy="395634"/>
            </a:xfrm>
            <a:custGeom>
              <a:avLst/>
              <a:gdLst/>
              <a:ahLst/>
              <a:cxnLst/>
              <a:rect l="l" t="t" r="r" b="b"/>
              <a:pathLst>
                <a:path w="12372" h="11840" extrusionOk="0">
                  <a:moveTo>
                    <a:pt x="6402" y="1422"/>
                  </a:moveTo>
                  <a:cubicBezTo>
                    <a:pt x="8749" y="1422"/>
                    <a:pt x="10985" y="3281"/>
                    <a:pt x="10919" y="6027"/>
                  </a:cubicBezTo>
                  <a:cubicBezTo>
                    <a:pt x="10849" y="8471"/>
                    <a:pt x="8837" y="10410"/>
                    <a:pt x="6407" y="10410"/>
                  </a:cubicBezTo>
                  <a:cubicBezTo>
                    <a:pt x="6363" y="10410"/>
                    <a:pt x="6319" y="10409"/>
                    <a:pt x="6276" y="10408"/>
                  </a:cubicBezTo>
                  <a:cubicBezTo>
                    <a:pt x="2287" y="10265"/>
                    <a:pt x="441" y="5384"/>
                    <a:pt x="3347" y="2657"/>
                  </a:cubicBezTo>
                  <a:cubicBezTo>
                    <a:pt x="4252" y="1803"/>
                    <a:pt x="5338" y="1422"/>
                    <a:pt x="6402" y="1422"/>
                  </a:cubicBezTo>
                  <a:close/>
                  <a:moveTo>
                    <a:pt x="6395" y="1"/>
                  </a:moveTo>
                  <a:cubicBezTo>
                    <a:pt x="4048" y="1"/>
                    <a:pt x="1914" y="1384"/>
                    <a:pt x="965" y="3526"/>
                  </a:cubicBezTo>
                  <a:cubicBezTo>
                    <a:pt x="1" y="5717"/>
                    <a:pt x="441" y="8277"/>
                    <a:pt x="2096" y="10003"/>
                  </a:cubicBezTo>
                  <a:cubicBezTo>
                    <a:pt x="3237" y="11202"/>
                    <a:pt x="4797" y="11840"/>
                    <a:pt x="6385" y="11840"/>
                  </a:cubicBezTo>
                  <a:cubicBezTo>
                    <a:pt x="7101" y="11840"/>
                    <a:pt x="7822" y="11710"/>
                    <a:pt x="8514" y="11444"/>
                  </a:cubicBezTo>
                  <a:cubicBezTo>
                    <a:pt x="10752" y="10575"/>
                    <a:pt x="12241" y="8455"/>
                    <a:pt x="12300" y="6062"/>
                  </a:cubicBezTo>
                  <a:cubicBezTo>
                    <a:pt x="12372" y="2788"/>
                    <a:pt x="9776" y="85"/>
                    <a:pt x="6514" y="2"/>
                  </a:cubicBezTo>
                  <a:cubicBezTo>
                    <a:pt x="6474" y="1"/>
                    <a:pt x="6434" y="1"/>
                    <a:pt x="63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8"/>
            <p:cNvSpPr/>
            <p:nvPr/>
          </p:nvSpPr>
          <p:spPr>
            <a:xfrm>
              <a:off x="5728855" y="1955363"/>
              <a:ext cx="90354" cy="44709"/>
            </a:xfrm>
            <a:custGeom>
              <a:avLst/>
              <a:gdLst/>
              <a:ahLst/>
              <a:cxnLst/>
              <a:rect l="l" t="t" r="r" b="b"/>
              <a:pathLst>
                <a:path w="2704" h="1338" extrusionOk="0">
                  <a:moveTo>
                    <a:pt x="2229" y="1"/>
                  </a:moveTo>
                  <a:cubicBezTo>
                    <a:pt x="2209" y="1"/>
                    <a:pt x="2192" y="10"/>
                    <a:pt x="2180" y="27"/>
                  </a:cubicBezTo>
                  <a:cubicBezTo>
                    <a:pt x="2156" y="51"/>
                    <a:pt x="2156" y="99"/>
                    <a:pt x="2180" y="123"/>
                  </a:cubicBezTo>
                  <a:cubicBezTo>
                    <a:pt x="2299" y="266"/>
                    <a:pt x="2418" y="420"/>
                    <a:pt x="2513" y="587"/>
                  </a:cubicBezTo>
                  <a:cubicBezTo>
                    <a:pt x="2108" y="706"/>
                    <a:pt x="441" y="1182"/>
                    <a:pt x="108" y="1182"/>
                  </a:cubicBezTo>
                  <a:cubicBezTo>
                    <a:pt x="1" y="1182"/>
                    <a:pt x="1" y="1337"/>
                    <a:pt x="108" y="1337"/>
                  </a:cubicBezTo>
                  <a:lnTo>
                    <a:pt x="108" y="1325"/>
                  </a:lnTo>
                  <a:cubicBezTo>
                    <a:pt x="513" y="1325"/>
                    <a:pt x="2549" y="718"/>
                    <a:pt x="2632" y="694"/>
                  </a:cubicBezTo>
                  <a:cubicBezTo>
                    <a:pt x="2680" y="682"/>
                    <a:pt x="2704" y="623"/>
                    <a:pt x="2680" y="587"/>
                  </a:cubicBezTo>
                  <a:cubicBezTo>
                    <a:pt x="2561" y="385"/>
                    <a:pt x="2430" y="194"/>
                    <a:pt x="2287" y="27"/>
                  </a:cubicBezTo>
                  <a:cubicBezTo>
                    <a:pt x="2269" y="10"/>
                    <a:pt x="2248" y="1"/>
                    <a:pt x="2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8"/>
            <p:cNvSpPr/>
            <p:nvPr/>
          </p:nvSpPr>
          <p:spPr>
            <a:xfrm>
              <a:off x="5800095" y="1954661"/>
              <a:ext cx="7986" cy="6817"/>
            </a:xfrm>
            <a:custGeom>
              <a:avLst/>
              <a:gdLst/>
              <a:ahLst/>
              <a:cxnLst/>
              <a:rect l="l" t="t" r="r" b="b"/>
              <a:pathLst>
                <a:path w="239" h="204" extrusionOk="0">
                  <a:moveTo>
                    <a:pt x="119" y="1"/>
                  </a:moveTo>
                  <a:cubicBezTo>
                    <a:pt x="48" y="1"/>
                    <a:pt x="0" y="48"/>
                    <a:pt x="0" y="96"/>
                  </a:cubicBezTo>
                  <a:cubicBezTo>
                    <a:pt x="0" y="156"/>
                    <a:pt x="48" y="203"/>
                    <a:pt x="119" y="203"/>
                  </a:cubicBezTo>
                  <a:cubicBezTo>
                    <a:pt x="179" y="203"/>
                    <a:pt x="238" y="156"/>
                    <a:pt x="238" y="96"/>
                  </a:cubicBezTo>
                  <a:cubicBezTo>
                    <a:pt x="238" y="48"/>
                    <a:pt x="179" y="1"/>
                    <a:pt x="1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8"/>
            <p:cNvSpPr/>
            <p:nvPr/>
          </p:nvSpPr>
          <p:spPr>
            <a:xfrm>
              <a:off x="5758460" y="2010364"/>
              <a:ext cx="73881" cy="26298"/>
            </a:xfrm>
            <a:custGeom>
              <a:avLst/>
              <a:gdLst/>
              <a:ahLst/>
              <a:cxnLst/>
              <a:rect l="l" t="t" r="r" b="b"/>
              <a:pathLst>
                <a:path w="2211" h="787" extrusionOk="0">
                  <a:moveTo>
                    <a:pt x="2032" y="1"/>
                  </a:moveTo>
                  <a:lnTo>
                    <a:pt x="103" y="263"/>
                  </a:lnTo>
                  <a:cubicBezTo>
                    <a:pt x="0" y="274"/>
                    <a:pt x="18" y="406"/>
                    <a:pt x="104" y="406"/>
                  </a:cubicBezTo>
                  <a:cubicBezTo>
                    <a:pt x="107" y="406"/>
                    <a:pt x="111" y="406"/>
                    <a:pt x="115" y="405"/>
                  </a:cubicBezTo>
                  <a:lnTo>
                    <a:pt x="1972" y="167"/>
                  </a:lnTo>
                  <a:lnTo>
                    <a:pt x="2056" y="727"/>
                  </a:lnTo>
                  <a:cubicBezTo>
                    <a:pt x="2068" y="763"/>
                    <a:pt x="2091" y="786"/>
                    <a:pt x="2127" y="786"/>
                  </a:cubicBezTo>
                  <a:lnTo>
                    <a:pt x="2151" y="786"/>
                  </a:lnTo>
                  <a:cubicBezTo>
                    <a:pt x="2187" y="775"/>
                    <a:pt x="2210" y="739"/>
                    <a:pt x="2210" y="703"/>
                  </a:cubicBezTo>
                  <a:lnTo>
                    <a:pt x="2115" y="72"/>
                  </a:lnTo>
                  <a:cubicBezTo>
                    <a:pt x="2103" y="25"/>
                    <a:pt x="2068" y="1"/>
                    <a:pt x="20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8"/>
            <p:cNvSpPr/>
            <p:nvPr/>
          </p:nvSpPr>
          <p:spPr>
            <a:xfrm>
              <a:off x="5825558" y="2030246"/>
              <a:ext cx="8387" cy="6817"/>
            </a:xfrm>
            <a:custGeom>
              <a:avLst/>
              <a:gdLst/>
              <a:ahLst/>
              <a:cxnLst/>
              <a:rect l="l" t="t" r="r" b="b"/>
              <a:pathLst>
                <a:path w="251" h="204" extrusionOk="0">
                  <a:moveTo>
                    <a:pt x="119" y="1"/>
                  </a:moveTo>
                  <a:cubicBezTo>
                    <a:pt x="60" y="1"/>
                    <a:pt x="0" y="37"/>
                    <a:pt x="0" y="96"/>
                  </a:cubicBezTo>
                  <a:cubicBezTo>
                    <a:pt x="0" y="156"/>
                    <a:pt x="60" y="203"/>
                    <a:pt x="119" y="203"/>
                  </a:cubicBezTo>
                  <a:cubicBezTo>
                    <a:pt x="191" y="203"/>
                    <a:pt x="250" y="156"/>
                    <a:pt x="250" y="96"/>
                  </a:cubicBezTo>
                  <a:cubicBezTo>
                    <a:pt x="250" y="37"/>
                    <a:pt x="191" y="1"/>
                    <a:pt x="1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8"/>
            <p:cNvSpPr/>
            <p:nvPr/>
          </p:nvSpPr>
          <p:spPr>
            <a:xfrm>
              <a:off x="5751142" y="2051197"/>
              <a:ext cx="70439" cy="24861"/>
            </a:xfrm>
            <a:custGeom>
              <a:avLst/>
              <a:gdLst/>
              <a:ahLst/>
              <a:cxnLst/>
              <a:rect l="l" t="t" r="r" b="b"/>
              <a:pathLst>
                <a:path w="2108" h="744" extrusionOk="0">
                  <a:moveTo>
                    <a:pt x="2043" y="0"/>
                  </a:moveTo>
                  <a:cubicBezTo>
                    <a:pt x="2038" y="0"/>
                    <a:pt x="2032" y="2"/>
                    <a:pt x="2025" y="5"/>
                  </a:cubicBezTo>
                  <a:lnTo>
                    <a:pt x="72" y="160"/>
                  </a:lnTo>
                  <a:cubicBezTo>
                    <a:pt x="24" y="160"/>
                    <a:pt x="1" y="196"/>
                    <a:pt x="1" y="243"/>
                  </a:cubicBezTo>
                  <a:cubicBezTo>
                    <a:pt x="12" y="279"/>
                    <a:pt x="36" y="303"/>
                    <a:pt x="84" y="303"/>
                  </a:cubicBezTo>
                  <a:lnTo>
                    <a:pt x="1953" y="160"/>
                  </a:lnTo>
                  <a:lnTo>
                    <a:pt x="1941" y="672"/>
                  </a:lnTo>
                  <a:cubicBezTo>
                    <a:pt x="1929" y="707"/>
                    <a:pt x="1965" y="743"/>
                    <a:pt x="2001" y="743"/>
                  </a:cubicBezTo>
                  <a:cubicBezTo>
                    <a:pt x="2048" y="743"/>
                    <a:pt x="2084" y="707"/>
                    <a:pt x="2084" y="672"/>
                  </a:cubicBezTo>
                  <a:lnTo>
                    <a:pt x="2108" y="76"/>
                  </a:lnTo>
                  <a:cubicBezTo>
                    <a:pt x="2108" y="53"/>
                    <a:pt x="2096" y="29"/>
                    <a:pt x="2084" y="17"/>
                  </a:cubicBezTo>
                  <a:cubicBezTo>
                    <a:pt x="2067" y="9"/>
                    <a:pt x="2056" y="0"/>
                    <a:pt x="20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8"/>
            <p:cNvSpPr/>
            <p:nvPr/>
          </p:nvSpPr>
          <p:spPr>
            <a:xfrm>
              <a:off x="5812826" y="2069809"/>
              <a:ext cx="9156" cy="6950"/>
            </a:xfrm>
            <a:custGeom>
              <a:avLst/>
              <a:gdLst/>
              <a:ahLst/>
              <a:cxnLst/>
              <a:rect l="l" t="t" r="r" b="b"/>
              <a:pathLst>
                <a:path w="274" h="208" extrusionOk="0">
                  <a:moveTo>
                    <a:pt x="147" y="0"/>
                  </a:moveTo>
                  <a:cubicBezTo>
                    <a:pt x="134" y="0"/>
                    <a:pt x="120" y="2"/>
                    <a:pt x="107" y="8"/>
                  </a:cubicBezTo>
                  <a:cubicBezTo>
                    <a:pt x="48" y="20"/>
                    <a:pt x="0" y="79"/>
                    <a:pt x="24" y="139"/>
                  </a:cubicBezTo>
                  <a:cubicBezTo>
                    <a:pt x="33" y="183"/>
                    <a:pt x="74" y="207"/>
                    <a:pt x="119" y="207"/>
                  </a:cubicBezTo>
                  <a:cubicBezTo>
                    <a:pt x="135" y="207"/>
                    <a:pt x="151" y="204"/>
                    <a:pt x="167" y="198"/>
                  </a:cubicBezTo>
                  <a:cubicBezTo>
                    <a:pt x="226" y="186"/>
                    <a:pt x="274" y="127"/>
                    <a:pt x="250" y="67"/>
                  </a:cubicBezTo>
                  <a:cubicBezTo>
                    <a:pt x="241" y="30"/>
                    <a:pt x="195"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8"/>
            <p:cNvSpPr/>
            <p:nvPr/>
          </p:nvSpPr>
          <p:spPr>
            <a:xfrm>
              <a:off x="5658048" y="1955664"/>
              <a:ext cx="90354" cy="44810"/>
            </a:xfrm>
            <a:custGeom>
              <a:avLst/>
              <a:gdLst/>
              <a:ahLst/>
              <a:cxnLst/>
              <a:rect l="l" t="t" r="r" b="b"/>
              <a:pathLst>
                <a:path w="2704" h="1341" extrusionOk="0">
                  <a:moveTo>
                    <a:pt x="471" y="1"/>
                  </a:moveTo>
                  <a:cubicBezTo>
                    <a:pt x="453" y="1"/>
                    <a:pt x="435" y="7"/>
                    <a:pt x="417" y="18"/>
                  </a:cubicBezTo>
                  <a:cubicBezTo>
                    <a:pt x="274" y="197"/>
                    <a:pt x="143" y="388"/>
                    <a:pt x="24" y="590"/>
                  </a:cubicBezTo>
                  <a:cubicBezTo>
                    <a:pt x="0" y="626"/>
                    <a:pt x="24" y="673"/>
                    <a:pt x="72" y="697"/>
                  </a:cubicBezTo>
                  <a:cubicBezTo>
                    <a:pt x="155" y="721"/>
                    <a:pt x="2191" y="1328"/>
                    <a:pt x="2596" y="1328"/>
                  </a:cubicBezTo>
                  <a:lnTo>
                    <a:pt x="2596" y="1340"/>
                  </a:lnTo>
                  <a:cubicBezTo>
                    <a:pt x="2703" y="1340"/>
                    <a:pt x="2703" y="1185"/>
                    <a:pt x="2596" y="1185"/>
                  </a:cubicBezTo>
                  <a:cubicBezTo>
                    <a:pt x="2263" y="1173"/>
                    <a:pt x="596" y="697"/>
                    <a:pt x="191" y="578"/>
                  </a:cubicBezTo>
                  <a:cubicBezTo>
                    <a:pt x="286" y="423"/>
                    <a:pt x="393" y="268"/>
                    <a:pt x="524" y="126"/>
                  </a:cubicBezTo>
                  <a:cubicBezTo>
                    <a:pt x="548" y="102"/>
                    <a:pt x="548" y="54"/>
                    <a:pt x="524" y="18"/>
                  </a:cubicBezTo>
                  <a:cubicBezTo>
                    <a:pt x="506" y="7"/>
                    <a:pt x="489" y="1"/>
                    <a:pt x="4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8"/>
            <p:cNvSpPr/>
            <p:nvPr/>
          </p:nvSpPr>
          <p:spPr>
            <a:xfrm>
              <a:off x="5669175" y="1954661"/>
              <a:ext cx="7986" cy="6817"/>
            </a:xfrm>
            <a:custGeom>
              <a:avLst/>
              <a:gdLst/>
              <a:ahLst/>
              <a:cxnLst/>
              <a:rect l="l" t="t" r="r" b="b"/>
              <a:pathLst>
                <a:path w="239" h="204" extrusionOk="0">
                  <a:moveTo>
                    <a:pt x="120" y="1"/>
                  </a:moveTo>
                  <a:cubicBezTo>
                    <a:pt x="48" y="1"/>
                    <a:pt x="1" y="48"/>
                    <a:pt x="1" y="96"/>
                  </a:cubicBezTo>
                  <a:cubicBezTo>
                    <a:pt x="1" y="156"/>
                    <a:pt x="48" y="203"/>
                    <a:pt x="120" y="203"/>
                  </a:cubicBezTo>
                  <a:cubicBezTo>
                    <a:pt x="179" y="203"/>
                    <a:pt x="239" y="156"/>
                    <a:pt x="239" y="96"/>
                  </a:cubicBezTo>
                  <a:cubicBezTo>
                    <a:pt x="239" y="48"/>
                    <a:pt x="179" y="1"/>
                    <a:pt x="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8"/>
            <p:cNvSpPr/>
            <p:nvPr/>
          </p:nvSpPr>
          <p:spPr>
            <a:xfrm>
              <a:off x="5644515" y="2010765"/>
              <a:ext cx="74315" cy="25897"/>
            </a:xfrm>
            <a:custGeom>
              <a:avLst/>
              <a:gdLst/>
              <a:ahLst/>
              <a:cxnLst/>
              <a:rect l="l" t="t" r="r" b="b"/>
              <a:pathLst>
                <a:path w="2224" h="775" extrusionOk="0">
                  <a:moveTo>
                    <a:pt x="191" y="1"/>
                  </a:moveTo>
                  <a:cubicBezTo>
                    <a:pt x="155" y="1"/>
                    <a:pt x="120" y="24"/>
                    <a:pt x="108" y="60"/>
                  </a:cubicBezTo>
                  <a:lnTo>
                    <a:pt x="13" y="691"/>
                  </a:lnTo>
                  <a:cubicBezTo>
                    <a:pt x="1" y="739"/>
                    <a:pt x="36" y="774"/>
                    <a:pt x="72" y="774"/>
                  </a:cubicBezTo>
                  <a:lnTo>
                    <a:pt x="84" y="774"/>
                  </a:lnTo>
                  <a:cubicBezTo>
                    <a:pt x="120" y="774"/>
                    <a:pt x="155" y="751"/>
                    <a:pt x="155" y="715"/>
                  </a:cubicBezTo>
                  <a:lnTo>
                    <a:pt x="251" y="155"/>
                  </a:lnTo>
                  <a:lnTo>
                    <a:pt x="2108" y="405"/>
                  </a:lnTo>
                  <a:cubicBezTo>
                    <a:pt x="2112" y="406"/>
                    <a:pt x="2115" y="406"/>
                    <a:pt x="2118" y="406"/>
                  </a:cubicBezTo>
                  <a:cubicBezTo>
                    <a:pt x="2205" y="406"/>
                    <a:pt x="2223" y="262"/>
                    <a:pt x="2120" y="251"/>
                  </a:cubicBezTo>
                  <a:lnTo>
                    <a:pt x="1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8"/>
            <p:cNvSpPr/>
            <p:nvPr/>
          </p:nvSpPr>
          <p:spPr>
            <a:xfrm>
              <a:off x="5643312" y="2030246"/>
              <a:ext cx="8020" cy="6817"/>
            </a:xfrm>
            <a:custGeom>
              <a:avLst/>
              <a:gdLst/>
              <a:ahLst/>
              <a:cxnLst/>
              <a:rect l="l" t="t" r="r" b="b"/>
              <a:pathLst>
                <a:path w="240" h="204" extrusionOk="0">
                  <a:moveTo>
                    <a:pt x="120" y="1"/>
                  </a:moveTo>
                  <a:cubicBezTo>
                    <a:pt x="49" y="1"/>
                    <a:pt x="1" y="37"/>
                    <a:pt x="1" y="96"/>
                  </a:cubicBezTo>
                  <a:cubicBezTo>
                    <a:pt x="1" y="156"/>
                    <a:pt x="49" y="203"/>
                    <a:pt x="120" y="203"/>
                  </a:cubicBezTo>
                  <a:cubicBezTo>
                    <a:pt x="191" y="203"/>
                    <a:pt x="239" y="156"/>
                    <a:pt x="239" y="96"/>
                  </a:cubicBezTo>
                  <a:cubicBezTo>
                    <a:pt x="239" y="37"/>
                    <a:pt x="191" y="1"/>
                    <a:pt x="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8"/>
            <p:cNvSpPr/>
            <p:nvPr/>
          </p:nvSpPr>
          <p:spPr>
            <a:xfrm>
              <a:off x="5655676" y="2051364"/>
              <a:ext cx="70439" cy="24694"/>
            </a:xfrm>
            <a:custGeom>
              <a:avLst/>
              <a:gdLst/>
              <a:ahLst/>
              <a:cxnLst/>
              <a:rect l="l" t="t" r="r" b="b"/>
              <a:pathLst>
                <a:path w="2108" h="739" extrusionOk="0">
                  <a:moveTo>
                    <a:pt x="83" y="0"/>
                  </a:moveTo>
                  <a:cubicBezTo>
                    <a:pt x="60" y="0"/>
                    <a:pt x="36" y="0"/>
                    <a:pt x="24" y="12"/>
                  </a:cubicBezTo>
                  <a:cubicBezTo>
                    <a:pt x="12" y="36"/>
                    <a:pt x="0" y="48"/>
                    <a:pt x="0" y="71"/>
                  </a:cubicBezTo>
                  <a:lnTo>
                    <a:pt x="24" y="667"/>
                  </a:lnTo>
                  <a:cubicBezTo>
                    <a:pt x="36" y="702"/>
                    <a:pt x="60" y="738"/>
                    <a:pt x="95" y="738"/>
                  </a:cubicBezTo>
                  <a:lnTo>
                    <a:pt x="107" y="738"/>
                  </a:lnTo>
                  <a:cubicBezTo>
                    <a:pt x="143" y="738"/>
                    <a:pt x="179" y="702"/>
                    <a:pt x="167" y="667"/>
                  </a:cubicBezTo>
                  <a:lnTo>
                    <a:pt x="155" y="155"/>
                  </a:lnTo>
                  <a:lnTo>
                    <a:pt x="2024" y="298"/>
                  </a:lnTo>
                  <a:cubicBezTo>
                    <a:pt x="2060" y="298"/>
                    <a:pt x="2096" y="274"/>
                    <a:pt x="2107" y="238"/>
                  </a:cubicBezTo>
                  <a:cubicBezTo>
                    <a:pt x="2107" y="202"/>
                    <a:pt x="2072" y="167"/>
                    <a:pt x="2036" y="155"/>
                  </a:cubicBezTo>
                  <a:lnTo>
                    <a:pt x="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8"/>
            <p:cNvSpPr/>
            <p:nvPr/>
          </p:nvSpPr>
          <p:spPr>
            <a:xfrm>
              <a:off x="5655275" y="2070344"/>
              <a:ext cx="9156" cy="6984"/>
            </a:xfrm>
            <a:custGeom>
              <a:avLst/>
              <a:gdLst/>
              <a:ahLst/>
              <a:cxnLst/>
              <a:rect l="l" t="t" r="r" b="b"/>
              <a:pathLst>
                <a:path w="274" h="209" extrusionOk="0">
                  <a:moveTo>
                    <a:pt x="136" y="1"/>
                  </a:moveTo>
                  <a:cubicBezTo>
                    <a:pt x="85" y="1"/>
                    <a:pt x="34" y="25"/>
                    <a:pt x="24" y="75"/>
                  </a:cubicBezTo>
                  <a:cubicBezTo>
                    <a:pt x="0" y="123"/>
                    <a:pt x="48" y="182"/>
                    <a:pt x="107" y="206"/>
                  </a:cubicBezTo>
                  <a:cubicBezTo>
                    <a:pt x="117" y="208"/>
                    <a:pt x="127" y="209"/>
                    <a:pt x="138" y="209"/>
                  </a:cubicBezTo>
                  <a:cubicBezTo>
                    <a:pt x="189" y="209"/>
                    <a:pt x="240" y="184"/>
                    <a:pt x="250" y="134"/>
                  </a:cubicBezTo>
                  <a:cubicBezTo>
                    <a:pt x="274" y="87"/>
                    <a:pt x="226" y="27"/>
                    <a:pt x="167" y="4"/>
                  </a:cubicBezTo>
                  <a:cubicBezTo>
                    <a:pt x="157" y="2"/>
                    <a:pt x="147" y="1"/>
                    <a:pt x="1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8"/>
            <p:cNvSpPr/>
            <p:nvPr/>
          </p:nvSpPr>
          <p:spPr>
            <a:xfrm>
              <a:off x="5712949" y="1951888"/>
              <a:ext cx="51359" cy="43807"/>
            </a:xfrm>
            <a:custGeom>
              <a:avLst/>
              <a:gdLst/>
              <a:ahLst/>
              <a:cxnLst/>
              <a:rect l="l" t="t" r="r" b="b"/>
              <a:pathLst>
                <a:path w="1537" h="1311" extrusionOk="0">
                  <a:moveTo>
                    <a:pt x="763" y="0"/>
                  </a:moveTo>
                  <a:cubicBezTo>
                    <a:pt x="346" y="0"/>
                    <a:pt x="1" y="286"/>
                    <a:pt x="1" y="655"/>
                  </a:cubicBezTo>
                  <a:cubicBezTo>
                    <a:pt x="1" y="1013"/>
                    <a:pt x="346" y="1310"/>
                    <a:pt x="763" y="1310"/>
                  </a:cubicBezTo>
                  <a:cubicBezTo>
                    <a:pt x="1191" y="1310"/>
                    <a:pt x="1536" y="1013"/>
                    <a:pt x="1536" y="655"/>
                  </a:cubicBezTo>
                  <a:cubicBezTo>
                    <a:pt x="1536" y="286"/>
                    <a:pt x="1191" y="0"/>
                    <a:pt x="7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8"/>
            <p:cNvSpPr/>
            <p:nvPr/>
          </p:nvSpPr>
          <p:spPr>
            <a:xfrm>
              <a:off x="5720100" y="1951888"/>
              <a:ext cx="9189" cy="9189"/>
            </a:xfrm>
            <a:custGeom>
              <a:avLst/>
              <a:gdLst/>
              <a:ahLst/>
              <a:cxnLst/>
              <a:rect l="l" t="t" r="r" b="b"/>
              <a:pathLst>
                <a:path w="275" h="275" extrusionOk="0">
                  <a:moveTo>
                    <a:pt x="144" y="0"/>
                  </a:moveTo>
                  <a:cubicBezTo>
                    <a:pt x="60" y="0"/>
                    <a:pt x="1" y="60"/>
                    <a:pt x="1" y="131"/>
                  </a:cubicBezTo>
                  <a:cubicBezTo>
                    <a:pt x="1" y="203"/>
                    <a:pt x="60" y="274"/>
                    <a:pt x="144" y="274"/>
                  </a:cubicBezTo>
                  <a:cubicBezTo>
                    <a:pt x="215" y="274"/>
                    <a:pt x="275" y="203"/>
                    <a:pt x="275" y="131"/>
                  </a:cubicBezTo>
                  <a:cubicBezTo>
                    <a:pt x="275" y="60"/>
                    <a:pt x="215" y="0"/>
                    <a:pt x="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8"/>
            <p:cNvSpPr/>
            <p:nvPr/>
          </p:nvSpPr>
          <p:spPr>
            <a:xfrm>
              <a:off x="5747567" y="1951888"/>
              <a:ext cx="9189" cy="9189"/>
            </a:xfrm>
            <a:custGeom>
              <a:avLst/>
              <a:gdLst/>
              <a:ahLst/>
              <a:cxnLst/>
              <a:rect l="l" t="t" r="r" b="b"/>
              <a:pathLst>
                <a:path w="275" h="275" extrusionOk="0">
                  <a:moveTo>
                    <a:pt x="143" y="0"/>
                  </a:moveTo>
                  <a:cubicBezTo>
                    <a:pt x="72" y="0"/>
                    <a:pt x="0" y="60"/>
                    <a:pt x="0" y="131"/>
                  </a:cubicBezTo>
                  <a:cubicBezTo>
                    <a:pt x="0" y="203"/>
                    <a:pt x="72" y="274"/>
                    <a:pt x="143" y="274"/>
                  </a:cubicBezTo>
                  <a:cubicBezTo>
                    <a:pt x="215" y="274"/>
                    <a:pt x="274" y="203"/>
                    <a:pt x="274" y="131"/>
                  </a:cubicBezTo>
                  <a:cubicBezTo>
                    <a:pt x="274" y="60"/>
                    <a:pt x="215" y="0"/>
                    <a:pt x="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8"/>
            <p:cNvSpPr/>
            <p:nvPr/>
          </p:nvSpPr>
          <p:spPr>
            <a:xfrm>
              <a:off x="5673553" y="1967393"/>
              <a:ext cx="128948" cy="135297"/>
            </a:xfrm>
            <a:custGeom>
              <a:avLst/>
              <a:gdLst/>
              <a:ahLst/>
              <a:cxnLst/>
              <a:rect l="l" t="t" r="r" b="b"/>
              <a:pathLst>
                <a:path w="3859" h="4049" extrusionOk="0">
                  <a:moveTo>
                    <a:pt x="1930" y="1"/>
                  </a:moveTo>
                  <a:cubicBezTo>
                    <a:pt x="858" y="1"/>
                    <a:pt x="1" y="906"/>
                    <a:pt x="1" y="2025"/>
                  </a:cubicBezTo>
                  <a:cubicBezTo>
                    <a:pt x="1" y="3144"/>
                    <a:pt x="858" y="4049"/>
                    <a:pt x="1930" y="4049"/>
                  </a:cubicBezTo>
                  <a:cubicBezTo>
                    <a:pt x="2989" y="4049"/>
                    <a:pt x="3858" y="3144"/>
                    <a:pt x="3858" y="2025"/>
                  </a:cubicBezTo>
                  <a:cubicBezTo>
                    <a:pt x="3858" y="906"/>
                    <a:pt x="2989" y="1"/>
                    <a:pt x="19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8"/>
            <p:cNvSpPr/>
            <p:nvPr/>
          </p:nvSpPr>
          <p:spPr>
            <a:xfrm>
              <a:off x="5674756" y="1967793"/>
              <a:ext cx="64491" cy="134128"/>
            </a:xfrm>
            <a:custGeom>
              <a:avLst/>
              <a:gdLst/>
              <a:ahLst/>
              <a:cxnLst/>
              <a:rect l="l" t="t" r="r" b="b"/>
              <a:pathLst>
                <a:path w="1930" h="4014" extrusionOk="0">
                  <a:moveTo>
                    <a:pt x="1897" y="1"/>
                  </a:moveTo>
                  <a:cubicBezTo>
                    <a:pt x="847" y="1"/>
                    <a:pt x="1" y="913"/>
                    <a:pt x="1" y="2013"/>
                  </a:cubicBezTo>
                  <a:cubicBezTo>
                    <a:pt x="1" y="2930"/>
                    <a:pt x="572" y="3846"/>
                    <a:pt x="1667" y="4013"/>
                  </a:cubicBezTo>
                  <a:cubicBezTo>
                    <a:pt x="1727" y="2656"/>
                    <a:pt x="1929" y="1"/>
                    <a:pt x="1917" y="1"/>
                  </a:cubicBezTo>
                  <a:cubicBezTo>
                    <a:pt x="1911" y="1"/>
                    <a:pt x="1904" y="1"/>
                    <a:pt x="18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8"/>
            <p:cNvSpPr/>
            <p:nvPr/>
          </p:nvSpPr>
          <p:spPr>
            <a:xfrm>
              <a:off x="5739213" y="1967793"/>
              <a:ext cx="64491" cy="134128"/>
            </a:xfrm>
            <a:custGeom>
              <a:avLst/>
              <a:gdLst/>
              <a:ahLst/>
              <a:cxnLst/>
              <a:rect l="l" t="t" r="r" b="b"/>
              <a:pathLst>
                <a:path w="1930" h="4014" extrusionOk="0">
                  <a:moveTo>
                    <a:pt x="21" y="1"/>
                  </a:moveTo>
                  <a:cubicBezTo>
                    <a:pt x="14" y="1"/>
                    <a:pt x="7" y="1"/>
                    <a:pt x="0" y="1"/>
                  </a:cubicBezTo>
                  <a:cubicBezTo>
                    <a:pt x="0" y="1"/>
                    <a:pt x="203" y="2656"/>
                    <a:pt x="262" y="4013"/>
                  </a:cubicBezTo>
                  <a:cubicBezTo>
                    <a:pt x="1358" y="3846"/>
                    <a:pt x="1929" y="2930"/>
                    <a:pt x="1929" y="2013"/>
                  </a:cubicBezTo>
                  <a:cubicBezTo>
                    <a:pt x="1929" y="913"/>
                    <a:pt x="1083" y="1"/>
                    <a:pt x="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 name="Google Shape;280;p18"/>
          <p:cNvGrpSpPr/>
          <p:nvPr/>
        </p:nvGrpSpPr>
        <p:grpSpPr>
          <a:xfrm>
            <a:off x="870050" y="3280825"/>
            <a:ext cx="2760300" cy="1056825"/>
            <a:chOff x="2603400" y="3412700"/>
            <a:chExt cx="2760300" cy="1056825"/>
          </a:xfrm>
        </p:grpSpPr>
        <p:sp>
          <p:nvSpPr>
            <p:cNvPr id="281" name="Google Shape;281;p18"/>
            <p:cNvSpPr txBox="1"/>
            <p:nvPr/>
          </p:nvSpPr>
          <p:spPr>
            <a:xfrm>
              <a:off x="3308848" y="3412700"/>
              <a:ext cx="1349400" cy="37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Fira Sans"/>
                  <a:ea typeface="Fira Sans"/>
                  <a:cs typeface="Fira Sans"/>
                  <a:sym typeface="Fira Sans"/>
                </a:rPr>
                <a:t>Jeopardy</a:t>
              </a:r>
              <a:endParaRPr b="1">
                <a:solidFill>
                  <a:srgbClr val="000000"/>
                </a:solidFill>
                <a:latin typeface="Fira Sans"/>
                <a:ea typeface="Fira Sans"/>
                <a:cs typeface="Fira Sans"/>
                <a:sym typeface="Fira Sans"/>
              </a:endParaRPr>
            </a:p>
          </p:txBody>
        </p:sp>
        <p:sp>
          <p:nvSpPr>
            <p:cNvPr id="282" name="Google Shape;282;p18"/>
            <p:cNvSpPr txBox="1"/>
            <p:nvPr/>
          </p:nvSpPr>
          <p:spPr>
            <a:xfrm>
              <a:off x="2603400" y="3925925"/>
              <a:ext cx="2760300" cy="543600"/>
            </a:xfrm>
            <a:prstGeom prst="rect">
              <a:avLst/>
            </a:prstGeom>
            <a:noFill/>
            <a:ln>
              <a:noFill/>
            </a:ln>
          </p:spPr>
          <p:txBody>
            <a:bodyPr spcFirstLastPara="1" wrap="square" lIns="182875" tIns="91425" rIns="182875" bIns="91425" anchor="ctr" anchorCtr="0">
              <a:noAutofit/>
            </a:bodyPr>
            <a:lstStyle/>
            <a:p>
              <a:pPr marL="0" lvl="0" indent="0" algn="ctr" rtl="0">
                <a:spcBef>
                  <a:spcPts val="0"/>
                </a:spcBef>
                <a:spcAft>
                  <a:spcPts val="0"/>
                </a:spcAft>
                <a:buNone/>
              </a:pPr>
              <a:r>
                <a:rPr lang="en" sz="1200">
                  <a:latin typeface="Fira Sans"/>
                  <a:ea typeface="Fira Sans"/>
                  <a:cs typeface="Fira Sans"/>
                  <a:sym typeface="Fira Sans"/>
                </a:rPr>
                <a:t>Terdapat banyak kategori, dimana memiliki soal yang bervariasi dengan nilai poin yang berbeda.</a:t>
              </a:r>
              <a:endParaRPr sz="1200">
                <a:solidFill>
                  <a:srgbClr val="000000"/>
                </a:solidFill>
                <a:latin typeface="Fira Sans"/>
                <a:ea typeface="Fira Sans"/>
                <a:cs typeface="Fira Sans"/>
                <a:sym typeface="Fira Sans"/>
              </a:endParaRPr>
            </a:p>
          </p:txBody>
        </p:sp>
      </p:grpSp>
      <p:grpSp>
        <p:nvGrpSpPr>
          <p:cNvPr id="283" name="Google Shape;283;p18"/>
          <p:cNvGrpSpPr/>
          <p:nvPr/>
        </p:nvGrpSpPr>
        <p:grpSpPr>
          <a:xfrm>
            <a:off x="5767066" y="3313750"/>
            <a:ext cx="2713186" cy="1023900"/>
            <a:chOff x="5015990" y="3445625"/>
            <a:chExt cx="1366500" cy="1023900"/>
          </a:xfrm>
        </p:grpSpPr>
        <p:sp>
          <p:nvSpPr>
            <p:cNvPr id="284" name="Google Shape;284;p18"/>
            <p:cNvSpPr txBox="1"/>
            <p:nvPr/>
          </p:nvSpPr>
          <p:spPr>
            <a:xfrm>
              <a:off x="5024540" y="3445625"/>
              <a:ext cx="1349400" cy="37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Fira Sans"/>
                  <a:ea typeface="Fira Sans"/>
                  <a:cs typeface="Fira Sans"/>
                  <a:sym typeface="Fira Sans"/>
                </a:rPr>
                <a:t>Attack &amp; Defence</a:t>
              </a:r>
              <a:endParaRPr b="1">
                <a:solidFill>
                  <a:srgbClr val="000000"/>
                </a:solidFill>
                <a:latin typeface="Fira Sans"/>
                <a:ea typeface="Fira Sans"/>
                <a:cs typeface="Fira Sans"/>
                <a:sym typeface="Fira Sans"/>
              </a:endParaRPr>
            </a:p>
          </p:txBody>
        </p:sp>
        <p:sp>
          <p:nvSpPr>
            <p:cNvPr id="285" name="Google Shape;285;p18"/>
            <p:cNvSpPr txBox="1"/>
            <p:nvPr/>
          </p:nvSpPr>
          <p:spPr>
            <a:xfrm flipH="1">
              <a:off x="5015990" y="3925925"/>
              <a:ext cx="1366500" cy="543600"/>
            </a:xfrm>
            <a:prstGeom prst="rect">
              <a:avLst/>
            </a:prstGeom>
            <a:noFill/>
            <a:ln>
              <a:noFill/>
            </a:ln>
          </p:spPr>
          <p:txBody>
            <a:bodyPr spcFirstLastPara="1" wrap="square" lIns="182875" tIns="91425" rIns="182875" bIns="91425" anchor="ctr" anchorCtr="0">
              <a:noAutofit/>
            </a:bodyPr>
            <a:lstStyle/>
            <a:p>
              <a:pPr marL="0" lvl="0" indent="0" algn="ctr" rtl="0">
                <a:spcBef>
                  <a:spcPts val="0"/>
                </a:spcBef>
                <a:spcAft>
                  <a:spcPts val="0"/>
                </a:spcAft>
                <a:buNone/>
              </a:pPr>
              <a:r>
                <a:rPr lang="en" sz="1200">
                  <a:latin typeface="Fira Sans"/>
                  <a:ea typeface="Fira Sans"/>
                  <a:cs typeface="Fira Sans"/>
                  <a:sym typeface="Fira Sans"/>
                </a:rPr>
                <a:t>Masing-masing tim perlu memperbaiki kerentanan server dan meng-eksploitasi server milik tim lain.</a:t>
              </a:r>
              <a:endParaRPr sz="1200">
                <a:solidFill>
                  <a:srgbClr val="000000"/>
                </a:solidFill>
                <a:latin typeface="Fira Sans"/>
                <a:ea typeface="Fira Sans"/>
                <a:cs typeface="Fira Sans"/>
                <a:sym typeface="Fira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19"/>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Kategori soal keamanan siber</a:t>
            </a:r>
            <a:endParaRPr/>
          </a:p>
        </p:txBody>
      </p:sp>
      <p:sp>
        <p:nvSpPr>
          <p:cNvPr id="291" name="Google Shape;291;p19"/>
          <p:cNvSpPr txBox="1"/>
          <p:nvPr/>
        </p:nvSpPr>
        <p:spPr>
          <a:xfrm>
            <a:off x="748977" y="1758200"/>
            <a:ext cx="1935300" cy="2004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b="1">
                <a:solidFill>
                  <a:schemeClr val="dk1"/>
                </a:solidFill>
                <a:latin typeface="Fira Sans"/>
                <a:ea typeface="Fira Sans"/>
                <a:cs typeface="Fira Sans"/>
                <a:sym typeface="Fira Sans"/>
              </a:rPr>
              <a:t>Reverse engineering</a:t>
            </a:r>
            <a:endParaRPr b="1">
              <a:solidFill>
                <a:schemeClr val="dk1"/>
              </a:solidFill>
              <a:latin typeface="Fira Sans"/>
              <a:ea typeface="Fira Sans"/>
              <a:cs typeface="Fira Sans"/>
              <a:sym typeface="Fira Sans"/>
            </a:endParaRPr>
          </a:p>
        </p:txBody>
      </p:sp>
      <p:sp>
        <p:nvSpPr>
          <p:cNvPr id="292" name="Google Shape;292;p19"/>
          <p:cNvSpPr txBox="1"/>
          <p:nvPr/>
        </p:nvSpPr>
        <p:spPr>
          <a:xfrm>
            <a:off x="6731290" y="1758199"/>
            <a:ext cx="1266600" cy="2004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b="1">
                <a:solidFill>
                  <a:schemeClr val="dk1"/>
                </a:solidFill>
                <a:latin typeface="Fira Sans"/>
                <a:ea typeface="Fira Sans"/>
                <a:cs typeface="Fira Sans"/>
                <a:sym typeface="Fira Sans"/>
              </a:rPr>
              <a:t>Digital Forensic</a:t>
            </a:r>
            <a:endParaRPr b="1">
              <a:solidFill>
                <a:schemeClr val="dk1"/>
              </a:solidFill>
              <a:latin typeface="Fira Sans"/>
              <a:ea typeface="Fira Sans"/>
              <a:cs typeface="Fira Sans"/>
              <a:sym typeface="Fira Sans"/>
            </a:endParaRPr>
          </a:p>
        </p:txBody>
      </p:sp>
      <p:sp>
        <p:nvSpPr>
          <p:cNvPr id="293" name="Google Shape;293;p19"/>
          <p:cNvSpPr txBox="1"/>
          <p:nvPr/>
        </p:nvSpPr>
        <p:spPr>
          <a:xfrm>
            <a:off x="2047272" y="4058873"/>
            <a:ext cx="1266600" cy="2004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b="1">
                <a:solidFill>
                  <a:schemeClr val="dk1"/>
                </a:solidFill>
                <a:latin typeface="Fira Sans"/>
                <a:ea typeface="Fira Sans"/>
                <a:cs typeface="Fira Sans"/>
                <a:sym typeface="Fira Sans"/>
              </a:rPr>
              <a:t>PWN</a:t>
            </a:r>
            <a:endParaRPr b="1">
              <a:solidFill>
                <a:schemeClr val="dk1"/>
              </a:solidFill>
              <a:latin typeface="Fira Sans"/>
              <a:ea typeface="Fira Sans"/>
              <a:cs typeface="Fira Sans"/>
              <a:sym typeface="Fira Sans"/>
            </a:endParaRPr>
          </a:p>
        </p:txBody>
      </p:sp>
      <p:sp>
        <p:nvSpPr>
          <p:cNvPr id="294" name="Google Shape;294;p19"/>
          <p:cNvSpPr txBox="1"/>
          <p:nvPr/>
        </p:nvSpPr>
        <p:spPr>
          <a:xfrm>
            <a:off x="6688565" y="4058887"/>
            <a:ext cx="1266600" cy="2004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b="1">
                <a:solidFill>
                  <a:schemeClr val="dk1"/>
                </a:solidFill>
                <a:latin typeface="Fira Sans"/>
                <a:ea typeface="Fira Sans"/>
                <a:cs typeface="Fira Sans"/>
                <a:sym typeface="Fira Sans"/>
              </a:rPr>
              <a:t>Cryptography</a:t>
            </a:r>
            <a:endParaRPr b="1">
              <a:solidFill>
                <a:schemeClr val="dk1"/>
              </a:solidFill>
              <a:latin typeface="Fira Sans"/>
              <a:ea typeface="Fira Sans"/>
              <a:cs typeface="Fira Sans"/>
              <a:sym typeface="Fira Sans"/>
            </a:endParaRPr>
          </a:p>
        </p:txBody>
      </p:sp>
      <p:sp>
        <p:nvSpPr>
          <p:cNvPr id="295" name="Google Shape;295;p19"/>
          <p:cNvSpPr txBox="1"/>
          <p:nvPr/>
        </p:nvSpPr>
        <p:spPr>
          <a:xfrm>
            <a:off x="3900728" y="4358102"/>
            <a:ext cx="1679700" cy="3009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b="1">
                <a:solidFill>
                  <a:schemeClr val="dk1"/>
                </a:solidFill>
                <a:latin typeface="Fira Sans"/>
                <a:ea typeface="Fira Sans"/>
                <a:cs typeface="Fira Sans"/>
                <a:sym typeface="Fira Sans"/>
              </a:rPr>
              <a:t>Web Exploitation</a:t>
            </a:r>
            <a:endParaRPr b="1">
              <a:solidFill>
                <a:schemeClr val="dk1"/>
              </a:solidFill>
              <a:latin typeface="Fira Sans"/>
              <a:ea typeface="Fira Sans"/>
              <a:cs typeface="Fira Sans"/>
              <a:sym typeface="Fira Sans"/>
            </a:endParaRPr>
          </a:p>
        </p:txBody>
      </p:sp>
      <p:grpSp>
        <p:nvGrpSpPr>
          <p:cNvPr id="296" name="Google Shape;296;p19"/>
          <p:cNvGrpSpPr/>
          <p:nvPr/>
        </p:nvGrpSpPr>
        <p:grpSpPr>
          <a:xfrm>
            <a:off x="2471826" y="1860700"/>
            <a:ext cx="4537491" cy="2497401"/>
            <a:chOff x="2471826" y="1860700"/>
            <a:chExt cx="4537491" cy="2497401"/>
          </a:xfrm>
        </p:grpSpPr>
        <p:sp>
          <p:nvSpPr>
            <p:cNvPr id="297" name="Google Shape;297;p19"/>
            <p:cNvSpPr/>
            <p:nvPr/>
          </p:nvSpPr>
          <p:spPr>
            <a:xfrm>
              <a:off x="2471826" y="1860700"/>
              <a:ext cx="1295982" cy="825123"/>
            </a:xfrm>
            <a:custGeom>
              <a:avLst/>
              <a:gdLst/>
              <a:ahLst/>
              <a:cxnLst/>
              <a:rect l="l" t="t" r="r" b="b"/>
              <a:pathLst>
                <a:path w="36017" h="30302" fill="none" extrusionOk="0">
                  <a:moveTo>
                    <a:pt x="0" y="0"/>
                  </a:moveTo>
                  <a:lnTo>
                    <a:pt x="7406" y="0"/>
                  </a:lnTo>
                  <a:cubicBezTo>
                    <a:pt x="10859" y="0"/>
                    <a:pt x="13656" y="2798"/>
                    <a:pt x="13656" y="6251"/>
                  </a:cubicBezTo>
                  <a:lnTo>
                    <a:pt x="13656" y="24051"/>
                  </a:lnTo>
                  <a:cubicBezTo>
                    <a:pt x="13656" y="27504"/>
                    <a:pt x="16454" y="30302"/>
                    <a:pt x="19907" y="30302"/>
                  </a:cubicBezTo>
                  <a:lnTo>
                    <a:pt x="36016" y="30302"/>
                  </a:lnTo>
                </a:path>
              </a:pathLst>
            </a:custGeom>
            <a:noFill/>
            <a:ln w="9525" cap="rnd"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8" name="Google Shape;298;p19"/>
            <p:cNvGrpSpPr/>
            <p:nvPr/>
          </p:nvGrpSpPr>
          <p:grpSpPr>
            <a:xfrm>
              <a:off x="5365824" y="1860700"/>
              <a:ext cx="1643493" cy="825123"/>
              <a:chOff x="5365824" y="1860700"/>
              <a:chExt cx="1643493" cy="825123"/>
            </a:xfrm>
          </p:grpSpPr>
          <p:sp>
            <p:nvSpPr>
              <p:cNvPr id="299" name="Google Shape;299;p19"/>
              <p:cNvSpPr/>
              <p:nvPr/>
            </p:nvSpPr>
            <p:spPr>
              <a:xfrm>
                <a:off x="5365824" y="1860700"/>
                <a:ext cx="1295982" cy="825123"/>
              </a:xfrm>
              <a:custGeom>
                <a:avLst/>
                <a:gdLst/>
                <a:ahLst/>
                <a:cxnLst/>
                <a:rect l="l" t="t" r="r" b="b"/>
                <a:pathLst>
                  <a:path w="36017" h="30302" fill="none" extrusionOk="0">
                    <a:moveTo>
                      <a:pt x="36017" y="0"/>
                    </a:moveTo>
                    <a:lnTo>
                      <a:pt x="28623" y="0"/>
                    </a:lnTo>
                    <a:cubicBezTo>
                      <a:pt x="25170" y="0"/>
                      <a:pt x="22372" y="2798"/>
                      <a:pt x="22372" y="6251"/>
                    </a:cubicBezTo>
                    <a:lnTo>
                      <a:pt x="22372" y="24051"/>
                    </a:lnTo>
                    <a:cubicBezTo>
                      <a:pt x="22372" y="27504"/>
                      <a:pt x="19574" y="30302"/>
                      <a:pt x="16121" y="30302"/>
                    </a:cubicBezTo>
                    <a:lnTo>
                      <a:pt x="0" y="30302"/>
                    </a:lnTo>
                  </a:path>
                </a:pathLst>
              </a:custGeom>
              <a:noFill/>
              <a:ln w="9525" cap="rnd"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a:off x="6985628" y="1992333"/>
                <a:ext cx="23690" cy="23690"/>
              </a:xfrm>
              <a:custGeom>
                <a:avLst/>
                <a:gdLst/>
                <a:ahLst/>
                <a:cxnLst/>
                <a:rect l="l" t="t" r="r" b="b"/>
                <a:pathLst>
                  <a:path w="870" h="870" extrusionOk="0">
                    <a:moveTo>
                      <a:pt x="429" y="0"/>
                    </a:moveTo>
                    <a:cubicBezTo>
                      <a:pt x="191" y="0"/>
                      <a:pt x="0" y="191"/>
                      <a:pt x="0" y="429"/>
                    </a:cubicBezTo>
                    <a:cubicBezTo>
                      <a:pt x="0" y="667"/>
                      <a:pt x="191" y="869"/>
                      <a:pt x="429" y="869"/>
                    </a:cubicBezTo>
                    <a:cubicBezTo>
                      <a:pt x="667" y="869"/>
                      <a:pt x="869" y="667"/>
                      <a:pt x="869" y="429"/>
                    </a:cubicBezTo>
                    <a:cubicBezTo>
                      <a:pt x="869" y="191"/>
                      <a:pt x="667" y="0"/>
                      <a:pt x="4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 name="Google Shape;301;p19"/>
            <p:cNvSpPr/>
            <p:nvPr/>
          </p:nvSpPr>
          <p:spPr>
            <a:xfrm rot="5400000" flipH="1">
              <a:off x="4377135" y="4133832"/>
              <a:ext cx="420138" cy="28400"/>
            </a:xfrm>
            <a:custGeom>
              <a:avLst/>
              <a:gdLst/>
              <a:ahLst/>
              <a:cxnLst/>
              <a:rect l="l" t="t" r="r" b="b"/>
              <a:pathLst>
                <a:path w="36017" h="1" fill="none" extrusionOk="0">
                  <a:moveTo>
                    <a:pt x="36017" y="0"/>
                  </a:moveTo>
                  <a:lnTo>
                    <a:pt x="0" y="0"/>
                  </a:lnTo>
                </a:path>
              </a:pathLst>
            </a:custGeom>
            <a:noFill/>
            <a:ln w="9525" cap="rnd"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a:off x="2471826" y="3345226"/>
              <a:ext cx="1295982" cy="825151"/>
            </a:xfrm>
            <a:custGeom>
              <a:avLst/>
              <a:gdLst/>
              <a:ahLst/>
              <a:cxnLst/>
              <a:rect l="l" t="t" r="r" b="b"/>
              <a:pathLst>
                <a:path w="36017" h="30303" fill="none" extrusionOk="0">
                  <a:moveTo>
                    <a:pt x="0" y="30302"/>
                  </a:moveTo>
                  <a:lnTo>
                    <a:pt x="7406" y="30302"/>
                  </a:lnTo>
                  <a:cubicBezTo>
                    <a:pt x="10859" y="30302"/>
                    <a:pt x="13656" y="27504"/>
                    <a:pt x="13656" y="24052"/>
                  </a:cubicBezTo>
                  <a:lnTo>
                    <a:pt x="13656" y="6252"/>
                  </a:lnTo>
                  <a:cubicBezTo>
                    <a:pt x="13656" y="2787"/>
                    <a:pt x="16454" y="1"/>
                    <a:pt x="19907" y="1"/>
                  </a:cubicBezTo>
                  <a:lnTo>
                    <a:pt x="36016" y="1"/>
                  </a:lnTo>
                </a:path>
              </a:pathLst>
            </a:custGeom>
            <a:noFill/>
            <a:ln w="9525" cap="rnd"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5365824" y="3345226"/>
              <a:ext cx="1295982" cy="825151"/>
            </a:xfrm>
            <a:custGeom>
              <a:avLst/>
              <a:gdLst/>
              <a:ahLst/>
              <a:cxnLst/>
              <a:rect l="l" t="t" r="r" b="b"/>
              <a:pathLst>
                <a:path w="36017" h="30303" fill="none" extrusionOk="0">
                  <a:moveTo>
                    <a:pt x="36017" y="30302"/>
                  </a:moveTo>
                  <a:lnTo>
                    <a:pt x="28623" y="30302"/>
                  </a:lnTo>
                  <a:cubicBezTo>
                    <a:pt x="25170" y="30302"/>
                    <a:pt x="22372" y="27504"/>
                    <a:pt x="22372" y="24052"/>
                  </a:cubicBezTo>
                  <a:lnTo>
                    <a:pt x="22372" y="6252"/>
                  </a:lnTo>
                  <a:cubicBezTo>
                    <a:pt x="22372" y="2787"/>
                    <a:pt x="19574" y="1"/>
                    <a:pt x="16121" y="1"/>
                  </a:cubicBezTo>
                  <a:lnTo>
                    <a:pt x="0" y="1"/>
                  </a:lnTo>
                </a:path>
              </a:pathLst>
            </a:custGeom>
            <a:noFill/>
            <a:ln w="9525" cap="rnd"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 name="Google Shape;304;p19"/>
            <p:cNvGrpSpPr/>
            <p:nvPr/>
          </p:nvGrpSpPr>
          <p:grpSpPr>
            <a:xfrm>
              <a:off x="3365446" y="2435856"/>
              <a:ext cx="2400787" cy="1502065"/>
              <a:chOff x="3365446" y="2435856"/>
              <a:chExt cx="2400787" cy="1502065"/>
            </a:xfrm>
          </p:grpSpPr>
          <p:sp>
            <p:nvSpPr>
              <p:cNvPr id="305" name="Google Shape;305;p19"/>
              <p:cNvSpPr/>
              <p:nvPr/>
            </p:nvSpPr>
            <p:spPr>
              <a:xfrm>
                <a:off x="3446510" y="2435856"/>
                <a:ext cx="2238360" cy="1344508"/>
              </a:xfrm>
              <a:custGeom>
                <a:avLst/>
                <a:gdLst/>
                <a:ahLst/>
                <a:cxnLst/>
                <a:rect l="l" t="t" r="r" b="b"/>
                <a:pathLst>
                  <a:path w="82202" h="49376" extrusionOk="0">
                    <a:moveTo>
                      <a:pt x="1012" y="0"/>
                    </a:moveTo>
                    <a:cubicBezTo>
                      <a:pt x="453" y="0"/>
                      <a:pt x="0" y="452"/>
                      <a:pt x="0" y="1012"/>
                    </a:cubicBezTo>
                    <a:lnTo>
                      <a:pt x="0" y="48363"/>
                    </a:lnTo>
                    <a:cubicBezTo>
                      <a:pt x="0" y="48935"/>
                      <a:pt x="465" y="49375"/>
                      <a:pt x="1012" y="49375"/>
                    </a:cubicBezTo>
                    <a:lnTo>
                      <a:pt x="81177" y="49375"/>
                    </a:lnTo>
                    <a:cubicBezTo>
                      <a:pt x="81737" y="49375"/>
                      <a:pt x="82177" y="48935"/>
                      <a:pt x="82201" y="48375"/>
                    </a:cubicBezTo>
                    <a:lnTo>
                      <a:pt x="82201" y="1012"/>
                    </a:lnTo>
                    <a:cubicBezTo>
                      <a:pt x="82201" y="441"/>
                      <a:pt x="81737" y="0"/>
                      <a:pt x="811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a:off x="3365446" y="3780341"/>
                <a:ext cx="2400787" cy="157580"/>
              </a:xfrm>
              <a:custGeom>
                <a:avLst/>
                <a:gdLst/>
                <a:ahLst/>
                <a:cxnLst/>
                <a:rect l="l" t="t" r="r" b="b"/>
                <a:pathLst>
                  <a:path w="88167" h="5787" extrusionOk="0">
                    <a:moveTo>
                      <a:pt x="906" y="0"/>
                    </a:moveTo>
                    <a:cubicBezTo>
                      <a:pt x="406" y="0"/>
                      <a:pt x="1" y="417"/>
                      <a:pt x="1" y="905"/>
                    </a:cubicBezTo>
                    <a:cubicBezTo>
                      <a:pt x="1" y="3596"/>
                      <a:pt x="2192" y="5787"/>
                      <a:pt x="4882" y="5787"/>
                    </a:cubicBezTo>
                    <a:lnTo>
                      <a:pt x="83261" y="5787"/>
                    </a:lnTo>
                    <a:cubicBezTo>
                      <a:pt x="85964" y="5787"/>
                      <a:pt x="88131" y="3608"/>
                      <a:pt x="88167" y="905"/>
                    </a:cubicBezTo>
                    <a:cubicBezTo>
                      <a:pt x="88167" y="405"/>
                      <a:pt x="87750" y="0"/>
                      <a:pt x="872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a:off x="3506798" y="2497777"/>
                <a:ext cx="2116779" cy="1220666"/>
              </a:xfrm>
              <a:custGeom>
                <a:avLst/>
                <a:gdLst/>
                <a:ahLst/>
                <a:cxnLst/>
                <a:rect l="l" t="t" r="r" b="b"/>
                <a:pathLst>
                  <a:path w="77737" h="44828" extrusionOk="0">
                    <a:moveTo>
                      <a:pt x="489" y="0"/>
                    </a:moveTo>
                    <a:cubicBezTo>
                      <a:pt x="227" y="0"/>
                      <a:pt x="1" y="226"/>
                      <a:pt x="1" y="488"/>
                    </a:cubicBezTo>
                    <a:lnTo>
                      <a:pt x="1" y="44351"/>
                    </a:lnTo>
                    <a:cubicBezTo>
                      <a:pt x="1" y="44606"/>
                      <a:pt x="216" y="44828"/>
                      <a:pt x="480" y="44828"/>
                    </a:cubicBezTo>
                    <a:cubicBezTo>
                      <a:pt x="487" y="44828"/>
                      <a:pt x="494" y="44827"/>
                      <a:pt x="501" y="44827"/>
                    </a:cubicBezTo>
                    <a:lnTo>
                      <a:pt x="77249" y="44827"/>
                    </a:lnTo>
                    <a:cubicBezTo>
                      <a:pt x="77511" y="44827"/>
                      <a:pt x="77737" y="44601"/>
                      <a:pt x="77737" y="44339"/>
                    </a:cubicBezTo>
                    <a:lnTo>
                      <a:pt x="77737" y="488"/>
                    </a:lnTo>
                    <a:cubicBezTo>
                      <a:pt x="77737" y="226"/>
                      <a:pt x="77511" y="0"/>
                      <a:pt x="772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p:nvPr/>
            </p:nvSpPr>
            <p:spPr>
              <a:xfrm>
                <a:off x="4229160" y="2739308"/>
                <a:ext cx="652322" cy="769030"/>
              </a:xfrm>
              <a:custGeom>
                <a:avLst/>
                <a:gdLst/>
                <a:ahLst/>
                <a:cxnLst/>
                <a:rect l="l" t="t" r="r" b="b"/>
                <a:pathLst>
                  <a:path w="23956" h="28242" extrusionOk="0">
                    <a:moveTo>
                      <a:pt x="11978" y="0"/>
                    </a:moveTo>
                    <a:cubicBezTo>
                      <a:pt x="583" y="0"/>
                      <a:pt x="0" y="2834"/>
                      <a:pt x="0" y="3405"/>
                    </a:cubicBezTo>
                    <a:lnTo>
                      <a:pt x="0" y="12895"/>
                    </a:lnTo>
                    <a:cubicBezTo>
                      <a:pt x="0" y="18253"/>
                      <a:pt x="2905" y="23217"/>
                      <a:pt x="7560" y="25837"/>
                    </a:cubicBezTo>
                    <a:lnTo>
                      <a:pt x="11692" y="28170"/>
                    </a:lnTo>
                    <a:cubicBezTo>
                      <a:pt x="11775" y="28218"/>
                      <a:pt x="11871" y="28242"/>
                      <a:pt x="11966" y="28242"/>
                    </a:cubicBezTo>
                    <a:cubicBezTo>
                      <a:pt x="12049" y="28242"/>
                      <a:pt x="12156" y="28230"/>
                      <a:pt x="12263" y="28170"/>
                    </a:cubicBezTo>
                    <a:lnTo>
                      <a:pt x="16395" y="25837"/>
                    </a:lnTo>
                    <a:cubicBezTo>
                      <a:pt x="21062" y="23217"/>
                      <a:pt x="23955" y="18253"/>
                      <a:pt x="23955" y="12895"/>
                    </a:cubicBezTo>
                    <a:lnTo>
                      <a:pt x="23955" y="3405"/>
                    </a:lnTo>
                    <a:cubicBezTo>
                      <a:pt x="23955" y="3358"/>
                      <a:pt x="23955" y="3310"/>
                      <a:pt x="23943" y="3274"/>
                    </a:cubicBezTo>
                    <a:cubicBezTo>
                      <a:pt x="23860" y="2941"/>
                      <a:pt x="22812" y="0"/>
                      <a:pt x="119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a:off x="4213257" y="2724386"/>
                <a:ext cx="682493" cy="799854"/>
              </a:xfrm>
              <a:custGeom>
                <a:avLst/>
                <a:gdLst/>
                <a:ahLst/>
                <a:cxnLst/>
                <a:rect l="l" t="t" r="r" b="b"/>
                <a:pathLst>
                  <a:path w="25064" h="29374" extrusionOk="0">
                    <a:moveTo>
                      <a:pt x="12550" y="1108"/>
                    </a:moveTo>
                    <a:cubicBezTo>
                      <a:pt x="23254" y="1108"/>
                      <a:pt x="23956" y="3965"/>
                      <a:pt x="23956" y="3965"/>
                    </a:cubicBezTo>
                    <a:lnTo>
                      <a:pt x="23956" y="13467"/>
                    </a:lnTo>
                    <a:cubicBezTo>
                      <a:pt x="23956" y="18634"/>
                      <a:pt x="21182" y="23372"/>
                      <a:pt x="16681" y="25909"/>
                    </a:cubicBezTo>
                    <a:lnTo>
                      <a:pt x="12550" y="28242"/>
                    </a:lnTo>
                    <a:lnTo>
                      <a:pt x="8406" y="25909"/>
                    </a:lnTo>
                    <a:cubicBezTo>
                      <a:pt x="3918" y="23372"/>
                      <a:pt x="1132" y="18634"/>
                      <a:pt x="1132" y="13467"/>
                    </a:cubicBezTo>
                    <a:lnTo>
                      <a:pt x="1132" y="3965"/>
                    </a:lnTo>
                    <a:cubicBezTo>
                      <a:pt x="1132" y="3965"/>
                      <a:pt x="1132" y="1108"/>
                      <a:pt x="12550" y="1108"/>
                    </a:cubicBezTo>
                    <a:close/>
                    <a:moveTo>
                      <a:pt x="12550" y="1"/>
                    </a:moveTo>
                    <a:cubicBezTo>
                      <a:pt x="7633" y="1"/>
                      <a:pt x="4108" y="513"/>
                      <a:pt x="2060" y="1548"/>
                    </a:cubicBezTo>
                    <a:cubicBezTo>
                      <a:pt x="155" y="2501"/>
                      <a:pt x="1" y="3644"/>
                      <a:pt x="1" y="3965"/>
                    </a:cubicBezTo>
                    <a:lnTo>
                      <a:pt x="1" y="13467"/>
                    </a:lnTo>
                    <a:cubicBezTo>
                      <a:pt x="1" y="19015"/>
                      <a:pt x="3013" y="24158"/>
                      <a:pt x="7847" y="26885"/>
                    </a:cubicBezTo>
                    <a:lnTo>
                      <a:pt x="11978" y="29230"/>
                    </a:lnTo>
                    <a:cubicBezTo>
                      <a:pt x="12145" y="29314"/>
                      <a:pt x="12335" y="29373"/>
                      <a:pt x="12538" y="29373"/>
                    </a:cubicBezTo>
                    <a:cubicBezTo>
                      <a:pt x="12728" y="29373"/>
                      <a:pt x="12907" y="29326"/>
                      <a:pt x="13086" y="29230"/>
                    </a:cubicBezTo>
                    <a:lnTo>
                      <a:pt x="17217" y="26885"/>
                    </a:lnTo>
                    <a:cubicBezTo>
                      <a:pt x="22063" y="24170"/>
                      <a:pt x="25063" y="19027"/>
                      <a:pt x="25063" y="13467"/>
                    </a:cubicBezTo>
                    <a:lnTo>
                      <a:pt x="25063" y="3965"/>
                    </a:lnTo>
                    <a:cubicBezTo>
                      <a:pt x="25063" y="3882"/>
                      <a:pt x="25051" y="3787"/>
                      <a:pt x="25039" y="3703"/>
                    </a:cubicBezTo>
                    <a:cubicBezTo>
                      <a:pt x="24956" y="3418"/>
                      <a:pt x="24587" y="2406"/>
                      <a:pt x="22730" y="1525"/>
                    </a:cubicBezTo>
                    <a:cubicBezTo>
                      <a:pt x="20587" y="513"/>
                      <a:pt x="17158" y="1"/>
                      <a:pt x="1255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4399348" y="2987973"/>
                <a:ext cx="350178" cy="213674"/>
              </a:xfrm>
              <a:custGeom>
                <a:avLst/>
                <a:gdLst/>
                <a:ahLst/>
                <a:cxnLst/>
                <a:rect l="l" t="t" r="r" b="b"/>
                <a:pathLst>
                  <a:path w="12860" h="7847" fill="none" extrusionOk="0">
                    <a:moveTo>
                      <a:pt x="1" y="2858"/>
                    </a:moveTo>
                    <a:lnTo>
                      <a:pt x="5001" y="7847"/>
                    </a:lnTo>
                    <a:lnTo>
                      <a:pt x="12860" y="0"/>
                    </a:lnTo>
                  </a:path>
                </a:pathLst>
              </a:custGeom>
              <a:noFill/>
              <a:ln w="279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0"/>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Digital Forensic</a:t>
            </a:r>
            <a:endParaRPr/>
          </a:p>
        </p:txBody>
      </p:sp>
      <p:sp>
        <p:nvSpPr>
          <p:cNvPr id="316" name="Google Shape;316;p20"/>
          <p:cNvSpPr/>
          <p:nvPr/>
        </p:nvSpPr>
        <p:spPr>
          <a:xfrm>
            <a:off x="2226350" y="1695850"/>
            <a:ext cx="4840800" cy="2490600"/>
          </a:xfrm>
          <a:prstGeom prst="roundRect">
            <a:avLst>
              <a:gd name="adj" fmla="val 16667"/>
            </a:avLst>
          </a:prstGeom>
          <a:solidFill>
            <a:schemeClr val="l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 name="Google Shape;317;p20"/>
          <p:cNvGrpSpPr/>
          <p:nvPr/>
        </p:nvGrpSpPr>
        <p:grpSpPr>
          <a:xfrm>
            <a:off x="1675625" y="1243726"/>
            <a:ext cx="1340838" cy="1077527"/>
            <a:chOff x="695900" y="1629888"/>
            <a:chExt cx="982875" cy="845650"/>
          </a:xfrm>
        </p:grpSpPr>
        <p:sp>
          <p:nvSpPr>
            <p:cNvPr id="318" name="Google Shape;318;p20"/>
            <p:cNvSpPr/>
            <p:nvPr/>
          </p:nvSpPr>
          <p:spPr>
            <a:xfrm>
              <a:off x="739050" y="1641188"/>
              <a:ext cx="774525" cy="774825"/>
            </a:xfrm>
            <a:custGeom>
              <a:avLst/>
              <a:gdLst/>
              <a:ahLst/>
              <a:cxnLst/>
              <a:rect l="l" t="t" r="r" b="b"/>
              <a:pathLst>
                <a:path w="30981" h="30993" extrusionOk="0">
                  <a:moveTo>
                    <a:pt x="3001" y="1"/>
                  </a:moveTo>
                  <a:cubicBezTo>
                    <a:pt x="1358" y="1"/>
                    <a:pt x="1" y="1334"/>
                    <a:pt x="1" y="3001"/>
                  </a:cubicBezTo>
                  <a:lnTo>
                    <a:pt x="1" y="27992"/>
                  </a:lnTo>
                  <a:cubicBezTo>
                    <a:pt x="1" y="29647"/>
                    <a:pt x="1334" y="30993"/>
                    <a:pt x="3001" y="30993"/>
                  </a:cubicBezTo>
                  <a:lnTo>
                    <a:pt x="3001" y="30981"/>
                  </a:lnTo>
                  <a:lnTo>
                    <a:pt x="27980" y="30981"/>
                  </a:lnTo>
                  <a:cubicBezTo>
                    <a:pt x="29635" y="30981"/>
                    <a:pt x="30981" y="29647"/>
                    <a:pt x="30981" y="27980"/>
                  </a:cubicBezTo>
                  <a:lnTo>
                    <a:pt x="30981" y="3001"/>
                  </a:lnTo>
                  <a:cubicBezTo>
                    <a:pt x="30981" y="1358"/>
                    <a:pt x="29647" y="1"/>
                    <a:pt x="279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0"/>
            <p:cNvSpPr/>
            <p:nvPr/>
          </p:nvSpPr>
          <p:spPr>
            <a:xfrm>
              <a:off x="727750" y="1629888"/>
              <a:ext cx="797150" cy="797150"/>
            </a:xfrm>
            <a:custGeom>
              <a:avLst/>
              <a:gdLst/>
              <a:ahLst/>
              <a:cxnLst/>
              <a:rect l="l" t="t" r="r" b="b"/>
              <a:pathLst>
                <a:path w="31886" h="31886" extrusionOk="0">
                  <a:moveTo>
                    <a:pt x="28432" y="893"/>
                  </a:moveTo>
                  <a:cubicBezTo>
                    <a:pt x="29849" y="893"/>
                    <a:pt x="30992" y="2048"/>
                    <a:pt x="30992" y="3453"/>
                  </a:cubicBezTo>
                  <a:lnTo>
                    <a:pt x="30992" y="28432"/>
                  </a:lnTo>
                  <a:cubicBezTo>
                    <a:pt x="30992" y="29849"/>
                    <a:pt x="29849" y="30992"/>
                    <a:pt x="28432" y="30992"/>
                  </a:cubicBezTo>
                  <a:lnTo>
                    <a:pt x="3453" y="30992"/>
                  </a:lnTo>
                  <a:cubicBezTo>
                    <a:pt x="2048" y="30992"/>
                    <a:pt x="893" y="29849"/>
                    <a:pt x="893" y="28432"/>
                  </a:cubicBezTo>
                  <a:lnTo>
                    <a:pt x="893" y="3453"/>
                  </a:lnTo>
                  <a:cubicBezTo>
                    <a:pt x="893" y="2048"/>
                    <a:pt x="2048" y="893"/>
                    <a:pt x="3453" y="893"/>
                  </a:cubicBezTo>
                  <a:close/>
                  <a:moveTo>
                    <a:pt x="3453" y="0"/>
                  </a:moveTo>
                  <a:cubicBezTo>
                    <a:pt x="1548" y="0"/>
                    <a:pt x="0" y="1548"/>
                    <a:pt x="0" y="3453"/>
                  </a:cubicBezTo>
                  <a:lnTo>
                    <a:pt x="0" y="28432"/>
                  </a:lnTo>
                  <a:cubicBezTo>
                    <a:pt x="0" y="30337"/>
                    <a:pt x="1548" y="31885"/>
                    <a:pt x="3453" y="31885"/>
                  </a:cubicBezTo>
                  <a:lnTo>
                    <a:pt x="28432" y="31885"/>
                  </a:lnTo>
                  <a:cubicBezTo>
                    <a:pt x="30337" y="31885"/>
                    <a:pt x="31885" y="30337"/>
                    <a:pt x="31885" y="28432"/>
                  </a:cubicBezTo>
                  <a:lnTo>
                    <a:pt x="31885" y="3453"/>
                  </a:lnTo>
                  <a:cubicBezTo>
                    <a:pt x="31885" y="1548"/>
                    <a:pt x="30337" y="0"/>
                    <a:pt x="28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0"/>
            <p:cNvSpPr/>
            <p:nvPr/>
          </p:nvSpPr>
          <p:spPr>
            <a:xfrm>
              <a:off x="809000" y="1723038"/>
              <a:ext cx="287575" cy="296500"/>
            </a:xfrm>
            <a:custGeom>
              <a:avLst/>
              <a:gdLst/>
              <a:ahLst/>
              <a:cxnLst/>
              <a:rect l="l" t="t" r="r" b="b"/>
              <a:pathLst>
                <a:path w="11503" h="11860" extrusionOk="0">
                  <a:moveTo>
                    <a:pt x="1084" y="1"/>
                  </a:moveTo>
                  <a:cubicBezTo>
                    <a:pt x="489" y="1"/>
                    <a:pt x="1" y="489"/>
                    <a:pt x="1" y="1084"/>
                  </a:cubicBezTo>
                  <a:lnTo>
                    <a:pt x="1" y="11860"/>
                  </a:lnTo>
                  <a:lnTo>
                    <a:pt x="11502" y="11860"/>
                  </a:lnTo>
                  <a:lnTo>
                    <a:pt x="11502" y="1084"/>
                  </a:lnTo>
                  <a:cubicBezTo>
                    <a:pt x="11502" y="477"/>
                    <a:pt x="11026" y="1"/>
                    <a:pt x="104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0"/>
            <p:cNvSpPr/>
            <p:nvPr/>
          </p:nvSpPr>
          <p:spPr>
            <a:xfrm>
              <a:off x="886400" y="1757888"/>
              <a:ext cx="133075" cy="133350"/>
            </a:xfrm>
            <a:custGeom>
              <a:avLst/>
              <a:gdLst/>
              <a:ahLst/>
              <a:cxnLst/>
              <a:rect l="l" t="t" r="r" b="b"/>
              <a:pathLst>
                <a:path w="5323" h="5334" extrusionOk="0">
                  <a:moveTo>
                    <a:pt x="2655" y="0"/>
                  </a:moveTo>
                  <a:cubicBezTo>
                    <a:pt x="1191" y="0"/>
                    <a:pt x="0" y="1191"/>
                    <a:pt x="0" y="2667"/>
                  </a:cubicBezTo>
                  <a:cubicBezTo>
                    <a:pt x="0" y="4143"/>
                    <a:pt x="1191" y="5334"/>
                    <a:pt x="2655" y="5334"/>
                  </a:cubicBezTo>
                  <a:cubicBezTo>
                    <a:pt x="4132" y="5334"/>
                    <a:pt x="5322" y="4143"/>
                    <a:pt x="5322" y="2667"/>
                  </a:cubicBezTo>
                  <a:cubicBezTo>
                    <a:pt x="5322" y="1191"/>
                    <a:pt x="4132" y="0"/>
                    <a:pt x="26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0"/>
            <p:cNvSpPr/>
            <p:nvPr/>
          </p:nvSpPr>
          <p:spPr>
            <a:xfrm>
              <a:off x="859900" y="1914738"/>
              <a:ext cx="186050" cy="78300"/>
            </a:xfrm>
            <a:custGeom>
              <a:avLst/>
              <a:gdLst/>
              <a:ahLst/>
              <a:cxnLst/>
              <a:rect l="l" t="t" r="r" b="b"/>
              <a:pathLst>
                <a:path w="7442" h="3132" extrusionOk="0">
                  <a:moveTo>
                    <a:pt x="3144" y="1"/>
                  </a:moveTo>
                  <a:cubicBezTo>
                    <a:pt x="1406" y="1"/>
                    <a:pt x="1" y="1406"/>
                    <a:pt x="1" y="3132"/>
                  </a:cubicBezTo>
                  <a:lnTo>
                    <a:pt x="7442" y="3132"/>
                  </a:lnTo>
                  <a:cubicBezTo>
                    <a:pt x="7442" y="1394"/>
                    <a:pt x="6049" y="1"/>
                    <a:pt x="4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0"/>
            <p:cNvSpPr/>
            <p:nvPr/>
          </p:nvSpPr>
          <p:spPr>
            <a:xfrm>
              <a:off x="1326625" y="2152863"/>
              <a:ext cx="352150" cy="322675"/>
            </a:xfrm>
            <a:custGeom>
              <a:avLst/>
              <a:gdLst/>
              <a:ahLst/>
              <a:cxnLst/>
              <a:rect l="l" t="t" r="r" b="b"/>
              <a:pathLst>
                <a:path w="14086" h="12907" extrusionOk="0">
                  <a:moveTo>
                    <a:pt x="858" y="1"/>
                  </a:moveTo>
                  <a:cubicBezTo>
                    <a:pt x="382" y="1"/>
                    <a:pt x="1" y="382"/>
                    <a:pt x="1" y="858"/>
                  </a:cubicBezTo>
                  <a:lnTo>
                    <a:pt x="1" y="12050"/>
                  </a:lnTo>
                  <a:cubicBezTo>
                    <a:pt x="1" y="12526"/>
                    <a:pt x="382" y="12907"/>
                    <a:pt x="858" y="12907"/>
                  </a:cubicBezTo>
                  <a:lnTo>
                    <a:pt x="13228" y="12907"/>
                  </a:lnTo>
                  <a:cubicBezTo>
                    <a:pt x="13693" y="12907"/>
                    <a:pt x="14074" y="12538"/>
                    <a:pt x="14086" y="12050"/>
                  </a:cubicBezTo>
                  <a:lnTo>
                    <a:pt x="14086" y="858"/>
                  </a:lnTo>
                  <a:cubicBezTo>
                    <a:pt x="14086" y="382"/>
                    <a:pt x="13705" y="1"/>
                    <a:pt x="132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0"/>
            <p:cNvSpPr/>
            <p:nvPr/>
          </p:nvSpPr>
          <p:spPr>
            <a:xfrm>
              <a:off x="1376325" y="1932313"/>
              <a:ext cx="253050" cy="337250"/>
            </a:xfrm>
            <a:custGeom>
              <a:avLst/>
              <a:gdLst/>
              <a:ahLst/>
              <a:cxnLst/>
              <a:rect l="l" t="t" r="r" b="b"/>
              <a:pathLst>
                <a:path w="10122" h="13490" extrusionOk="0">
                  <a:moveTo>
                    <a:pt x="5049" y="1226"/>
                  </a:moveTo>
                  <a:cubicBezTo>
                    <a:pt x="7157" y="1226"/>
                    <a:pt x="8871" y="2941"/>
                    <a:pt x="8871" y="5048"/>
                  </a:cubicBezTo>
                  <a:lnTo>
                    <a:pt x="8871" y="12252"/>
                  </a:lnTo>
                  <a:lnTo>
                    <a:pt x="1227" y="12252"/>
                  </a:lnTo>
                  <a:lnTo>
                    <a:pt x="1227" y="5048"/>
                  </a:lnTo>
                  <a:cubicBezTo>
                    <a:pt x="1227" y="2941"/>
                    <a:pt x="2930" y="1226"/>
                    <a:pt x="5049" y="1226"/>
                  </a:cubicBezTo>
                  <a:close/>
                  <a:moveTo>
                    <a:pt x="5061" y="0"/>
                  </a:moveTo>
                  <a:cubicBezTo>
                    <a:pt x="2275" y="0"/>
                    <a:pt x="1" y="2262"/>
                    <a:pt x="1" y="5060"/>
                  </a:cubicBezTo>
                  <a:lnTo>
                    <a:pt x="1" y="12883"/>
                  </a:lnTo>
                  <a:cubicBezTo>
                    <a:pt x="1" y="13204"/>
                    <a:pt x="275" y="13490"/>
                    <a:pt x="608" y="13490"/>
                  </a:cubicBezTo>
                  <a:lnTo>
                    <a:pt x="9502" y="13490"/>
                  </a:lnTo>
                  <a:cubicBezTo>
                    <a:pt x="9835" y="13490"/>
                    <a:pt x="10109" y="13204"/>
                    <a:pt x="10121" y="12883"/>
                  </a:cubicBezTo>
                  <a:lnTo>
                    <a:pt x="10121" y="5060"/>
                  </a:lnTo>
                  <a:cubicBezTo>
                    <a:pt x="10121" y="2286"/>
                    <a:pt x="7847" y="0"/>
                    <a:pt x="50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0"/>
            <p:cNvSpPr/>
            <p:nvPr/>
          </p:nvSpPr>
          <p:spPr>
            <a:xfrm>
              <a:off x="1446575" y="2239788"/>
              <a:ext cx="111650" cy="111650"/>
            </a:xfrm>
            <a:custGeom>
              <a:avLst/>
              <a:gdLst/>
              <a:ahLst/>
              <a:cxnLst/>
              <a:rect l="l" t="t" r="r" b="b"/>
              <a:pathLst>
                <a:path w="4466" h="4466" extrusionOk="0">
                  <a:moveTo>
                    <a:pt x="2239" y="0"/>
                  </a:moveTo>
                  <a:cubicBezTo>
                    <a:pt x="1001" y="0"/>
                    <a:pt x="1" y="1000"/>
                    <a:pt x="1" y="2227"/>
                  </a:cubicBezTo>
                  <a:cubicBezTo>
                    <a:pt x="1" y="3465"/>
                    <a:pt x="1001" y="4465"/>
                    <a:pt x="2239" y="4465"/>
                  </a:cubicBezTo>
                  <a:cubicBezTo>
                    <a:pt x="3466" y="4465"/>
                    <a:pt x="4466" y="3465"/>
                    <a:pt x="4466" y="2227"/>
                  </a:cubicBezTo>
                  <a:cubicBezTo>
                    <a:pt x="4466" y="1000"/>
                    <a:pt x="3466" y="0"/>
                    <a:pt x="2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0"/>
            <p:cNvSpPr/>
            <p:nvPr/>
          </p:nvSpPr>
          <p:spPr>
            <a:xfrm>
              <a:off x="1477250" y="2331763"/>
              <a:ext cx="50625" cy="57775"/>
            </a:xfrm>
            <a:custGeom>
              <a:avLst/>
              <a:gdLst/>
              <a:ahLst/>
              <a:cxnLst/>
              <a:rect l="l" t="t" r="r" b="b"/>
              <a:pathLst>
                <a:path w="2025" h="2311" extrusionOk="0">
                  <a:moveTo>
                    <a:pt x="0" y="0"/>
                  </a:moveTo>
                  <a:lnTo>
                    <a:pt x="0" y="2310"/>
                  </a:lnTo>
                  <a:lnTo>
                    <a:pt x="2024" y="2310"/>
                  </a:lnTo>
                  <a:lnTo>
                    <a:pt x="202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0"/>
            <p:cNvSpPr/>
            <p:nvPr/>
          </p:nvSpPr>
          <p:spPr>
            <a:xfrm>
              <a:off x="1136125" y="1751613"/>
              <a:ext cx="297675" cy="28325"/>
            </a:xfrm>
            <a:custGeom>
              <a:avLst/>
              <a:gdLst/>
              <a:ahLst/>
              <a:cxnLst/>
              <a:rect l="l" t="t" r="r" b="b"/>
              <a:pathLst>
                <a:path w="11907" h="1133" extrusionOk="0">
                  <a:moveTo>
                    <a:pt x="1" y="1"/>
                  </a:moveTo>
                  <a:lnTo>
                    <a:pt x="1" y="1132"/>
                  </a:lnTo>
                  <a:lnTo>
                    <a:pt x="11907" y="1132"/>
                  </a:lnTo>
                  <a:lnTo>
                    <a:pt x="11907"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0"/>
            <p:cNvSpPr/>
            <p:nvPr/>
          </p:nvSpPr>
          <p:spPr>
            <a:xfrm>
              <a:off x="1136125" y="1822763"/>
              <a:ext cx="297675" cy="28300"/>
            </a:xfrm>
            <a:custGeom>
              <a:avLst/>
              <a:gdLst/>
              <a:ahLst/>
              <a:cxnLst/>
              <a:rect l="l" t="t" r="r" b="b"/>
              <a:pathLst>
                <a:path w="11907" h="1132" extrusionOk="0">
                  <a:moveTo>
                    <a:pt x="1" y="1"/>
                  </a:moveTo>
                  <a:lnTo>
                    <a:pt x="1" y="1132"/>
                  </a:lnTo>
                  <a:lnTo>
                    <a:pt x="11907" y="1132"/>
                  </a:lnTo>
                  <a:lnTo>
                    <a:pt x="11907"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0"/>
            <p:cNvSpPr/>
            <p:nvPr/>
          </p:nvSpPr>
          <p:spPr>
            <a:xfrm>
              <a:off x="1136125" y="1893613"/>
              <a:ext cx="297675" cy="28300"/>
            </a:xfrm>
            <a:custGeom>
              <a:avLst/>
              <a:gdLst/>
              <a:ahLst/>
              <a:cxnLst/>
              <a:rect l="l" t="t" r="r" b="b"/>
              <a:pathLst>
                <a:path w="11907" h="1132" extrusionOk="0">
                  <a:moveTo>
                    <a:pt x="1" y="0"/>
                  </a:moveTo>
                  <a:lnTo>
                    <a:pt x="1" y="1131"/>
                  </a:lnTo>
                  <a:lnTo>
                    <a:pt x="11907" y="1131"/>
                  </a:lnTo>
                  <a:lnTo>
                    <a:pt x="11907" y="0"/>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0"/>
            <p:cNvSpPr/>
            <p:nvPr/>
          </p:nvSpPr>
          <p:spPr>
            <a:xfrm>
              <a:off x="1136125" y="1961463"/>
              <a:ext cx="213750" cy="28300"/>
            </a:xfrm>
            <a:custGeom>
              <a:avLst/>
              <a:gdLst/>
              <a:ahLst/>
              <a:cxnLst/>
              <a:rect l="l" t="t" r="r" b="b"/>
              <a:pathLst>
                <a:path w="8550" h="1132" extrusionOk="0">
                  <a:moveTo>
                    <a:pt x="1" y="1"/>
                  </a:moveTo>
                  <a:lnTo>
                    <a:pt x="1" y="1132"/>
                  </a:lnTo>
                  <a:lnTo>
                    <a:pt x="8549" y="1132"/>
                  </a:lnTo>
                  <a:lnTo>
                    <a:pt x="8549"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0"/>
            <p:cNvSpPr/>
            <p:nvPr/>
          </p:nvSpPr>
          <p:spPr>
            <a:xfrm>
              <a:off x="809000" y="2204063"/>
              <a:ext cx="177425" cy="24425"/>
            </a:xfrm>
            <a:custGeom>
              <a:avLst/>
              <a:gdLst/>
              <a:ahLst/>
              <a:cxnLst/>
              <a:rect l="l" t="t" r="r" b="b"/>
              <a:pathLst>
                <a:path w="7097" h="977" extrusionOk="0">
                  <a:moveTo>
                    <a:pt x="1" y="0"/>
                  </a:moveTo>
                  <a:lnTo>
                    <a:pt x="1" y="977"/>
                  </a:lnTo>
                  <a:lnTo>
                    <a:pt x="7097" y="977"/>
                  </a:lnTo>
                  <a:lnTo>
                    <a:pt x="70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0"/>
            <p:cNvSpPr/>
            <p:nvPr/>
          </p:nvSpPr>
          <p:spPr>
            <a:xfrm>
              <a:off x="809000" y="2134413"/>
              <a:ext cx="475975" cy="44375"/>
            </a:xfrm>
            <a:custGeom>
              <a:avLst/>
              <a:gdLst/>
              <a:ahLst/>
              <a:cxnLst/>
              <a:rect l="l" t="t" r="r" b="b"/>
              <a:pathLst>
                <a:path w="19039" h="1775" extrusionOk="0">
                  <a:moveTo>
                    <a:pt x="334" y="0"/>
                  </a:moveTo>
                  <a:cubicBezTo>
                    <a:pt x="143" y="0"/>
                    <a:pt x="1" y="155"/>
                    <a:pt x="1" y="346"/>
                  </a:cubicBezTo>
                  <a:lnTo>
                    <a:pt x="1" y="1429"/>
                  </a:lnTo>
                  <a:cubicBezTo>
                    <a:pt x="1" y="1632"/>
                    <a:pt x="143" y="1774"/>
                    <a:pt x="334" y="1774"/>
                  </a:cubicBezTo>
                  <a:lnTo>
                    <a:pt x="18693" y="1774"/>
                  </a:lnTo>
                  <a:cubicBezTo>
                    <a:pt x="18884" y="1774"/>
                    <a:pt x="19039" y="1632"/>
                    <a:pt x="19039" y="1429"/>
                  </a:cubicBezTo>
                  <a:lnTo>
                    <a:pt x="19039" y="346"/>
                  </a:lnTo>
                  <a:cubicBezTo>
                    <a:pt x="19039" y="155"/>
                    <a:pt x="18884" y="0"/>
                    <a:pt x="186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0"/>
            <p:cNvSpPr/>
            <p:nvPr/>
          </p:nvSpPr>
          <p:spPr>
            <a:xfrm>
              <a:off x="809000" y="2086488"/>
              <a:ext cx="177425" cy="24725"/>
            </a:xfrm>
            <a:custGeom>
              <a:avLst/>
              <a:gdLst/>
              <a:ahLst/>
              <a:cxnLst/>
              <a:rect l="l" t="t" r="r" b="b"/>
              <a:pathLst>
                <a:path w="7097" h="989" extrusionOk="0">
                  <a:moveTo>
                    <a:pt x="1" y="0"/>
                  </a:moveTo>
                  <a:lnTo>
                    <a:pt x="1" y="989"/>
                  </a:lnTo>
                  <a:lnTo>
                    <a:pt x="7097" y="989"/>
                  </a:lnTo>
                  <a:lnTo>
                    <a:pt x="70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0"/>
            <p:cNvSpPr/>
            <p:nvPr/>
          </p:nvSpPr>
          <p:spPr>
            <a:xfrm>
              <a:off x="700050" y="2262113"/>
              <a:ext cx="568850" cy="77400"/>
            </a:xfrm>
            <a:custGeom>
              <a:avLst/>
              <a:gdLst/>
              <a:ahLst/>
              <a:cxnLst/>
              <a:rect l="l" t="t" r="r" b="b"/>
              <a:pathLst>
                <a:path w="22754" h="3096" extrusionOk="0">
                  <a:moveTo>
                    <a:pt x="1549" y="0"/>
                  </a:moveTo>
                  <a:cubicBezTo>
                    <a:pt x="691" y="0"/>
                    <a:pt x="1" y="703"/>
                    <a:pt x="1" y="1548"/>
                  </a:cubicBezTo>
                  <a:cubicBezTo>
                    <a:pt x="1" y="2393"/>
                    <a:pt x="691" y="3096"/>
                    <a:pt x="1549" y="3096"/>
                  </a:cubicBezTo>
                  <a:lnTo>
                    <a:pt x="21206" y="3096"/>
                  </a:lnTo>
                  <a:cubicBezTo>
                    <a:pt x="22051" y="3096"/>
                    <a:pt x="22754" y="2393"/>
                    <a:pt x="22754" y="1548"/>
                  </a:cubicBezTo>
                  <a:cubicBezTo>
                    <a:pt x="22754" y="703"/>
                    <a:pt x="22051" y="0"/>
                    <a:pt x="212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0"/>
            <p:cNvSpPr/>
            <p:nvPr/>
          </p:nvSpPr>
          <p:spPr>
            <a:xfrm>
              <a:off x="695900" y="2257938"/>
              <a:ext cx="576875" cy="85750"/>
            </a:xfrm>
            <a:custGeom>
              <a:avLst/>
              <a:gdLst/>
              <a:ahLst/>
              <a:cxnLst/>
              <a:rect l="l" t="t" r="r" b="b"/>
              <a:pathLst>
                <a:path w="23075" h="3430" extrusionOk="0">
                  <a:moveTo>
                    <a:pt x="21372" y="334"/>
                  </a:moveTo>
                  <a:cubicBezTo>
                    <a:pt x="22134" y="334"/>
                    <a:pt x="22753" y="953"/>
                    <a:pt x="22753" y="1715"/>
                  </a:cubicBezTo>
                  <a:cubicBezTo>
                    <a:pt x="22753" y="2477"/>
                    <a:pt x="22134" y="3096"/>
                    <a:pt x="21372" y="3096"/>
                  </a:cubicBezTo>
                  <a:lnTo>
                    <a:pt x="1715" y="3096"/>
                  </a:lnTo>
                  <a:cubicBezTo>
                    <a:pt x="953" y="3096"/>
                    <a:pt x="322" y="2477"/>
                    <a:pt x="322" y="1715"/>
                  </a:cubicBezTo>
                  <a:cubicBezTo>
                    <a:pt x="322" y="953"/>
                    <a:pt x="953" y="334"/>
                    <a:pt x="1715" y="334"/>
                  </a:cubicBezTo>
                  <a:close/>
                  <a:moveTo>
                    <a:pt x="1715" y="0"/>
                  </a:moveTo>
                  <a:cubicBezTo>
                    <a:pt x="762" y="0"/>
                    <a:pt x="0" y="774"/>
                    <a:pt x="0" y="1715"/>
                  </a:cubicBezTo>
                  <a:cubicBezTo>
                    <a:pt x="0" y="2656"/>
                    <a:pt x="774" y="3429"/>
                    <a:pt x="1715" y="3429"/>
                  </a:cubicBezTo>
                  <a:lnTo>
                    <a:pt x="21372" y="3429"/>
                  </a:lnTo>
                  <a:cubicBezTo>
                    <a:pt x="22324" y="3429"/>
                    <a:pt x="23075" y="2656"/>
                    <a:pt x="23075" y="1715"/>
                  </a:cubicBezTo>
                  <a:cubicBezTo>
                    <a:pt x="23075" y="774"/>
                    <a:pt x="22313" y="0"/>
                    <a:pt x="213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0"/>
            <p:cNvSpPr/>
            <p:nvPr/>
          </p:nvSpPr>
          <p:spPr>
            <a:xfrm>
              <a:off x="839075" y="2284438"/>
              <a:ext cx="32750" cy="32750"/>
            </a:xfrm>
            <a:custGeom>
              <a:avLst/>
              <a:gdLst/>
              <a:ahLst/>
              <a:cxnLst/>
              <a:rect l="l" t="t" r="r" b="b"/>
              <a:pathLst>
                <a:path w="1310" h="1310" extrusionOk="0">
                  <a:moveTo>
                    <a:pt x="655" y="0"/>
                  </a:moveTo>
                  <a:cubicBezTo>
                    <a:pt x="298" y="0"/>
                    <a:pt x="0" y="298"/>
                    <a:pt x="0" y="655"/>
                  </a:cubicBezTo>
                  <a:cubicBezTo>
                    <a:pt x="0" y="1012"/>
                    <a:pt x="298" y="1310"/>
                    <a:pt x="655" y="1310"/>
                  </a:cubicBezTo>
                  <a:cubicBezTo>
                    <a:pt x="1012" y="1310"/>
                    <a:pt x="1310" y="1012"/>
                    <a:pt x="1310" y="655"/>
                  </a:cubicBezTo>
                  <a:cubicBezTo>
                    <a:pt x="1310" y="298"/>
                    <a:pt x="1012"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0"/>
            <p:cNvSpPr/>
            <p:nvPr/>
          </p:nvSpPr>
          <p:spPr>
            <a:xfrm>
              <a:off x="932825" y="2284438"/>
              <a:ext cx="32775" cy="32750"/>
            </a:xfrm>
            <a:custGeom>
              <a:avLst/>
              <a:gdLst/>
              <a:ahLst/>
              <a:cxnLst/>
              <a:rect l="l" t="t" r="r" b="b"/>
              <a:pathLst>
                <a:path w="1311" h="1310" extrusionOk="0">
                  <a:moveTo>
                    <a:pt x="655" y="0"/>
                  </a:moveTo>
                  <a:cubicBezTo>
                    <a:pt x="298" y="0"/>
                    <a:pt x="1" y="298"/>
                    <a:pt x="1" y="655"/>
                  </a:cubicBezTo>
                  <a:cubicBezTo>
                    <a:pt x="1" y="1012"/>
                    <a:pt x="298" y="1310"/>
                    <a:pt x="655" y="1310"/>
                  </a:cubicBezTo>
                  <a:cubicBezTo>
                    <a:pt x="1013" y="1310"/>
                    <a:pt x="1310" y="1012"/>
                    <a:pt x="1310" y="655"/>
                  </a:cubicBezTo>
                  <a:cubicBezTo>
                    <a:pt x="1310" y="298"/>
                    <a:pt x="1013"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0"/>
            <p:cNvSpPr/>
            <p:nvPr/>
          </p:nvSpPr>
          <p:spPr>
            <a:xfrm>
              <a:off x="1026600" y="2284438"/>
              <a:ext cx="32750" cy="32750"/>
            </a:xfrm>
            <a:custGeom>
              <a:avLst/>
              <a:gdLst/>
              <a:ahLst/>
              <a:cxnLst/>
              <a:rect l="l" t="t" r="r" b="b"/>
              <a:pathLst>
                <a:path w="1310" h="1310" extrusionOk="0">
                  <a:moveTo>
                    <a:pt x="655" y="0"/>
                  </a:moveTo>
                  <a:cubicBezTo>
                    <a:pt x="298" y="0"/>
                    <a:pt x="0" y="298"/>
                    <a:pt x="0" y="655"/>
                  </a:cubicBezTo>
                  <a:cubicBezTo>
                    <a:pt x="0" y="1012"/>
                    <a:pt x="298" y="1310"/>
                    <a:pt x="655" y="1310"/>
                  </a:cubicBezTo>
                  <a:cubicBezTo>
                    <a:pt x="1012" y="1310"/>
                    <a:pt x="1310" y="1012"/>
                    <a:pt x="1310" y="655"/>
                  </a:cubicBezTo>
                  <a:cubicBezTo>
                    <a:pt x="1310" y="298"/>
                    <a:pt x="1012"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0"/>
            <p:cNvSpPr/>
            <p:nvPr/>
          </p:nvSpPr>
          <p:spPr>
            <a:xfrm>
              <a:off x="1120350" y="2284438"/>
              <a:ext cx="32775" cy="32750"/>
            </a:xfrm>
            <a:custGeom>
              <a:avLst/>
              <a:gdLst/>
              <a:ahLst/>
              <a:cxnLst/>
              <a:rect l="l" t="t" r="r" b="b"/>
              <a:pathLst>
                <a:path w="1311" h="1310" extrusionOk="0">
                  <a:moveTo>
                    <a:pt x="655" y="0"/>
                  </a:moveTo>
                  <a:cubicBezTo>
                    <a:pt x="298" y="0"/>
                    <a:pt x="1" y="298"/>
                    <a:pt x="1" y="655"/>
                  </a:cubicBezTo>
                  <a:cubicBezTo>
                    <a:pt x="1" y="1012"/>
                    <a:pt x="298" y="1310"/>
                    <a:pt x="655" y="1310"/>
                  </a:cubicBezTo>
                  <a:cubicBezTo>
                    <a:pt x="1013" y="1310"/>
                    <a:pt x="1310" y="1012"/>
                    <a:pt x="1310" y="655"/>
                  </a:cubicBezTo>
                  <a:cubicBezTo>
                    <a:pt x="1310" y="298"/>
                    <a:pt x="1013"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 name="Google Shape;340;p20"/>
          <p:cNvGrpSpPr/>
          <p:nvPr/>
        </p:nvGrpSpPr>
        <p:grpSpPr>
          <a:xfrm>
            <a:off x="2300453" y="1812593"/>
            <a:ext cx="4634929" cy="2034552"/>
            <a:chOff x="2700130" y="1812696"/>
            <a:chExt cx="3038700" cy="662850"/>
          </a:xfrm>
        </p:grpSpPr>
        <p:sp>
          <p:nvSpPr>
            <p:cNvPr id="341" name="Google Shape;341;p20"/>
            <p:cNvSpPr txBox="1"/>
            <p:nvPr/>
          </p:nvSpPr>
          <p:spPr>
            <a:xfrm>
              <a:off x="2700130" y="1812696"/>
              <a:ext cx="3038700" cy="257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b="1">
                  <a:solidFill>
                    <a:schemeClr val="dk1"/>
                  </a:solidFill>
                  <a:latin typeface="Fira Sans"/>
                  <a:ea typeface="Fira Sans"/>
                  <a:cs typeface="Fira Sans"/>
                  <a:sym typeface="Fira Sans"/>
                </a:rPr>
                <a:t>Penjelasan singkat</a:t>
              </a:r>
              <a:endParaRPr b="1">
                <a:solidFill>
                  <a:schemeClr val="dk1"/>
                </a:solidFill>
                <a:latin typeface="Fira Sans"/>
                <a:ea typeface="Fira Sans"/>
                <a:cs typeface="Fira Sans"/>
                <a:sym typeface="Fira Sans"/>
              </a:endParaRPr>
            </a:p>
          </p:txBody>
        </p:sp>
        <p:sp>
          <p:nvSpPr>
            <p:cNvPr id="342" name="Google Shape;342;p20"/>
            <p:cNvSpPr txBox="1"/>
            <p:nvPr/>
          </p:nvSpPr>
          <p:spPr>
            <a:xfrm>
              <a:off x="2731009" y="2069646"/>
              <a:ext cx="3007800" cy="4059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200">
                  <a:solidFill>
                    <a:schemeClr val="dk1"/>
                  </a:solidFill>
                  <a:latin typeface="Fira Sans"/>
                  <a:ea typeface="Fira Sans"/>
                  <a:cs typeface="Fira Sans"/>
                  <a:sym typeface="Fira Sans"/>
                </a:rPr>
                <a:t>Soal pada kategori ini peserta diharuskan dapat : </a:t>
              </a:r>
              <a:endParaRPr sz="1200">
                <a:solidFill>
                  <a:schemeClr val="dk1"/>
                </a:solidFill>
                <a:latin typeface="Fira Sans"/>
                <a:ea typeface="Fira Sans"/>
                <a:cs typeface="Fira Sans"/>
                <a:sym typeface="Fira Sans"/>
              </a:endParaRPr>
            </a:p>
            <a:p>
              <a:pPr marL="457200" lvl="0" indent="-304800" algn="l" rtl="0">
                <a:spcBef>
                  <a:spcPts val="0"/>
                </a:spcBef>
                <a:spcAft>
                  <a:spcPts val="0"/>
                </a:spcAft>
                <a:buClr>
                  <a:schemeClr val="dk1"/>
                </a:buClr>
                <a:buSzPts val="1200"/>
                <a:buFont typeface="Fira Sans"/>
                <a:buAutoNum type="arabicPeriod"/>
              </a:pPr>
              <a:r>
                <a:rPr lang="en" sz="1200">
                  <a:solidFill>
                    <a:schemeClr val="dk1"/>
                  </a:solidFill>
                  <a:latin typeface="Fira Sans"/>
                  <a:ea typeface="Fira Sans"/>
                  <a:cs typeface="Fira Sans"/>
                  <a:sym typeface="Fira Sans"/>
                </a:rPr>
                <a:t>Menganalisis berkas</a:t>
              </a:r>
              <a:endParaRPr sz="1200">
                <a:solidFill>
                  <a:schemeClr val="dk1"/>
                </a:solidFill>
                <a:latin typeface="Fira Sans"/>
                <a:ea typeface="Fira Sans"/>
                <a:cs typeface="Fira Sans"/>
                <a:sym typeface="Fira Sans"/>
              </a:endParaRPr>
            </a:p>
            <a:p>
              <a:pPr marL="457200" lvl="0" indent="-304800" algn="l" rtl="0">
                <a:spcBef>
                  <a:spcPts val="0"/>
                </a:spcBef>
                <a:spcAft>
                  <a:spcPts val="0"/>
                </a:spcAft>
                <a:buClr>
                  <a:schemeClr val="dk1"/>
                </a:buClr>
                <a:buSzPts val="1200"/>
                <a:buFont typeface="Fira Sans"/>
                <a:buAutoNum type="arabicPeriod"/>
              </a:pPr>
              <a:r>
                <a:rPr lang="en" sz="1200">
                  <a:solidFill>
                    <a:schemeClr val="dk1"/>
                  </a:solidFill>
                  <a:latin typeface="Fira Sans"/>
                  <a:ea typeface="Fira Sans"/>
                  <a:cs typeface="Fira Sans"/>
                  <a:sym typeface="Fira Sans"/>
                </a:rPr>
                <a:t>Menganalisis log</a:t>
              </a:r>
              <a:endParaRPr sz="1200">
                <a:solidFill>
                  <a:schemeClr val="dk1"/>
                </a:solidFill>
                <a:latin typeface="Fira Sans"/>
                <a:ea typeface="Fira Sans"/>
                <a:cs typeface="Fira Sans"/>
                <a:sym typeface="Fira Sans"/>
              </a:endParaRPr>
            </a:p>
            <a:p>
              <a:pPr marL="457200" lvl="0" indent="-304800" algn="l" rtl="0">
                <a:spcBef>
                  <a:spcPts val="0"/>
                </a:spcBef>
                <a:spcAft>
                  <a:spcPts val="0"/>
                </a:spcAft>
                <a:buClr>
                  <a:schemeClr val="dk1"/>
                </a:buClr>
                <a:buSzPts val="1200"/>
                <a:buFont typeface="Fira Sans"/>
                <a:buAutoNum type="arabicPeriod"/>
              </a:pPr>
              <a:r>
                <a:rPr lang="en" sz="1200">
                  <a:solidFill>
                    <a:schemeClr val="dk1"/>
                  </a:solidFill>
                  <a:latin typeface="Fira Sans"/>
                  <a:ea typeface="Fira Sans"/>
                  <a:cs typeface="Fira Sans"/>
                  <a:sym typeface="Fira Sans"/>
                </a:rPr>
                <a:t>Pemulihan file / data</a:t>
              </a:r>
              <a:endParaRPr sz="1200">
                <a:solidFill>
                  <a:schemeClr val="dk1"/>
                </a:solidFill>
                <a:latin typeface="Fira Sans"/>
                <a:ea typeface="Fira Sans"/>
                <a:cs typeface="Fira Sans"/>
                <a:sym typeface="Fira Sans"/>
              </a:endParaRPr>
            </a:p>
            <a:p>
              <a:pPr marL="457200" lvl="0" indent="-304800" algn="l" rtl="0">
                <a:spcBef>
                  <a:spcPts val="0"/>
                </a:spcBef>
                <a:spcAft>
                  <a:spcPts val="0"/>
                </a:spcAft>
                <a:buClr>
                  <a:schemeClr val="dk1"/>
                </a:buClr>
                <a:buSzPts val="1200"/>
                <a:buFont typeface="Fira Sans"/>
                <a:buAutoNum type="arabicPeriod"/>
              </a:pPr>
              <a:r>
                <a:rPr lang="en" sz="1200">
                  <a:solidFill>
                    <a:schemeClr val="dk1"/>
                  </a:solidFill>
                  <a:latin typeface="Fira Sans"/>
                  <a:ea typeface="Fira Sans"/>
                  <a:cs typeface="Fira Sans"/>
                  <a:sym typeface="Fira Sans"/>
                </a:rPr>
                <a:t>Steganografi</a:t>
              </a:r>
              <a:endParaRPr sz="1200">
                <a:solidFill>
                  <a:schemeClr val="dk1"/>
                </a:solidFill>
                <a:latin typeface="Fira Sans"/>
                <a:ea typeface="Fira Sans"/>
                <a:cs typeface="Fira Sans"/>
                <a:sym typeface="Fira Sans"/>
              </a:endParaRPr>
            </a:p>
            <a:p>
              <a:pPr marL="457200" lvl="0" indent="-304800" algn="l" rtl="0">
                <a:spcBef>
                  <a:spcPts val="0"/>
                </a:spcBef>
                <a:spcAft>
                  <a:spcPts val="0"/>
                </a:spcAft>
                <a:buClr>
                  <a:schemeClr val="dk1"/>
                </a:buClr>
                <a:buSzPts val="1200"/>
                <a:buFont typeface="Fira Sans"/>
                <a:buAutoNum type="arabicPeriod"/>
              </a:pPr>
              <a:r>
                <a:rPr lang="en" sz="1200">
                  <a:solidFill>
                    <a:schemeClr val="dk1"/>
                  </a:solidFill>
                  <a:latin typeface="Fira Sans"/>
                  <a:ea typeface="Fira Sans"/>
                  <a:cs typeface="Fira Sans"/>
                  <a:sym typeface="Fira Sans"/>
                </a:rPr>
                <a:t>Kriptografi</a:t>
              </a:r>
              <a:endParaRPr sz="1200">
                <a:solidFill>
                  <a:schemeClr val="dk1"/>
                </a:solidFill>
                <a:latin typeface="Fira Sans"/>
                <a:ea typeface="Fira Sans"/>
                <a:cs typeface="Fira Sans"/>
                <a:sym typeface="Fira Sans"/>
              </a:endParaRPr>
            </a:p>
            <a:p>
              <a:pPr marL="457200" lvl="0" indent="-304800" algn="l" rtl="0">
                <a:spcBef>
                  <a:spcPts val="0"/>
                </a:spcBef>
                <a:spcAft>
                  <a:spcPts val="0"/>
                </a:spcAft>
                <a:buClr>
                  <a:schemeClr val="dk1"/>
                </a:buClr>
                <a:buSzPts val="1200"/>
                <a:buFont typeface="Fira Sans"/>
                <a:buAutoNum type="arabicPeriod"/>
              </a:pPr>
              <a:r>
                <a:rPr lang="en" sz="1200">
                  <a:solidFill>
                    <a:schemeClr val="dk1"/>
                  </a:solidFill>
                  <a:latin typeface="Fira Sans"/>
                  <a:ea typeface="Fira Sans"/>
                  <a:cs typeface="Fira Sans"/>
                  <a:sym typeface="Fira Sans"/>
                </a:rPr>
                <a:t>Menganalisis malware</a:t>
              </a:r>
              <a:endParaRPr sz="1200">
                <a:solidFill>
                  <a:schemeClr val="dk1"/>
                </a:solidFill>
                <a:latin typeface="Fira Sans"/>
                <a:ea typeface="Fira Sans"/>
                <a:cs typeface="Fira Sans"/>
                <a:sym typeface="Fira Sans"/>
              </a:endParaRPr>
            </a:p>
            <a:p>
              <a:pPr marL="457200" lvl="0" indent="-304800" algn="l" rtl="0">
                <a:spcBef>
                  <a:spcPts val="0"/>
                </a:spcBef>
                <a:spcAft>
                  <a:spcPts val="0"/>
                </a:spcAft>
                <a:buClr>
                  <a:schemeClr val="dk1"/>
                </a:buClr>
                <a:buSzPts val="1200"/>
                <a:buFont typeface="Fira Sans"/>
                <a:buAutoNum type="arabicPeriod"/>
              </a:pPr>
              <a:r>
                <a:rPr lang="en" sz="1200">
                  <a:solidFill>
                    <a:schemeClr val="dk1"/>
                  </a:solidFill>
                  <a:latin typeface="Fira Sans"/>
                  <a:ea typeface="Fira Sans"/>
                  <a:cs typeface="Fira Sans"/>
                  <a:sym typeface="Fira Sans"/>
                </a:rPr>
                <a:t>Analisys Network</a:t>
              </a:r>
              <a:endParaRPr sz="1200">
                <a:solidFill>
                  <a:schemeClr val="dk1"/>
                </a:solidFill>
                <a:latin typeface="Fira Sans"/>
                <a:ea typeface="Fira Sans"/>
                <a:cs typeface="Fira Sans"/>
                <a:sym typeface="Fira Sans"/>
              </a:endParaRPr>
            </a:p>
            <a:p>
              <a:pPr marL="0" lvl="0" indent="0" algn="l" rtl="0">
                <a:spcBef>
                  <a:spcPts val="0"/>
                </a:spcBef>
                <a:spcAft>
                  <a:spcPts val="0"/>
                </a:spcAft>
                <a:buNone/>
              </a:pPr>
              <a:endParaRPr sz="1200">
                <a:solidFill>
                  <a:schemeClr val="dk1"/>
                </a:solidFill>
                <a:latin typeface="Fira Sans"/>
                <a:ea typeface="Fira Sans"/>
                <a:cs typeface="Fira Sans"/>
                <a:sym typeface="Fira Sa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1"/>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Web exploitation</a:t>
            </a:r>
            <a:endParaRPr/>
          </a:p>
        </p:txBody>
      </p:sp>
      <p:sp>
        <p:nvSpPr>
          <p:cNvPr id="348" name="Google Shape;348;p21"/>
          <p:cNvSpPr/>
          <p:nvPr/>
        </p:nvSpPr>
        <p:spPr>
          <a:xfrm>
            <a:off x="2226350" y="1695850"/>
            <a:ext cx="4840800" cy="2490600"/>
          </a:xfrm>
          <a:prstGeom prst="roundRect">
            <a:avLst>
              <a:gd name="adj" fmla="val 16667"/>
            </a:avLst>
          </a:prstGeom>
          <a:solidFill>
            <a:schemeClr val="l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9" name="Google Shape;349;p21"/>
          <p:cNvGrpSpPr/>
          <p:nvPr/>
        </p:nvGrpSpPr>
        <p:grpSpPr>
          <a:xfrm>
            <a:off x="2300453" y="1812593"/>
            <a:ext cx="4634929" cy="2034552"/>
            <a:chOff x="2700130" y="1812696"/>
            <a:chExt cx="3038700" cy="662850"/>
          </a:xfrm>
        </p:grpSpPr>
        <p:sp>
          <p:nvSpPr>
            <p:cNvPr id="350" name="Google Shape;350;p21"/>
            <p:cNvSpPr txBox="1"/>
            <p:nvPr/>
          </p:nvSpPr>
          <p:spPr>
            <a:xfrm>
              <a:off x="2700130" y="1812696"/>
              <a:ext cx="3038700" cy="257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b="1">
                  <a:solidFill>
                    <a:schemeClr val="dk1"/>
                  </a:solidFill>
                  <a:latin typeface="Fira Sans"/>
                  <a:ea typeface="Fira Sans"/>
                  <a:cs typeface="Fira Sans"/>
                  <a:sym typeface="Fira Sans"/>
                </a:rPr>
                <a:t>Penjelasan singkat</a:t>
              </a:r>
              <a:endParaRPr b="1">
                <a:solidFill>
                  <a:schemeClr val="dk1"/>
                </a:solidFill>
                <a:latin typeface="Fira Sans"/>
                <a:ea typeface="Fira Sans"/>
                <a:cs typeface="Fira Sans"/>
                <a:sym typeface="Fira Sans"/>
              </a:endParaRPr>
            </a:p>
          </p:txBody>
        </p:sp>
        <p:sp>
          <p:nvSpPr>
            <p:cNvPr id="351" name="Google Shape;351;p21"/>
            <p:cNvSpPr txBox="1"/>
            <p:nvPr/>
          </p:nvSpPr>
          <p:spPr>
            <a:xfrm>
              <a:off x="2731009" y="2069646"/>
              <a:ext cx="3007800" cy="4059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Fira Sans"/>
                  <a:ea typeface="Fira Sans"/>
                  <a:cs typeface="Fira Sans"/>
                  <a:sym typeface="Fira Sans"/>
                </a:rPr>
                <a:t>Soal pada kategori ini merupakan sebuah halaman website yang memiliki celah keamanan, tugas peserta memanfaatkan celah keamanan tersebut untuk mendapatkan akses tertentu.</a:t>
              </a:r>
              <a:endParaRPr sz="1200">
                <a:solidFill>
                  <a:schemeClr val="dk1"/>
                </a:solidFill>
                <a:latin typeface="Fira Sans"/>
                <a:ea typeface="Fira Sans"/>
                <a:cs typeface="Fira Sans"/>
                <a:sym typeface="Fira Sans"/>
              </a:endParaRPr>
            </a:p>
            <a:p>
              <a:pPr marL="0" lvl="0" indent="0" algn="l" rtl="0">
                <a:spcBef>
                  <a:spcPts val="0"/>
                </a:spcBef>
                <a:spcAft>
                  <a:spcPts val="0"/>
                </a:spcAft>
                <a:buNone/>
              </a:pPr>
              <a:endParaRPr sz="1200">
                <a:solidFill>
                  <a:schemeClr val="dk1"/>
                </a:solidFill>
                <a:latin typeface="Fira Sans"/>
                <a:ea typeface="Fira Sans"/>
                <a:cs typeface="Fira Sans"/>
                <a:sym typeface="Fira Sans"/>
              </a:endParaRPr>
            </a:p>
          </p:txBody>
        </p:sp>
      </p:grpSp>
      <p:grpSp>
        <p:nvGrpSpPr>
          <p:cNvPr id="352" name="Google Shape;352;p21"/>
          <p:cNvGrpSpPr/>
          <p:nvPr/>
        </p:nvGrpSpPr>
        <p:grpSpPr>
          <a:xfrm>
            <a:off x="1904885" y="1407345"/>
            <a:ext cx="1139898" cy="970337"/>
            <a:chOff x="3490300" y="3426450"/>
            <a:chExt cx="939425" cy="797450"/>
          </a:xfrm>
        </p:grpSpPr>
        <p:sp>
          <p:nvSpPr>
            <p:cNvPr id="353" name="Google Shape;353;p21"/>
            <p:cNvSpPr/>
            <p:nvPr/>
          </p:nvSpPr>
          <p:spPr>
            <a:xfrm>
              <a:off x="3501300" y="3437750"/>
              <a:ext cx="774825" cy="775125"/>
            </a:xfrm>
            <a:custGeom>
              <a:avLst/>
              <a:gdLst/>
              <a:ahLst/>
              <a:cxnLst/>
              <a:rect l="l" t="t" r="r" b="b"/>
              <a:pathLst>
                <a:path w="30993" h="31005" extrusionOk="0">
                  <a:moveTo>
                    <a:pt x="3013" y="1"/>
                  </a:moveTo>
                  <a:cubicBezTo>
                    <a:pt x="1358" y="1"/>
                    <a:pt x="1" y="1334"/>
                    <a:pt x="1" y="3001"/>
                  </a:cubicBezTo>
                  <a:lnTo>
                    <a:pt x="1" y="27992"/>
                  </a:lnTo>
                  <a:cubicBezTo>
                    <a:pt x="1" y="29647"/>
                    <a:pt x="1346" y="31005"/>
                    <a:pt x="3013" y="31005"/>
                  </a:cubicBezTo>
                  <a:lnTo>
                    <a:pt x="27980" y="31005"/>
                  </a:lnTo>
                  <a:cubicBezTo>
                    <a:pt x="29635" y="31005"/>
                    <a:pt x="30993" y="29659"/>
                    <a:pt x="30993" y="27992"/>
                  </a:cubicBezTo>
                  <a:lnTo>
                    <a:pt x="30993" y="3001"/>
                  </a:lnTo>
                  <a:cubicBezTo>
                    <a:pt x="30993" y="1358"/>
                    <a:pt x="29659" y="1"/>
                    <a:pt x="279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1"/>
            <p:cNvSpPr/>
            <p:nvPr/>
          </p:nvSpPr>
          <p:spPr>
            <a:xfrm>
              <a:off x="3490300" y="3426450"/>
              <a:ext cx="797425" cy="797450"/>
            </a:xfrm>
            <a:custGeom>
              <a:avLst/>
              <a:gdLst/>
              <a:ahLst/>
              <a:cxnLst/>
              <a:rect l="l" t="t" r="r" b="b"/>
              <a:pathLst>
                <a:path w="31897" h="31898" extrusionOk="0">
                  <a:moveTo>
                    <a:pt x="28432" y="893"/>
                  </a:moveTo>
                  <a:cubicBezTo>
                    <a:pt x="29837" y="893"/>
                    <a:pt x="30992" y="2048"/>
                    <a:pt x="30992" y="3453"/>
                  </a:cubicBezTo>
                  <a:lnTo>
                    <a:pt x="30992" y="28444"/>
                  </a:lnTo>
                  <a:cubicBezTo>
                    <a:pt x="30992" y="29861"/>
                    <a:pt x="29837" y="31004"/>
                    <a:pt x="28432" y="31004"/>
                  </a:cubicBezTo>
                  <a:lnTo>
                    <a:pt x="3453" y="31004"/>
                  </a:lnTo>
                  <a:cubicBezTo>
                    <a:pt x="2036" y="31004"/>
                    <a:pt x="893" y="29861"/>
                    <a:pt x="893" y="28444"/>
                  </a:cubicBezTo>
                  <a:lnTo>
                    <a:pt x="893" y="3453"/>
                  </a:lnTo>
                  <a:cubicBezTo>
                    <a:pt x="893" y="2048"/>
                    <a:pt x="2036" y="893"/>
                    <a:pt x="3453" y="893"/>
                  </a:cubicBezTo>
                  <a:close/>
                  <a:moveTo>
                    <a:pt x="3453" y="0"/>
                  </a:moveTo>
                  <a:cubicBezTo>
                    <a:pt x="1548" y="0"/>
                    <a:pt x="0" y="1548"/>
                    <a:pt x="0" y="3453"/>
                  </a:cubicBezTo>
                  <a:lnTo>
                    <a:pt x="0" y="28444"/>
                  </a:lnTo>
                  <a:cubicBezTo>
                    <a:pt x="0" y="30349"/>
                    <a:pt x="1548" y="31897"/>
                    <a:pt x="3453" y="31897"/>
                  </a:cubicBezTo>
                  <a:lnTo>
                    <a:pt x="28420" y="31897"/>
                  </a:lnTo>
                  <a:cubicBezTo>
                    <a:pt x="30325" y="31897"/>
                    <a:pt x="31885" y="30349"/>
                    <a:pt x="31885" y="28444"/>
                  </a:cubicBezTo>
                  <a:lnTo>
                    <a:pt x="31885" y="3453"/>
                  </a:lnTo>
                  <a:cubicBezTo>
                    <a:pt x="31897" y="1548"/>
                    <a:pt x="30337" y="0"/>
                    <a:pt x="28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1"/>
            <p:cNvSpPr/>
            <p:nvPr/>
          </p:nvSpPr>
          <p:spPr>
            <a:xfrm>
              <a:off x="3614125" y="3636300"/>
              <a:ext cx="815600" cy="227425"/>
            </a:xfrm>
            <a:custGeom>
              <a:avLst/>
              <a:gdLst/>
              <a:ahLst/>
              <a:cxnLst/>
              <a:rect l="l" t="t" r="r" b="b"/>
              <a:pathLst>
                <a:path w="32624" h="9097" extrusionOk="0">
                  <a:moveTo>
                    <a:pt x="2084" y="0"/>
                  </a:moveTo>
                  <a:cubicBezTo>
                    <a:pt x="941" y="0"/>
                    <a:pt x="0" y="941"/>
                    <a:pt x="0" y="2084"/>
                  </a:cubicBezTo>
                  <a:lnTo>
                    <a:pt x="0" y="7013"/>
                  </a:lnTo>
                  <a:cubicBezTo>
                    <a:pt x="0" y="8156"/>
                    <a:pt x="941" y="9097"/>
                    <a:pt x="2084" y="9097"/>
                  </a:cubicBezTo>
                  <a:lnTo>
                    <a:pt x="30528" y="9097"/>
                  </a:lnTo>
                  <a:cubicBezTo>
                    <a:pt x="31695" y="9097"/>
                    <a:pt x="32623" y="8156"/>
                    <a:pt x="32611" y="7013"/>
                  </a:cubicBezTo>
                  <a:lnTo>
                    <a:pt x="32611" y="2084"/>
                  </a:lnTo>
                  <a:cubicBezTo>
                    <a:pt x="32611" y="941"/>
                    <a:pt x="31671" y="0"/>
                    <a:pt x="305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1"/>
            <p:cNvSpPr/>
            <p:nvPr/>
          </p:nvSpPr>
          <p:spPr>
            <a:xfrm>
              <a:off x="3677225" y="3732425"/>
              <a:ext cx="83350" cy="76225"/>
            </a:xfrm>
            <a:custGeom>
              <a:avLst/>
              <a:gdLst/>
              <a:ahLst/>
              <a:cxnLst/>
              <a:rect l="l" t="t" r="r" b="b"/>
              <a:pathLst>
                <a:path w="3334" h="3049" extrusionOk="0">
                  <a:moveTo>
                    <a:pt x="203" y="1"/>
                  </a:moveTo>
                  <a:cubicBezTo>
                    <a:pt x="84" y="1"/>
                    <a:pt x="0" y="84"/>
                    <a:pt x="0" y="203"/>
                  </a:cubicBezTo>
                  <a:lnTo>
                    <a:pt x="0" y="2846"/>
                  </a:lnTo>
                  <a:cubicBezTo>
                    <a:pt x="0" y="2966"/>
                    <a:pt x="84" y="3049"/>
                    <a:pt x="203" y="3049"/>
                  </a:cubicBezTo>
                  <a:lnTo>
                    <a:pt x="3120" y="3049"/>
                  </a:lnTo>
                  <a:cubicBezTo>
                    <a:pt x="3227" y="3049"/>
                    <a:pt x="3310" y="2966"/>
                    <a:pt x="3334" y="2846"/>
                  </a:cubicBezTo>
                  <a:lnTo>
                    <a:pt x="3334" y="203"/>
                  </a:lnTo>
                  <a:cubicBezTo>
                    <a:pt x="3334" y="84"/>
                    <a:pt x="3239" y="1"/>
                    <a:pt x="31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1"/>
            <p:cNvSpPr/>
            <p:nvPr/>
          </p:nvSpPr>
          <p:spPr>
            <a:xfrm>
              <a:off x="3688525" y="3680650"/>
              <a:ext cx="60150" cy="79800"/>
            </a:xfrm>
            <a:custGeom>
              <a:avLst/>
              <a:gdLst/>
              <a:ahLst/>
              <a:cxnLst/>
              <a:rect l="l" t="t" r="r" b="b"/>
              <a:pathLst>
                <a:path w="2406" h="3192" extrusionOk="0">
                  <a:moveTo>
                    <a:pt x="1191" y="286"/>
                  </a:moveTo>
                  <a:cubicBezTo>
                    <a:pt x="1703" y="286"/>
                    <a:pt x="2108" y="703"/>
                    <a:pt x="2108" y="1191"/>
                  </a:cubicBezTo>
                  <a:lnTo>
                    <a:pt x="2108" y="2893"/>
                  </a:lnTo>
                  <a:lnTo>
                    <a:pt x="286" y="2893"/>
                  </a:lnTo>
                  <a:lnTo>
                    <a:pt x="286" y="1191"/>
                  </a:lnTo>
                  <a:cubicBezTo>
                    <a:pt x="286" y="691"/>
                    <a:pt x="703" y="286"/>
                    <a:pt x="1191" y="286"/>
                  </a:cubicBezTo>
                  <a:close/>
                  <a:moveTo>
                    <a:pt x="1191" y="0"/>
                  </a:moveTo>
                  <a:cubicBezTo>
                    <a:pt x="536" y="0"/>
                    <a:pt x="1" y="536"/>
                    <a:pt x="1" y="1191"/>
                  </a:cubicBezTo>
                  <a:lnTo>
                    <a:pt x="1" y="3036"/>
                  </a:lnTo>
                  <a:cubicBezTo>
                    <a:pt x="1" y="3132"/>
                    <a:pt x="84" y="3191"/>
                    <a:pt x="155" y="3191"/>
                  </a:cubicBezTo>
                  <a:lnTo>
                    <a:pt x="2251" y="3191"/>
                  </a:lnTo>
                  <a:cubicBezTo>
                    <a:pt x="2322" y="3191"/>
                    <a:pt x="2406" y="3108"/>
                    <a:pt x="2382" y="3036"/>
                  </a:cubicBezTo>
                  <a:lnTo>
                    <a:pt x="2382" y="1191"/>
                  </a:lnTo>
                  <a:cubicBezTo>
                    <a:pt x="2382" y="536"/>
                    <a:pt x="1846" y="0"/>
                    <a:pt x="11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1"/>
            <p:cNvSpPr/>
            <p:nvPr/>
          </p:nvSpPr>
          <p:spPr>
            <a:xfrm>
              <a:off x="3804025" y="3701775"/>
              <a:ext cx="124450" cy="98250"/>
            </a:xfrm>
            <a:custGeom>
              <a:avLst/>
              <a:gdLst/>
              <a:ahLst/>
              <a:cxnLst/>
              <a:rect l="l" t="t" r="r" b="b"/>
              <a:pathLst>
                <a:path w="4978" h="3930" extrusionOk="0">
                  <a:moveTo>
                    <a:pt x="0" y="1"/>
                  </a:moveTo>
                  <a:lnTo>
                    <a:pt x="977" y="3930"/>
                  </a:lnTo>
                  <a:lnTo>
                    <a:pt x="1655" y="3930"/>
                  </a:lnTo>
                  <a:lnTo>
                    <a:pt x="2489" y="524"/>
                  </a:lnTo>
                  <a:lnTo>
                    <a:pt x="3322" y="3930"/>
                  </a:lnTo>
                  <a:lnTo>
                    <a:pt x="3989" y="3930"/>
                  </a:lnTo>
                  <a:lnTo>
                    <a:pt x="4977" y="1"/>
                  </a:lnTo>
                  <a:lnTo>
                    <a:pt x="4429" y="1"/>
                  </a:lnTo>
                  <a:lnTo>
                    <a:pt x="3608" y="3322"/>
                  </a:lnTo>
                  <a:lnTo>
                    <a:pt x="2786" y="1"/>
                  </a:lnTo>
                  <a:lnTo>
                    <a:pt x="2179" y="1"/>
                  </a:lnTo>
                  <a:lnTo>
                    <a:pt x="1358" y="3322"/>
                  </a:lnTo>
                  <a:lnTo>
                    <a:pt x="5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1"/>
            <p:cNvSpPr/>
            <p:nvPr/>
          </p:nvSpPr>
          <p:spPr>
            <a:xfrm>
              <a:off x="3963275" y="3701775"/>
              <a:ext cx="124425" cy="98250"/>
            </a:xfrm>
            <a:custGeom>
              <a:avLst/>
              <a:gdLst/>
              <a:ahLst/>
              <a:cxnLst/>
              <a:rect l="l" t="t" r="r" b="b"/>
              <a:pathLst>
                <a:path w="4977" h="3930" extrusionOk="0">
                  <a:moveTo>
                    <a:pt x="0" y="1"/>
                  </a:moveTo>
                  <a:lnTo>
                    <a:pt x="976" y="3930"/>
                  </a:lnTo>
                  <a:lnTo>
                    <a:pt x="1655" y="3930"/>
                  </a:lnTo>
                  <a:lnTo>
                    <a:pt x="2489" y="524"/>
                  </a:lnTo>
                  <a:lnTo>
                    <a:pt x="3322" y="3930"/>
                  </a:lnTo>
                  <a:lnTo>
                    <a:pt x="3989" y="3930"/>
                  </a:lnTo>
                  <a:lnTo>
                    <a:pt x="4977" y="1"/>
                  </a:lnTo>
                  <a:lnTo>
                    <a:pt x="4429" y="1"/>
                  </a:lnTo>
                  <a:lnTo>
                    <a:pt x="3608" y="3322"/>
                  </a:lnTo>
                  <a:lnTo>
                    <a:pt x="2786" y="1"/>
                  </a:lnTo>
                  <a:lnTo>
                    <a:pt x="2191" y="1"/>
                  </a:lnTo>
                  <a:lnTo>
                    <a:pt x="1357" y="3322"/>
                  </a:lnTo>
                  <a:lnTo>
                    <a:pt x="5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1"/>
            <p:cNvSpPr/>
            <p:nvPr/>
          </p:nvSpPr>
          <p:spPr>
            <a:xfrm>
              <a:off x="4122500" y="3701775"/>
              <a:ext cx="124450" cy="98250"/>
            </a:xfrm>
            <a:custGeom>
              <a:avLst/>
              <a:gdLst/>
              <a:ahLst/>
              <a:cxnLst/>
              <a:rect l="l" t="t" r="r" b="b"/>
              <a:pathLst>
                <a:path w="4978" h="3930" extrusionOk="0">
                  <a:moveTo>
                    <a:pt x="1" y="1"/>
                  </a:moveTo>
                  <a:lnTo>
                    <a:pt x="989" y="3930"/>
                  </a:lnTo>
                  <a:lnTo>
                    <a:pt x="1656" y="3930"/>
                  </a:lnTo>
                  <a:lnTo>
                    <a:pt x="2489" y="524"/>
                  </a:lnTo>
                  <a:lnTo>
                    <a:pt x="3323" y="3930"/>
                  </a:lnTo>
                  <a:lnTo>
                    <a:pt x="3990" y="3930"/>
                  </a:lnTo>
                  <a:lnTo>
                    <a:pt x="4978" y="1"/>
                  </a:lnTo>
                  <a:lnTo>
                    <a:pt x="4430" y="1"/>
                  </a:lnTo>
                  <a:lnTo>
                    <a:pt x="3609" y="3322"/>
                  </a:lnTo>
                  <a:lnTo>
                    <a:pt x="2787" y="1"/>
                  </a:lnTo>
                  <a:lnTo>
                    <a:pt x="2192" y="1"/>
                  </a:lnTo>
                  <a:lnTo>
                    <a:pt x="1358" y="3322"/>
                  </a:lnTo>
                  <a:lnTo>
                    <a:pt x="5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1"/>
            <p:cNvSpPr/>
            <p:nvPr/>
          </p:nvSpPr>
          <p:spPr>
            <a:xfrm>
              <a:off x="3535225" y="3458600"/>
              <a:ext cx="547125" cy="546800"/>
            </a:xfrm>
            <a:custGeom>
              <a:avLst/>
              <a:gdLst/>
              <a:ahLst/>
              <a:cxnLst/>
              <a:rect l="l" t="t" r="r" b="b"/>
              <a:pathLst>
                <a:path w="21885" h="21872" extrusionOk="0">
                  <a:moveTo>
                    <a:pt x="10943" y="2643"/>
                  </a:moveTo>
                  <a:cubicBezTo>
                    <a:pt x="15527" y="2643"/>
                    <a:pt x="19230" y="6358"/>
                    <a:pt x="19230" y="10942"/>
                  </a:cubicBezTo>
                  <a:cubicBezTo>
                    <a:pt x="19230" y="15526"/>
                    <a:pt x="15527" y="19229"/>
                    <a:pt x="10943" y="19229"/>
                  </a:cubicBezTo>
                  <a:cubicBezTo>
                    <a:pt x="6359" y="19229"/>
                    <a:pt x="2656" y="15526"/>
                    <a:pt x="2656" y="10942"/>
                  </a:cubicBezTo>
                  <a:cubicBezTo>
                    <a:pt x="2656" y="6370"/>
                    <a:pt x="6359" y="2643"/>
                    <a:pt x="10943" y="2643"/>
                  </a:cubicBezTo>
                  <a:close/>
                  <a:moveTo>
                    <a:pt x="10943" y="0"/>
                  </a:moveTo>
                  <a:cubicBezTo>
                    <a:pt x="4918" y="0"/>
                    <a:pt x="1" y="4905"/>
                    <a:pt x="1" y="10942"/>
                  </a:cubicBezTo>
                  <a:cubicBezTo>
                    <a:pt x="1" y="16967"/>
                    <a:pt x="4918" y="21872"/>
                    <a:pt x="10943" y="21872"/>
                  </a:cubicBezTo>
                  <a:cubicBezTo>
                    <a:pt x="16967" y="21872"/>
                    <a:pt x="21885" y="16967"/>
                    <a:pt x="21885" y="10942"/>
                  </a:cubicBezTo>
                  <a:cubicBezTo>
                    <a:pt x="21885" y="4905"/>
                    <a:pt x="16967" y="0"/>
                    <a:pt x="109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1"/>
            <p:cNvSpPr/>
            <p:nvPr/>
          </p:nvSpPr>
          <p:spPr>
            <a:xfrm>
              <a:off x="3903725" y="3913425"/>
              <a:ext cx="200650" cy="278625"/>
            </a:xfrm>
            <a:custGeom>
              <a:avLst/>
              <a:gdLst/>
              <a:ahLst/>
              <a:cxnLst/>
              <a:rect l="l" t="t" r="r" b="b"/>
              <a:pathLst>
                <a:path w="8026" h="11145" extrusionOk="0">
                  <a:moveTo>
                    <a:pt x="1507" y="1"/>
                  </a:moveTo>
                  <a:cubicBezTo>
                    <a:pt x="1276" y="1"/>
                    <a:pt x="1044" y="61"/>
                    <a:pt x="834" y="190"/>
                  </a:cubicBezTo>
                  <a:cubicBezTo>
                    <a:pt x="203" y="559"/>
                    <a:pt x="1" y="1381"/>
                    <a:pt x="370" y="2000"/>
                  </a:cubicBezTo>
                  <a:lnTo>
                    <a:pt x="5371" y="10489"/>
                  </a:lnTo>
                  <a:cubicBezTo>
                    <a:pt x="5621" y="10906"/>
                    <a:pt x="6061" y="11144"/>
                    <a:pt x="6514" y="11144"/>
                  </a:cubicBezTo>
                  <a:cubicBezTo>
                    <a:pt x="6740" y="11144"/>
                    <a:pt x="6978" y="11085"/>
                    <a:pt x="7192" y="10942"/>
                  </a:cubicBezTo>
                  <a:cubicBezTo>
                    <a:pt x="7811" y="10573"/>
                    <a:pt x="8026" y="9751"/>
                    <a:pt x="7645" y="9132"/>
                  </a:cubicBezTo>
                  <a:lnTo>
                    <a:pt x="2644" y="643"/>
                  </a:lnTo>
                  <a:cubicBezTo>
                    <a:pt x="2400" y="233"/>
                    <a:pt x="1958" y="1"/>
                    <a:pt x="15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2"/>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PWN</a:t>
            </a:r>
            <a:endParaRPr/>
          </a:p>
        </p:txBody>
      </p:sp>
      <p:sp>
        <p:nvSpPr>
          <p:cNvPr id="368" name="Google Shape;368;p22"/>
          <p:cNvSpPr/>
          <p:nvPr/>
        </p:nvSpPr>
        <p:spPr>
          <a:xfrm>
            <a:off x="2226350" y="1695850"/>
            <a:ext cx="4840800" cy="2490600"/>
          </a:xfrm>
          <a:prstGeom prst="roundRect">
            <a:avLst>
              <a:gd name="adj" fmla="val 16667"/>
            </a:avLst>
          </a:prstGeom>
          <a:solidFill>
            <a:schemeClr val="l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 name="Google Shape;369;p22"/>
          <p:cNvGrpSpPr/>
          <p:nvPr/>
        </p:nvGrpSpPr>
        <p:grpSpPr>
          <a:xfrm>
            <a:off x="1675625" y="1243726"/>
            <a:ext cx="1340838" cy="1077527"/>
            <a:chOff x="695900" y="1629888"/>
            <a:chExt cx="982875" cy="845650"/>
          </a:xfrm>
        </p:grpSpPr>
        <p:sp>
          <p:nvSpPr>
            <p:cNvPr id="370" name="Google Shape;370;p22"/>
            <p:cNvSpPr/>
            <p:nvPr/>
          </p:nvSpPr>
          <p:spPr>
            <a:xfrm>
              <a:off x="739050" y="1641188"/>
              <a:ext cx="774525" cy="774825"/>
            </a:xfrm>
            <a:custGeom>
              <a:avLst/>
              <a:gdLst/>
              <a:ahLst/>
              <a:cxnLst/>
              <a:rect l="l" t="t" r="r" b="b"/>
              <a:pathLst>
                <a:path w="30981" h="30993" extrusionOk="0">
                  <a:moveTo>
                    <a:pt x="3001" y="1"/>
                  </a:moveTo>
                  <a:cubicBezTo>
                    <a:pt x="1358" y="1"/>
                    <a:pt x="1" y="1334"/>
                    <a:pt x="1" y="3001"/>
                  </a:cubicBezTo>
                  <a:lnTo>
                    <a:pt x="1" y="27992"/>
                  </a:lnTo>
                  <a:cubicBezTo>
                    <a:pt x="1" y="29647"/>
                    <a:pt x="1334" y="30993"/>
                    <a:pt x="3001" y="30993"/>
                  </a:cubicBezTo>
                  <a:lnTo>
                    <a:pt x="3001" y="30981"/>
                  </a:lnTo>
                  <a:lnTo>
                    <a:pt x="27980" y="30981"/>
                  </a:lnTo>
                  <a:cubicBezTo>
                    <a:pt x="29635" y="30981"/>
                    <a:pt x="30981" y="29647"/>
                    <a:pt x="30981" y="27980"/>
                  </a:cubicBezTo>
                  <a:lnTo>
                    <a:pt x="30981" y="3001"/>
                  </a:lnTo>
                  <a:cubicBezTo>
                    <a:pt x="30981" y="1358"/>
                    <a:pt x="29647" y="1"/>
                    <a:pt x="279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2"/>
            <p:cNvSpPr/>
            <p:nvPr/>
          </p:nvSpPr>
          <p:spPr>
            <a:xfrm>
              <a:off x="727750" y="1629888"/>
              <a:ext cx="797150" cy="797150"/>
            </a:xfrm>
            <a:custGeom>
              <a:avLst/>
              <a:gdLst/>
              <a:ahLst/>
              <a:cxnLst/>
              <a:rect l="l" t="t" r="r" b="b"/>
              <a:pathLst>
                <a:path w="31886" h="31886" extrusionOk="0">
                  <a:moveTo>
                    <a:pt x="28432" y="893"/>
                  </a:moveTo>
                  <a:cubicBezTo>
                    <a:pt x="29849" y="893"/>
                    <a:pt x="30992" y="2048"/>
                    <a:pt x="30992" y="3453"/>
                  </a:cubicBezTo>
                  <a:lnTo>
                    <a:pt x="30992" y="28432"/>
                  </a:lnTo>
                  <a:cubicBezTo>
                    <a:pt x="30992" y="29849"/>
                    <a:pt x="29849" y="30992"/>
                    <a:pt x="28432" y="30992"/>
                  </a:cubicBezTo>
                  <a:lnTo>
                    <a:pt x="3453" y="30992"/>
                  </a:lnTo>
                  <a:cubicBezTo>
                    <a:pt x="2048" y="30992"/>
                    <a:pt x="893" y="29849"/>
                    <a:pt x="893" y="28432"/>
                  </a:cubicBezTo>
                  <a:lnTo>
                    <a:pt x="893" y="3453"/>
                  </a:lnTo>
                  <a:cubicBezTo>
                    <a:pt x="893" y="2048"/>
                    <a:pt x="2048" y="893"/>
                    <a:pt x="3453" y="893"/>
                  </a:cubicBezTo>
                  <a:close/>
                  <a:moveTo>
                    <a:pt x="3453" y="0"/>
                  </a:moveTo>
                  <a:cubicBezTo>
                    <a:pt x="1548" y="0"/>
                    <a:pt x="0" y="1548"/>
                    <a:pt x="0" y="3453"/>
                  </a:cubicBezTo>
                  <a:lnTo>
                    <a:pt x="0" y="28432"/>
                  </a:lnTo>
                  <a:cubicBezTo>
                    <a:pt x="0" y="30337"/>
                    <a:pt x="1548" y="31885"/>
                    <a:pt x="3453" y="31885"/>
                  </a:cubicBezTo>
                  <a:lnTo>
                    <a:pt x="28432" y="31885"/>
                  </a:lnTo>
                  <a:cubicBezTo>
                    <a:pt x="30337" y="31885"/>
                    <a:pt x="31885" y="30337"/>
                    <a:pt x="31885" y="28432"/>
                  </a:cubicBezTo>
                  <a:lnTo>
                    <a:pt x="31885" y="3453"/>
                  </a:lnTo>
                  <a:cubicBezTo>
                    <a:pt x="31885" y="1548"/>
                    <a:pt x="30337" y="0"/>
                    <a:pt x="28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2"/>
            <p:cNvSpPr/>
            <p:nvPr/>
          </p:nvSpPr>
          <p:spPr>
            <a:xfrm>
              <a:off x="809000" y="1723038"/>
              <a:ext cx="287575" cy="296500"/>
            </a:xfrm>
            <a:custGeom>
              <a:avLst/>
              <a:gdLst/>
              <a:ahLst/>
              <a:cxnLst/>
              <a:rect l="l" t="t" r="r" b="b"/>
              <a:pathLst>
                <a:path w="11503" h="11860" extrusionOk="0">
                  <a:moveTo>
                    <a:pt x="1084" y="1"/>
                  </a:moveTo>
                  <a:cubicBezTo>
                    <a:pt x="489" y="1"/>
                    <a:pt x="1" y="489"/>
                    <a:pt x="1" y="1084"/>
                  </a:cubicBezTo>
                  <a:lnTo>
                    <a:pt x="1" y="11860"/>
                  </a:lnTo>
                  <a:lnTo>
                    <a:pt x="11502" y="11860"/>
                  </a:lnTo>
                  <a:lnTo>
                    <a:pt x="11502" y="1084"/>
                  </a:lnTo>
                  <a:cubicBezTo>
                    <a:pt x="11502" y="477"/>
                    <a:pt x="11026" y="1"/>
                    <a:pt x="104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2"/>
            <p:cNvSpPr/>
            <p:nvPr/>
          </p:nvSpPr>
          <p:spPr>
            <a:xfrm>
              <a:off x="886400" y="1757888"/>
              <a:ext cx="133075" cy="133350"/>
            </a:xfrm>
            <a:custGeom>
              <a:avLst/>
              <a:gdLst/>
              <a:ahLst/>
              <a:cxnLst/>
              <a:rect l="l" t="t" r="r" b="b"/>
              <a:pathLst>
                <a:path w="5323" h="5334" extrusionOk="0">
                  <a:moveTo>
                    <a:pt x="2655" y="0"/>
                  </a:moveTo>
                  <a:cubicBezTo>
                    <a:pt x="1191" y="0"/>
                    <a:pt x="0" y="1191"/>
                    <a:pt x="0" y="2667"/>
                  </a:cubicBezTo>
                  <a:cubicBezTo>
                    <a:pt x="0" y="4143"/>
                    <a:pt x="1191" y="5334"/>
                    <a:pt x="2655" y="5334"/>
                  </a:cubicBezTo>
                  <a:cubicBezTo>
                    <a:pt x="4132" y="5334"/>
                    <a:pt x="5322" y="4143"/>
                    <a:pt x="5322" y="2667"/>
                  </a:cubicBezTo>
                  <a:cubicBezTo>
                    <a:pt x="5322" y="1191"/>
                    <a:pt x="4132" y="0"/>
                    <a:pt x="26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2"/>
            <p:cNvSpPr/>
            <p:nvPr/>
          </p:nvSpPr>
          <p:spPr>
            <a:xfrm>
              <a:off x="859900" y="1914738"/>
              <a:ext cx="186050" cy="78300"/>
            </a:xfrm>
            <a:custGeom>
              <a:avLst/>
              <a:gdLst/>
              <a:ahLst/>
              <a:cxnLst/>
              <a:rect l="l" t="t" r="r" b="b"/>
              <a:pathLst>
                <a:path w="7442" h="3132" extrusionOk="0">
                  <a:moveTo>
                    <a:pt x="3144" y="1"/>
                  </a:moveTo>
                  <a:cubicBezTo>
                    <a:pt x="1406" y="1"/>
                    <a:pt x="1" y="1406"/>
                    <a:pt x="1" y="3132"/>
                  </a:cubicBezTo>
                  <a:lnTo>
                    <a:pt x="7442" y="3132"/>
                  </a:lnTo>
                  <a:cubicBezTo>
                    <a:pt x="7442" y="1394"/>
                    <a:pt x="6049" y="1"/>
                    <a:pt x="4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2"/>
            <p:cNvSpPr/>
            <p:nvPr/>
          </p:nvSpPr>
          <p:spPr>
            <a:xfrm>
              <a:off x="1326625" y="2152863"/>
              <a:ext cx="352150" cy="322675"/>
            </a:xfrm>
            <a:custGeom>
              <a:avLst/>
              <a:gdLst/>
              <a:ahLst/>
              <a:cxnLst/>
              <a:rect l="l" t="t" r="r" b="b"/>
              <a:pathLst>
                <a:path w="14086" h="12907" extrusionOk="0">
                  <a:moveTo>
                    <a:pt x="858" y="1"/>
                  </a:moveTo>
                  <a:cubicBezTo>
                    <a:pt x="382" y="1"/>
                    <a:pt x="1" y="382"/>
                    <a:pt x="1" y="858"/>
                  </a:cubicBezTo>
                  <a:lnTo>
                    <a:pt x="1" y="12050"/>
                  </a:lnTo>
                  <a:cubicBezTo>
                    <a:pt x="1" y="12526"/>
                    <a:pt x="382" y="12907"/>
                    <a:pt x="858" y="12907"/>
                  </a:cubicBezTo>
                  <a:lnTo>
                    <a:pt x="13228" y="12907"/>
                  </a:lnTo>
                  <a:cubicBezTo>
                    <a:pt x="13693" y="12907"/>
                    <a:pt x="14074" y="12538"/>
                    <a:pt x="14086" y="12050"/>
                  </a:cubicBezTo>
                  <a:lnTo>
                    <a:pt x="14086" y="858"/>
                  </a:lnTo>
                  <a:cubicBezTo>
                    <a:pt x="14086" y="382"/>
                    <a:pt x="13705" y="1"/>
                    <a:pt x="132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2"/>
            <p:cNvSpPr/>
            <p:nvPr/>
          </p:nvSpPr>
          <p:spPr>
            <a:xfrm>
              <a:off x="1376325" y="1932313"/>
              <a:ext cx="253050" cy="337250"/>
            </a:xfrm>
            <a:custGeom>
              <a:avLst/>
              <a:gdLst/>
              <a:ahLst/>
              <a:cxnLst/>
              <a:rect l="l" t="t" r="r" b="b"/>
              <a:pathLst>
                <a:path w="10122" h="13490" extrusionOk="0">
                  <a:moveTo>
                    <a:pt x="5049" y="1226"/>
                  </a:moveTo>
                  <a:cubicBezTo>
                    <a:pt x="7157" y="1226"/>
                    <a:pt x="8871" y="2941"/>
                    <a:pt x="8871" y="5048"/>
                  </a:cubicBezTo>
                  <a:lnTo>
                    <a:pt x="8871" y="12252"/>
                  </a:lnTo>
                  <a:lnTo>
                    <a:pt x="1227" y="12252"/>
                  </a:lnTo>
                  <a:lnTo>
                    <a:pt x="1227" y="5048"/>
                  </a:lnTo>
                  <a:cubicBezTo>
                    <a:pt x="1227" y="2941"/>
                    <a:pt x="2930" y="1226"/>
                    <a:pt x="5049" y="1226"/>
                  </a:cubicBezTo>
                  <a:close/>
                  <a:moveTo>
                    <a:pt x="5061" y="0"/>
                  </a:moveTo>
                  <a:cubicBezTo>
                    <a:pt x="2275" y="0"/>
                    <a:pt x="1" y="2262"/>
                    <a:pt x="1" y="5060"/>
                  </a:cubicBezTo>
                  <a:lnTo>
                    <a:pt x="1" y="12883"/>
                  </a:lnTo>
                  <a:cubicBezTo>
                    <a:pt x="1" y="13204"/>
                    <a:pt x="275" y="13490"/>
                    <a:pt x="608" y="13490"/>
                  </a:cubicBezTo>
                  <a:lnTo>
                    <a:pt x="9502" y="13490"/>
                  </a:lnTo>
                  <a:cubicBezTo>
                    <a:pt x="9835" y="13490"/>
                    <a:pt x="10109" y="13204"/>
                    <a:pt x="10121" y="12883"/>
                  </a:cubicBezTo>
                  <a:lnTo>
                    <a:pt x="10121" y="5060"/>
                  </a:lnTo>
                  <a:cubicBezTo>
                    <a:pt x="10121" y="2286"/>
                    <a:pt x="7847" y="0"/>
                    <a:pt x="50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2"/>
            <p:cNvSpPr/>
            <p:nvPr/>
          </p:nvSpPr>
          <p:spPr>
            <a:xfrm>
              <a:off x="1446575" y="2239788"/>
              <a:ext cx="111650" cy="111650"/>
            </a:xfrm>
            <a:custGeom>
              <a:avLst/>
              <a:gdLst/>
              <a:ahLst/>
              <a:cxnLst/>
              <a:rect l="l" t="t" r="r" b="b"/>
              <a:pathLst>
                <a:path w="4466" h="4466" extrusionOk="0">
                  <a:moveTo>
                    <a:pt x="2239" y="0"/>
                  </a:moveTo>
                  <a:cubicBezTo>
                    <a:pt x="1001" y="0"/>
                    <a:pt x="1" y="1000"/>
                    <a:pt x="1" y="2227"/>
                  </a:cubicBezTo>
                  <a:cubicBezTo>
                    <a:pt x="1" y="3465"/>
                    <a:pt x="1001" y="4465"/>
                    <a:pt x="2239" y="4465"/>
                  </a:cubicBezTo>
                  <a:cubicBezTo>
                    <a:pt x="3466" y="4465"/>
                    <a:pt x="4466" y="3465"/>
                    <a:pt x="4466" y="2227"/>
                  </a:cubicBezTo>
                  <a:cubicBezTo>
                    <a:pt x="4466" y="1000"/>
                    <a:pt x="3466" y="0"/>
                    <a:pt x="2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2"/>
            <p:cNvSpPr/>
            <p:nvPr/>
          </p:nvSpPr>
          <p:spPr>
            <a:xfrm>
              <a:off x="1477250" y="2331763"/>
              <a:ext cx="50625" cy="57775"/>
            </a:xfrm>
            <a:custGeom>
              <a:avLst/>
              <a:gdLst/>
              <a:ahLst/>
              <a:cxnLst/>
              <a:rect l="l" t="t" r="r" b="b"/>
              <a:pathLst>
                <a:path w="2025" h="2311" extrusionOk="0">
                  <a:moveTo>
                    <a:pt x="0" y="0"/>
                  </a:moveTo>
                  <a:lnTo>
                    <a:pt x="0" y="2310"/>
                  </a:lnTo>
                  <a:lnTo>
                    <a:pt x="2024" y="2310"/>
                  </a:lnTo>
                  <a:lnTo>
                    <a:pt x="202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2"/>
            <p:cNvSpPr/>
            <p:nvPr/>
          </p:nvSpPr>
          <p:spPr>
            <a:xfrm>
              <a:off x="1136125" y="1751613"/>
              <a:ext cx="297675" cy="28325"/>
            </a:xfrm>
            <a:custGeom>
              <a:avLst/>
              <a:gdLst/>
              <a:ahLst/>
              <a:cxnLst/>
              <a:rect l="l" t="t" r="r" b="b"/>
              <a:pathLst>
                <a:path w="11907" h="1133" extrusionOk="0">
                  <a:moveTo>
                    <a:pt x="1" y="1"/>
                  </a:moveTo>
                  <a:lnTo>
                    <a:pt x="1" y="1132"/>
                  </a:lnTo>
                  <a:lnTo>
                    <a:pt x="11907" y="1132"/>
                  </a:lnTo>
                  <a:lnTo>
                    <a:pt x="11907"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2"/>
            <p:cNvSpPr/>
            <p:nvPr/>
          </p:nvSpPr>
          <p:spPr>
            <a:xfrm>
              <a:off x="1136125" y="1822763"/>
              <a:ext cx="297675" cy="28300"/>
            </a:xfrm>
            <a:custGeom>
              <a:avLst/>
              <a:gdLst/>
              <a:ahLst/>
              <a:cxnLst/>
              <a:rect l="l" t="t" r="r" b="b"/>
              <a:pathLst>
                <a:path w="11907" h="1132" extrusionOk="0">
                  <a:moveTo>
                    <a:pt x="1" y="1"/>
                  </a:moveTo>
                  <a:lnTo>
                    <a:pt x="1" y="1132"/>
                  </a:lnTo>
                  <a:lnTo>
                    <a:pt x="11907" y="1132"/>
                  </a:lnTo>
                  <a:lnTo>
                    <a:pt x="11907"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2"/>
            <p:cNvSpPr/>
            <p:nvPr/>
          </p:nvSpPr>
          <p:spPr>
            <a:xfrm>
              <a:off x="1136125" y="1893613"/>
              <a:ext cx="297675" cy="28300"/>
            </a:xfrm>
            <a:custGeom>
              <a:avLst/>
              <a:gdLst/>
              <a:ahLst/>
              <a:cxnLst/>
              <a:rect l="l" t="t" r="r" b="b"/>
              <a:pathLst>
                <a:path w="11907" h="1132" extrusionOk="0">
                  <a:moveTo>
                    <a:pt x="1" y="0"/>
                  </a:moveTo>
                  <a:lnTo>
                    <a:pt x="1" y="1131"/>
                  </a:lnTo>
                  <a:lnTo>
                    <a:pt x="11907" y="1131"/>
                  </a:lnTo>
                  <a:lnTo>
                    <a:pt x="11907" y="0"/>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2"/>
            <p:cNvSpPr/>
            <p:nvPr/>
          </p:nvSpPr>
          <p:spPr>
            <a:xfrm>
              <a:off x="1136125" y="1961463"/>
              <a:ext cx="213750" cy="28300"/>
            </a:xfrm>
            <a:custGeom>
              <a:avLst/>
              <a:gdLst/>
              <a:ahLst/>
              <a:cxnLst/>
              <a:rect l="l" t="t" r="r" b="b"/>
              <a:pathLst>
                <a:path w="8550" h="1132" extrusionOk="0">
                  <a:moveTo>
                    <a:pt x="1" y="1"/>
                  </a:moveTo>
                  <a:lnTo>
                    <a:pt x="1" y="1132"/>
                  </a:lnTo>
                  <a:lnTo>
                    <a:pt x="8549" y="1132"/>
                  </a:lnTo>
                  <a:lnTo>
                    <a:pt x="8549"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2"/>
            <p:cNvSpPr/>
            <p:nvPr/>
          </p:nvSpPr>
          <p:spPr>
            <a:xfrm>
              <a:off x="809000" y="2204063"/>
              <a:ext cx="177425" cy="24425"/>
            </a:xfrm>
            <a:custGeom>
              <a:avLst/>
              <a:gdLst/>
              <a:ahLst/>
              <a:cxnLst/>
              <a:rect l="l" t="t" r="r" b="b"/>
              <a:pathLst>
                <a:path w="7097" h="977" extrusionOk="0">
                  <a:moveTo>
                    <a:pt x="1" y="0"/>
                  </a:moveTo>
                  <a:lnTo>
                    <a:pt x="1" y="977"/>
                  </a:lnTo>
                  <a:lnTo>
                    <a:pt x="7097" y="977"/>
                  </a:lnTo>
                  <a:lnTo>
                    <a:pt x="70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2"/>
            <p:cNvSpPr/>
            <p:nvPr/>
          </p:nvSpPr>
          <p:spPr>
            <a:xfrm>
              <a:off x="809000" y="2134413"/>
              <a:ext cx="475975" cy="44375"/>
            </a:xfrm>
            <a:custGeom>
              <a:avLst/>
              <a:gdLst/>
              <a:ahLst/>
              <a:cxnLst/>
              <a:rect l="l" t="t" r="r" b="b"/>
              <a:pathLst>
                <a:path w="19039" h="1775" extrusionOk="0">
                  <a:moveTo>
                    <a:pt x="334" y="0"/>
                  </a:moveTo>
                  <a:cubicBezTo>
                    <a:pt x="143" y="0"/>
                    <a:pt x="1" y="155"/>
                    <a:pt x="1" y="346"/>
                  </a:cubicBezTo>
                  <a:lnTo>
                    <a:pt x="1" y="1429"/>
                  </a:lnTo>
                  <a:cubicBezTo>
                    <a:pt x="1" y="1632"/>
                    <a:pt x="143" y="1774"/>
                    <a:pt x="334" y="1774"/>
                  </a:cubicBezTo>
                  <a:lnTo>
                    <a:pt x="18693" y="1774"/>
                  </a:lnTo>
                  <a:cubicBezTo>
                    <a:pt x="18884" y="1774"/>
                    <a:pt x="19039" y="1632"/>
                    <a:pt x="19039" y="1429"/>
                  </a:cubicBezTo>
                  <a:lnTo>
                    <a:pt x="19039" y="346"/>
                  </a:lnTo>
                  <a:cubicBezTo>
                    <a:pt x="19039" y="155"/>
                    <a:pt x="18884" y="0"/>
                    <a:pt x="186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2"/>
            <p:cNvSpPr/>
            <p:nvPr/>
          </p:nvSpPr>
          <p:spPr>
            <a:xfrm>
              <a:off x="809000" y="2086488"/>
              <a:ext cx="177425" cy="24725"/>
            </a:xfrm>
            <a:custGeom>
              <a:avLst/>
              <a:gdLst/>
              <a:ahLst/>
              <a:cxnLst/>
              <a:rect l="l" t="t" r="r" b="b"/>
              <a:pathLst>
                <a:path w="7097" h="989" extrusionOk="0">
                  <a:moveTo>
                    <a:pt x="1" y="0"/>
                  </a:moveTo>
                  <a:lnTo>
                    <a:pt x="1" y="989"/>
                  </a:lnTo>
                  <a:lnTo>
                    <a:pt x="7097" y="989"/>
                  </a:lnTo>
                  <a:lnTo>
                    <a:pt x="70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2"/>
            <p:cNvSpPr/>
            <p:nvPr/>
          </p:nvSpPr>
          <p:spPr>
            <a:xfrm>
              <a:off x="700050" y="2262113"/>
              <a:ext cx="568850" cy="77400"/>
            </a:xfrm>
            <a:custGeom>
              <a:avLst/>
              <a:gdLst/>
              <a:ahLst/>
              <a:cxnLst/>
              <a:rect l="l" t="t" r="r" b="b"/>
              <a:pathLst>
                <a:path w="22754" h="3096" extrusionOk="0">
                  <a:moveTo>
                    <a:pt x="1549" y="0"/>
                  </a:moveTo>
                  <a:cubicBezTo>
                    <a:pt x="691" y="0"/>
                    <a:pt x="1" y="703"/>
                    <a:pt x="1" y="1548"/>
                  </a:cubicBezTo>
                  <a:cubicBezTo>
                    <a:pt x="1" y="2393"/>
                    <a:pt x="691" y="3096"/>
                    <a:pt x="1549" y="3096"/>
                  </a:cubicBezTo>
                  <a:lnTo>
                    <a:pt x="21206" y="3096"/>
                  </a:lnTo>
                  <a:cubicBezTo>
                    <a:pt x="22051" y="3096"/>
                    <a:pt x="22754" y="2393"/>
                    <a:pt x="22754" y="1548"/>
                  </a:cubicBezTo>
                  <a:cubicBezTo>
                    <a:pt x="22754" y="703"/>
                    <a:pt x="22051" y="0"/>
                    <a:pt x="212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2"/>
            <p:cNvSpPr/>
            <p:nvPr/>
          </p:nvSpPr>
          <p:spPr>
            <a:xfrm>
              <a:off x="695900" y="2257938"/>
              <a:ext cx="576875" cy="85750"/>
            </a:xfrm>
            <a:custGeom>
              <a:avLst/>
              <a:gdLst/>
              <a:ahLst/>
              <a:cxnLst/>
              <a:rect l="l" t="t" r="r" b="b"/>
              <a:pathLst>
                <a:path w="23075" h="3430" extrusionOk="0">
                  <a:moveTo>
                    <a:pt x="21372" y="334"/>
                  </a:moveTo>
                  <a:cubicBezTo>
                    <a:pt x="22134" y="334"/>
                    <a:pt x="22753" y="953"/>
                    <a:pt x="22753" y="1715"/>
                  </a:cubicBezTo>
                  <a:cubicBezTo>
                    <a:pt x="22753" y="2477"/>
                    <a:pt x="22134" y="3096"/>
                    <a:pt x="21372" y="3096"/>
                  </a:cubicBezTo>
                  <a:lnTo>
                    <a:pt x="1715" y="3096"/>
                  </a:lnTo>
                  <a:cubicBezTo>
                    <a:pt x="953" y="3096"/>
                    <a:pt x="322" y="2477"/>
                    <a:pt x="322" y="1715"/>
                  </a:cubicBezTo>
                  <a:cubicBezTo>
                    <a:pt x="322" y="953"/>
                    <a:pt x="953" y="334"/>
                    <a:pt x="1715" y="334"/>
                  </a:cubicBezTo>
                  <a:close/>
                  <a:moveTo>
                    <a:pt x="1715" y="0"/>
                  </a:moveTo>
                  <a:cubicBezTo>
                    <a:pt x="762" y="0"/>
                    <a:pt x="0" y="774"/>
                    <a:pt x="0" y="1715"/>
                  </a:cubicBezTo>
                  <a:cubicBezTo>
                    <a:pt x="0" y="2656"/>
                    <a:pt x="774" y="3429"/>
                    <a:pt x="1715" y="3429"/>
                  </a:cubicBezTo>
                  <a:lnTo>
                    <a:pt x="21372" y="3429"/>
                  </a:lnTo>
                  <a:cubicBezTo>
                    <a:pt x="22324" y="3429"/>
                    <a:pt x="23075" y="2656"/>
                    <a:pt x="23075" y="1715"/>
                  </a:cubicBezTo>
                  <a:cubicBezTo>
                    <a:pt x="23075" y="774"/>
                    <a:pt x="22313" y="0"/>
                    <a:pt x="213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2"/>
            <p:cNvSpPr/>
            <p:nvPr/>
          </p:nvSpPr>
          <p:spPr>
            <a:xfrm>
              <a:off x="839075" y="2284438"/>
              <a:ext cx="32750" cy="32750"/>
            </a:xfrm>
            <a:custGeom>
              <a:avLst/>
              <a:gdLst/>
              <a:ahLst/>
              <a:cxnLst/>
              <a:rect l="l" t="t" r="r" b="b"/>
              <a:pathLst>
                <a:path w="1310" h="1310" extrusionOk="0">
                  <a:moveTo>
                    <a:pt x="655" y="0"/>
                  </a:moveTo>
                  <a:cubicBezTo>
                    <a:pt x="298" y="0"/>
                    <a:pt x="0" y="298"/>
                    <a:pt x="0" y="655"/>
                  </a:cubicBezTo>
                  <a:cubicBezTo>
                    <a:pt x="0" y="1012"/>
                    <a:pt x="298" y="1310"/>
                    <a:pt x="655" y="1310"/>
                  </a:cubicBezTo>
                  <a:cubicBezTo>
                    <a:pt x="1012" y="1310"/>
                    <a:pt x="1310" y="1012"/>
                    <a:pt x="1310" y="655"/>
                  </a:cubicBezTo>
                  <a:cubicBezTo>
                    <a:pt x="1310" y="298"/>
                    <a:pt x="1012"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2"/>
            <p:cNvSpPr/>
            <p:nvPr/>
          </p:nvSpPr>
          <p:spPr>
            <a:xfrm>
              <a:off x="932825" y="2284438"/>
              <a:ext cx="32775" cy="32750"/>
            </a:xfrm>
            <a:custGeom>
              <a:avLst/>
              <a:gdLst/>
              <a:ahLst/>
              <a:cxnLst/>
              <a:rect l="l" t="t" r="r" b="b"/>
              <a:pathLst>
                <a:path w="1311" h="1310" extrusionOk="0">
                  <a:moveTo>
                    <a:pt x="655" y="0"/>
                  </a:moveTo>
                  <a:cubicBezTo>
                    <a:pt x="298" y="0"/>
                    <a:pt x="1" y="298"/>
                    <a:pt x="1" y="655"/>
                  </a:cubicBezTo>
                  <a:cubicBezTo>
                    <a:pt x="1" y="1012"/>
                    <a:pt x="298" y="1310"/>
                    <a:pt x="655" y="1310"/>
                  </a:cubicBezTo>
                  <a:cubicBezTo>
                    <a:pt x="1013" y="1310"/>
                    <a:pt x="1310" y="1012"/>
                    <a:pt x="1310" y="655"/>
                  </a:cubicBezTo>
                  <a:cubicBezTo>
                    <a:pt x="1310" y="298"/>
                    <a:pt x="1013"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2"/>
            <p:cNvSpPr/>
            <p:nvPr/>
          </p:nvSpPr>
          <p:spPr>
            <a:xfrm>
              <a:off x="1026600" y="2284438"/>
              <a:ext cx="32750" cy="32750"/>
            </a:xfrm>
            <a:custGeom>
              <a:avLst/>
              <a:gdLst/>
              <a:ahLst/>
              <a:cxnLst/>
              <a:rect l="l" t="t" r="r" b="b"/>
              <a:pathLst>
                <a:path w="1310" h="1310" extrusionOk="0">
                  <a:moveTo>
                    <a:pt x="655" y="0"/>
                  </a:moveTo>
                  <a:cubicBezTo>
                    <a:pt x="298" y="0"/>
                    <a:pt x="0" y="298"/>
                    <a:pt x="0" y="655"/>
                  </a:cubicBezTo>
                  <a:cubicBezTo>
                    <a:pt x="0" y="1012"/>
                    <a:pt x="298" y="1310"/>
                    <a:pt x="655" y="1310"/>
                  </a:cubicBezTo>
                  <a:cubicBezTo>
                    <a:pt x="1012" y="1310"/>
                    <a:pt x="1310" y="1012"/>
                    <a:pt x="1310" y="655"/>
                  </a:cubicBezTo>
                  <a:cubicBezTo>
                    <a:pt x="1310" y="298"/>
                    <a:pt x="1012"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2"/>
            <p:cNvSpPr/>
            <p:nvPr/>
          </p:nvSpPr>
          <p:spPr>
            <a:xfrm>
              <a:off x="1120350" y="2284438"/>
              <a:ext cx="32775" cy="32750"/>
            </a:xfrm>
            <a:custGeom>
              <a:avLst/>
              <a:gdLst/>
              <a:ahLst/>
              <a:cxnLst/>
              <a:rect l="l" t="t" r="r" b="b"/>
              <a:pathLst>
                <a:path w="1311" h="1310" extrusionOk="0">
                  <a:moveTo>
                    <a:pt x="655" y="0"/>
                  </a:moveTo>
                  <a:cubicBezTo>
                    <a:pt x="298" y="0"/>
                    <a:pt x="1" y="298"/>
                    <a:pt x="1" y="655"/>
                  </a:cubicBezTo>
                  <a:cubicBezTo>
                    <a:pt x="1" y="1012"/>
                    <a:pt x="298" y="1310"/>
                    <a:pt x="655" y="1310"/>
                  </a:cubicBezTo>
                  <a:cubicBezTo>
                    <a:pt x="1013" y="1310"/>
                    <a:pt x="1310" y="1012"/>
                    <a:pt x="1310" y="655"/>
                  </a:cubicBezTo>
                  <a:cubicBezTo>
                    <a:pt x="1310" y="298"/>
                    <a:pt x="1013"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 name="Google Shape;392;p22"/>
          <p:cNvGrpSpPr/>
          <p:nvPr/>
        </p:nvGrpSpPr>
        <p:grpSpPr>
          <a:xfrm>
            <a:off x="2300453" y="1812593"/>
            <a:ext cx="4634929" cy="2034552"/>
            <a:chOff x="2700130" y="1812696"/>
            <a:chExt cx="3038700" cy="662850"/>
          </a:xfrm>
        </p:grpSpPr>
        <p:sp>
          <p:nvSpPr>
            <p:cNvPr id="393" name="Google Shape;393;p22"/>
            <p:cNvSpPr txBox="1"/>
            <p:nvPr/>
          </p:nvSpPr>
          <p:spPr>
            <a:xfrm>
              <a:off x="2700130" y="1812696"/>
              <a:ext cx="3038700" cy="257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b="1">
                  <a:solidFill>
                    <a:schemeClr val="dk1"/>
                  </a:solidFill>
                  <a:latin typeface="Fira Sans"/>
                  <a:ea typeface="Fira Sans"/>
                  <a:cs typeface="Fira Sans"/>
                  <a:sym typeface="Fira Sans"/>
                </a:rPr>
                <a:t>Penjelasan singkat</a:t>
              </a:r>
              <a:endParaRPr b="1">
                <a:solidFill>
                  <a:schemeClr val="dk1"/>
                </a:solidFill>
                <a:latin typeface="Fira Sans"/>
                <a:ea typeface="Fira Sans"/>
                <a:cs typeface="Fira Sans"/>
                <a:sym typeface="Fira Sans"/>
              </a:endParaRPr>
            </a:p>
          </p:txBody>
        </p:sp>
        <p:sp>
          <p:nvSpPr>
            <p:cNvPr id="394" name="Google Shape;394;p22"/>
            <p:cNvSpPr txBox="1"/>
            <p:nvPr/>
          </p:nvSpPr>
          <p:spPr>
            <a:xfrm>
              <a:off x="2731009" y="2069646"/>
              <a:ext cx="3007800" cy="4059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200">
                  <a:solidFill>
                    <a:schemeClr val="dk1"/>
                  </a:solidFill>
                  <a:latin typeface="Fira Sans"/>
                  <a:ea typeface="Fira Sans"/>
                  <a:cs typeface="Fira Sans"/>
                  <a:sym typeface="Fira Sans"/>
                </a:rPr>
                <a:t>Soal pada kategori ini melibatkan source code atau biner dari aplikasi yang rentan, serta alamat IP dan port tempat aplikasi tersebut berjalan. Peserta harus menganalisis kerentanannya, mengembangkan eksploitasi yang sesuai, dan mencoba mendapatkan kontrol atas sistem target atau mengambil informasi sensitif.</a:t>
              </a:r>
              <a:endParaRPr sz="1200">
                <a:solidFill>
                  <a:schemeClr val="dk1"/>
                </a:solidFill>
                <a:latin typeface="Fira Sans"/>
                <a:ea typeface="Fira Sans"/>
                <a:cs typeface="Fira Sans"/>
                <a:sym typeface="Fira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23"/>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Reverse Engineering</a:t>
            </a:r>
            <a:endParaRPr/>
          </a:p>
        </p:txBody>
      </p:sp>
      <p:sp>
        <p:nvSpPr>
          <p:cNvPr id="400" name="Google Shape;400;p23"/>
          <p:cNvSpPr/>
          <p:nvPr/>
        </p:nvSpPr>
        <p:spPr>
          <a:xfrm>
            <a:off x="2226350" y="1695850"/>
            <a:ext cx="4840800" cy="2490600"/>
          </a:xfrm>
          <a:prstGeom prst="roundRect">
            <a:avLst>
              <a:gd name="adj" fmla="val 16667"/>
            </a:avLst>
          </a:prstGeom>
          <a:solidFill>
            <a:schemeClr val="l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1" name="Google Shape;401;p23"/>
          <p:cNvGrpSpPr/>
          <p:nvPr/>
        </p:nvGrpSpPr>
        <p:grpSpPr>
          <a:xfrm>
            <a:off x="1675625" y="1243726"/>
            <a:ext cx="1340838" cy="1077527"/>
            <a:chOff x="695900" y="1629888"/>
            <a:chExt cx="982875" cy="845650"/>
          </a:xfrm>
        </p:grpSpPr>
        <p:sp>
          <p:nvSpPr>
            <p:cNvPr id="402" name="Google Shape;402;p23"/>
            <p:cNvSpPr/>
            <p:nvPr/>
          </p:nvSpPr>
          <p:spPr>
            <a:xfrm>
              <a:off x="739050" y="1641188"/>
              <a:ext cx="774525" cy="774825"/>
            </a:xfrm>
            <a:custGeom>
              <a:avLst/>
              <a:gdLst/>
              <a:ahLst/>
              <a:cxnLst/>
              <a:rect l="l" t="t" r="r" b="b"/>
              <a:pathLst>
                <a:path w="30981" h="30993" extrusionOk="0">
                  <a:moveTo>
                    <a:pt x="3001" y="1"/>
                  </a:moveTo>
                  <a:cubicBezTo>
                    <a:pt x="1358" y="1"/>
                    <a:pt x="1" y="1334"/>
                    <a:pt x="1" y="3001"/>
                  </a:cubicBezTo>
                  <a:lnTo>
                    <a:pt x="1" y="27992"/>
                  </a:lnTo>
                  <a:cubicBezTo>
                    <a:pt x="1" y="29647"/>
                    <a:pt x="1334" y="30993"/>
                    <a:pt x="3001" y="30993"/>
                  </a:cubicBezTo>
                  <a:lnTo>
                    <a:pt x="3001" y="30981"/>
                  </a:lnTo>
                  <a:lnTo>
                    <a:pt x="27980" y="30981"/>
                  </a:lnTo>
                  <a:cubicBezTo>
                    <a:pt x="29635" y="30981"/>
                    <a:pt x="30981" y="29647"/>
                    <a:pt x="30981" y="27980"/>
                  </a:cubicBezTo>
                  <a:lnTo>
                    <a:pt x="30981" y="3001"/>
                  </a:lnTo>
                  <a:cubicBezTo>
                    <a:pt x="30981" y="1358"/>
                    <a:pt x="29647" y="1"/>
                    <a:pt x="279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3"/>
            <p:cNvSpPr/>
            <p:nvPr/>
          </p:nvSpPr>
          <p:spPr>
            <a:xfrm>
              <a:off x="727750" y="1629888"/>
              <a:ext cx="797150" cy="797150"/>
            </a:xfrm>
            <a:custGeom>
              <a:avLst/>
              <a:gdLst/>
              <a:ahLst/>
              <a:cxnLst/>
              <a:rect l="l" t="t" r="r" b="b"/>
              <a:pathLst>
                <a:path w="31886" h="31886" extrusionOk="0">
                  <a:moveTo>
                    <a:pt x="28432" y="893"/>
                  </a:moveTo>
                  <a:cubicBezTo>
                    <a:pt x="29849" y="893"/>
                    <a:pt x="30992" y="2048"/>
                    <a:pt x="30992" y="3453"/>
                  </a:cubicBezTo>
                  <a:lnTo>
                    <a:pt x="30992" y="28432"/>
                  </a:lnTo>
                  <a:cubicBezTo>
                    <a:pt x="30992" y="29849"/>
                    <a:pt x="29849" y="30992"/>
                    <a:pt x="28432" y="30992"/>
                  </a:cubicBezTo>
                  <a:lnTo>
                    <a:pt x="3453" y="30992"/>
                  </a:lnTo>
                  <a:cubicBezTo>
                    <a:pt x="2048" y="30992"/>
                    <a:pt x="893" y="29849"/>
                    <a:pt x="893" y="28432"/>
                  </a:cubicBezTo>
                  <a:lnTo>
                    <a:pt x="893" y="3453"/>
                  </a:lnTo>
                  <a:cubicBezTo>
                    <a:pt x="893" y="2048"/>
                    <a:pt x="2048" y="893"/>
                    <a:pt x="3453" y="893"/>
                  </a:cubicBezTo>
                  <a:close/>
                  <a:moveTo>
                    <a:pt x="3453" y="0"/>
                  </a:moveTo>
                  <a:cubicBezTo>
                    <a:pt x="1548" y="0"/>
                    <a:pt x="0" y="1548"/>
                    <a:pt x="0" y="3453"/>
                  </a:cubicBezTo>
                  <a:lnTo>
                    <a:pt x="0" y="28432"/>
                  </a:lnTo>
                  <a:cubicBezTo>
                    <a:pt x="0" y="30337"/>
                    <a:pt x="1548" y="31885"/>
                    <a:pt x="3453" y="31885"/>
                  </a:cubicBezTo>
                  <a:lnTo>
                    <a:pt x="28432" y="31885"/>
                  </a:lnTo>
                  <a:cubicBezTo>
                    <a:pt x="30337" y="31885"/>
                    <a:pt x="31885" y="30337"/>
                    <a:pt x="31885" y="28432"/>
                  </a:cubicBezTo>
                  <a:lnTo>
                    <a:pt x="31885" y="3453"/>
                  </a:lnTo>
                  <a:cubicBezTo>
                    <a:pt x="31885" y="1548"/>
                    <a:pt x="30337" y="0"/>
                    <a:pt x="28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3"/>
            <p:cNvSpPr/>
            <p:nvPr/>
          </p:nvSpPr>
          <p:spPr>
            <a:xfrm>
              <a:off x="809000" y="1723038"/>
              <a:ext cx="287575" cy="296500"/>
            </a:xfrm>
            <a:custGeom>
              <a:avLst/>
              <a:gdLst/>
              <a:ahLst/>
              <a:cxnLst/>
              <a:rect l="l" t="t" r="r" b="b"/>
              <a:pathLst>
                <a:path w="11503" h="11860" extrusionOk="0">
                  <a:moveTo>
                    <a:pt x="1084" y="1"/>
                  </a:moveTo>
                  <a:cubicBezTo>
                    <a:pt x="489" y="1"/>
                    <a:pt x="1" y="489"/>
                    <a:pt x="1" y="1084"/>
                  </a:cubicBezTo>
                  <a:lnTo>
                    <a:pt x="1" y="11860"/>
                  </a:lnTo>
                  <a:lnTo>
                    <a:pt x="11502" y="11860"/>
                  </a:lnTo>
                  <a:lnTo>
                    <a:pt x="11502" y="1084"/>
                  </a:lnTo>
                  <a:cubicBezTo>
                    <a:pt x="11502" y="477"/>
                    <a:pt x="11026" y="1"/>
                    <a:pt x="104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3"/>
            <p:cNvSpPr/>
            <p:nvPr/>
          </p:nvSpPr>
          <p:spPr>
            <a:xfrm>
              <a:off x="886400" y="1757888"/>
              <a:ext cx="133075" cy="133350"/>
            </a:xfrm>
            <a:custGeom>
              <a:avLst/>
              <a:gdLst/>
              <a:ahLst/>
              <a:cxnLst/>
              <a:rect l="l" t="t" r="r" b="b"/>
              <a:pathLst>
                <a:path w="5323" h="5334" extrusionOk="0">
                  <a:moveTo>
                    <a:pt x="2655" y="0"/>
                  </a:moveTo>
                  <a:cubicBezTo>
                    <a:pt x="1191" y="0"/>
                    <a:pt x="0" y="1191"/>
                    <a:pt x="0" y="2667"/>
                  </a:cubicBezTo>
                  <a:cubicBezTo>
                    <a:pt x="0" y="4143"/>
                    <a:pt x="1191" y="5334"/>
                    <a:pt x="2655" y="5334"/>
                  </a:cubicBezTo>
                  <a:cubicBezTo>
                    <a:pt x="4132" y="5334"/>
                    <a:pt x="5322" y="4143"/>
                    <a:pt x="5322" y="2667"/>
                  </a:cubicBezTo>
                  <a:cubicBezTo>
                    <a:pt x="5322" y="1191"/>
                    <a:pt x="4132" y="0"/>
                    <a:pt x="26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3"/>
            <p:cNvSpPr/>
            <p:nvPr/>
          </p:nvSpPr>
          <p:spPr>
            <a:xfrm>
              <a:off x="859900" y="1914738"/>
              <a:ext cx="186050" cy="78300"/>
            </a:xfrm>
            <a:custGeom>
              <a:avLst/>
              <a:gdLst/>
              <a:ahLst/>
              <a:cxnLst/>
              <a:rect l="l" t="t" r="r" b="b"/>
              <a:pathLst>
                <a:path w="7442" h="3132" extrusionOk="0">
                  <a:moveTo>
                    <a:pt x="3144" y="1"/>
                  </a:moveTo>
                  <a:cubicBezTo>
                    <a:pt x="1406" y="1"/>
                    <a:pt x="1" y="1406"/>
                    <a:pt x="1" y="3132"/>
                  </a:cubicBezTo>
                  <a:lnTo>
                    <a:pt x="7442" y="3132"/>
                  </a:lnTo>
                  <a:cubicBezTo>
                    <a:pt x="7442" y="1394"/>
                    <a:pt x="6049" y="1"/>
                    <a:pt x="4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3"/>
            <p:cNvSpPr/>
            <p:nvPr/>
          </p:nvSpPr>
          <p:spPr>
            <a:xfrm>
              <a:off x="1326625" y="2152863"/>
              <a:ext cx="352150" cy="322675"/>
            </a:xfrm>
            <a:custGeom>
              <a:avLst/>
              <a:gdLst/>
              <a:ahLst/>
              <a:cxnLst/>
              <a:rect l="l" t="t" r="r" b="b"/>
              <a:pathLst>
                <a:path w="14086" h="12907" extrusionOk="0">
                  <a:moveTo>
                    <a:pt x="858" y="1"/>
                  </a:moveTo>
                  <a:cubicBezTo>
                    <a:pt x="382" y="1"/>
                    <a:pt x="1" y="382"/>
                    <a:pt x="1" y="858"/>
                  </a:cubicBezTo>
                  <a:lnTo>
                    <a:pt x="1" y="12050"/>
                  </a:lnTo>
                  <a:cubicBezTo>
                    <a:pt x="1" y="12526"/>
                    <a:pt x="382" y="12907"/>
                    <a:pt x="858" y="12907"/>
                  </a:cubicBezTo>
                  <a:lnTo>
                    <a:pt x="13228" y="12907"/>
                  </a:lnTo>
                  <a:cubicBezTo>
                    <a:pt x="13693" y="12907"/>
                    <a:pt x="14074" y="12538"/>
                    <a:pt x="14086" y="12050"/>
                  </a:cubicBezTo>
                  <a:lnTo>
                    <a:pt x="14086" y="858"/>
                  </a:lnTo>
                  <a:cubicBezTo>
                    <a:pt x="14086" y="382"/>
                    <a:pt x="13705" y="1"/>
                    <a:pt x="132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3"/>
            <p:cNvSpPr/>
            <p:nvPr/>
          </p:nvSpPr>
          <p:spPr>
            <a:xfrm>
              <a:off x="1376325" y="1932313"/>
              <a:ext cx="253050" cy="337250"/>
            </a:xfrm>
            <a:custGeom>
              <a:avLst/>
              <a:gdLst/>
              <a:ahLst/>
              <a:cxnLst/>
              <a:rect l="l" t="t" r="r" b="b"/>
              <a:pathLst>
                <a:path w="10122" h="13490" extrusionOk="0">
                  <a:moveTo>
                    <a:pt x="5049" y="1226"/>
                  </a:moveTo>
                  <a:cubicBezTo>
                    <a:pt x="7157" y="1226"/>
                    <a:pt x="8871" y="2941"/>
                    <a:pt x="8871" y="5048"/>
                  </a:cubicBezTo>
                  <a:lnTo>
                    <a:pt x="8871" y="12252"/>
                  </a:lnTo>
                  <a:lnTo>
                    <a:pt x="1227" y="12252"/>
                  </a:lnTo>
                  <a:lnTo>
                    <a:pt x="1227" y="5048"/>
                  </a:lnTo>
                  <a:cubicBezTo>
                    <a:pt x="1227" y="2941"/>
                    <a:pt x="2930" y="1226"/>
                    <a:pt x="5049" y="1226"/>
                  </a:cubicBezTo>
                  <a:close/>
                  <a:moveTo>
                    <a:pt x="5061" y="0"/>
                  </a:moveTo>
                  <a:cubicBezTo>
                    <a:pt x="2275" y="0"/>
                    <a:pt x="1" y="2262"/>
                    <a:pt x="1" y="5060"/>
                  </a:cubicBezTo>
                  <a:lnTo>
                    <a:pt x="1" y="12883"/>
                  </a:lnTo>
                  <a:cubicBezTo>
                    <a:pt x="1" y="13204"/>
                    <a:pt x="275" y="13490"/>
                    <a:pt x="608" y="13490"/>
                  </a:cubicBezTo>
                  <a:lnTo>
                    <a:pt x="9502" y="13490"/>
                  </a:lnTo>
                  <a:cubicBezTo>
                    <a:pt x="9835" y="13490"/>
                    <a:pt x="10109" y="13204"/>
                    <a:pt x="10121" y="12883"/>
                  </a:cubicBezTo>
                  <a:lnTo>
                    <a:pt x="10121" y="5060"/>
                  </a:lnTo>
                  <a:cubicBezTo>
                    <a:pt x="10121" y="2286"/>
                    <a:pt x="7847" y="0"/>
                    <a:pt x="50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3"/>
            <p:cNvSpPr/>
            <p:nvPr/>
          </p:nvSpPr>
          <p:spPr>
            <a:xfrm>
              <a:off x="1446575" y="2239788"/>
              <a:ext cx="111650" cy="111650"/>
            </a:xfrm>
            <a:custGeom>
              <a:avLst/>
              <a:gdLst/>
              <a:ahLst/>
              <a:cxnLst/>
              <a:rect l="l" t="t" r="r" b="b"/>
              <a:pathLst>
                <a:path w="4466" h="4466" extrusionOk="0">
                  <a:moveTo>
                    <a:pt x="2239" y="0"/>
                  </a:moveTo>
                  <a:cubicBezTo>
                    <a:pt x="1001" y="0"/>
                    <a:pt x="1" y="1000"/>
                    <a:pt x="1" y="2227"/>
                  </a:cubicBezTo>
                  <a:cubicBezTo>
                    <a:pt x="1" y="3465"/>
                    <a:pt x="1001" y="4465"/>
                    <a:pt x="2239" y="4465"/>
                  </a:cubicBezTo>
                  <a:cubicBezTo>
                    <a:pt x="3466" y="4465"/>
                    <a:pt x="4466" y="3465"/>
                    <a:pt x="4466" y="2227"/>
                  </a:cubicBezTo>
                  <a:cubicBezTo>
                    <a:pt x="4466" y="1000"/>
                    <a:pt x="3466" y="0"/>
                    <a:pt x="2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3"/>
            <p:cNvSpPr/>
            <p:nvPr/>
          </p:nvSpPr>
          <p:spPr>
            <a:xfrm>
              <a:off x="1477250" y="2331763"/>
              <a:ext cx="50625" cy="57775"/>
            </a:xfrm>
            <a:custGeom>
              <a:avLst/>
              <a:gdLst/>
              <a:ahLst/>
              <a:cxnLst/>
              <a:rect l="l" t="t" r="r" b="b"/>
              <a:pathLst>
                <a:path w="2025" h="2311" extrusionOk="0">
                  <a:moveTo>
                    <a:pt x="0" y="0"/>
                  </a:moveTo>
                  <a:lnTo>
                    <a:pt x="0" y="2310"/>
                  </a:lnTo>
                  <a:lnTo>
                    <a:pt x="2024" y="2310"/>
                  </a:lnTo>
                  <a:lnTo>
                    <a:pt x="202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3"/>
            <p:cNvSpPr/>
            <p:nvPr/>
          </p:nvSpPr>
          <p:spPr>
            <a:xfrm>
              <a:off x="1136125" y="1751613"/>
              <a:ext cx="297675" cy="28325"/>
            </a:xfrm>
            <a:custGeom>
              <a:avLst/>
              <a:gdLst/>
              <a:ahLst/>
              <a:cxnLst/>
              <a:rect l="l" t="t" r="r" b="b"/>
              <a:pathLst>
                <a:path w="11907" h="1133" extrusionOk="0">
                  <a:moveTo>
                    <a:pt x="1" y="1"/>
                  </a:moveTo>
                  <a:lnTo>
                    <a:pt x="1" y="1132"/>
                  </a:lnTo>
                  <a:lnTo>
                    <a:pt x="11907" y="1132"/>
                  </a:lnTo>
                  <a:lnTo>
                    <a:pt x="11907"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3"/>
            <p:cNvSpPr/>
            <p:nvPr/>
          </p:nvSpPr>
          <p:spPr>
            <a:xfrm>
              <a:off x="1136125" y="1822763"/>
              <a:ext cx="297675" cy="28300"/>
            </a:xfrm>
            <a:custGeom>
              <a:avLst/>
              <a:gdLst/>
              <a:ahLst/>
              <a:cxnLst/>
              <a:rect l="l" t="t" r="r" b="b"/>
              <a:pathLst>
                <a:path w="11907" h="1132" extrusionOk="0">
                  <a:moveTo>
                    <a:pt x="1" y="1"/>
                  </a:moveTo>
                  <a:lnTo>
                    <a:pt x="1" y="1132"/>
                  </a:lnTo>
                  <a:lnTo>
                    <a:pt x="11907" y="1132"/>
                  </a:lnTo>
                  <a:lnTo>
                    <a:pt x="11907"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3"/>
            <p:cNvSpPr/>
            <p:nvPr/>
          </p:nvSpPr>
          <p:spPr>
            <a:xfrm>
              <a:off x="1136125" y="1893613"/>
              <a:ext cx="297675" cy="28300"/>
            </a:xfrm>
            <a:custGeom>
              <a:avLst/>
              <a:gdLst/>
              <a:ahLst/>
              <a:cxnLst/>
              <a:rect l="l" t="t" r="r" b="b"/>
              <a:pathLst>
                <a:path w="11907" h="1132" extrusionOk="0">
                  <a:moveTo>
                    <a:pt x="1" y="0"/>
                  </a:moveTo>
                  <a:lnTo>
                    <a:pt x="1" y="1131"/>
                  </a:lnTo>
                  <a:lnTo>
                    <a:pt x="11907" y="1131"/>
                  </a:lnTo>
                  <a:lnTo>
                    <a:pt x="11907" y="0"/>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3"/>
            <p:cNvSpPr/>
            <p:nvPr/>
          </p:nvSpPr>
          <p:spPr>
            <a:xfrm>
              <a:off x="1136125" y="1961463"/>
              <a:ext cx="213750" cy="28300"/>
            </a:xfrm>
            <a:custGeom>
              <a:avLst/>
              <a:gdLst/>
              <a:ahLst/>
              <a:cxnLst/>
              <a:rect l="l" t="t" r="r" b="b"/>
              <a:pathLst>
                <a:path w="8550" h="1132" extrusionOk="0">
                  <a:moveTo>
                    <a:pt x="1" y="1"/>
                  </a:moveTo>
                  <a:lnTo>
                    <a:pt x="1" y="1132"/>
                  </a:lnTo>
                  <a:lnTo>
                    <a:pt x="8549" y="1132"/>
                  </a:lnTo>
                  <a:lnTo>
                    <a:pt x="8549"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3"/>
            <p:cNvSpPr/>
            <p:nvPr/>
          </p:nvSpPr>
          <p:spPr>
            <a:xfrm>
              <a:off x="809000" y="2204063"/>
              <a:ext cx="177425" cy="24425"/>
            </a:xfrm>
            <a:custGeom>
              <a:avLst/>
              <a:gdLst/>
              <a:ahLst/>
              <a:cxnLst/>
              <a:rect l="l" t="t" r="r" b="b"/>
              <a:pathLst>
                <a:path w="7097" h="977" extrusionOk="0">
                  <a:moveTo>
                    <a:pt x="1" y="0"/>
                  </a:moveTo>
                  <a:lnTo>
                    <a:pt x="1" y="977"/>
                  </a:lnTo>
                  <a:lnTo>
                    <a:pt x="7097" y="977"/>
                  </a:lnTo>
                  <a:lnTo>
                    <a:pt x="70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3"/>
            <p:cNvSpPr/>
            <p:nvPr/>
          </p:nvSpPr>
          <p:spPr>
            <a:xfrm>
              <a:off x="809000" y="2134413"/>
              <a:ext cx="475975" cy="44375"/>
            </a:xfrm>
            <a:custGeom>
              <a:avLst/>
              <a:gdLst/>
              <a:ahLst/>
              <a:cxnLst/>
              <a:rect l="l" t="t" r="r" b="b"/>
              <a:pathLst>
                <a:path w="19039" h="1775" extrusionOk="0">
                  <a:moveTo>
                    <a:pt x="334" y="0"/>
                  </a:moveTo>
                  <a:cubicBezTo>
                    <a:pt x="143" y="0"/>
                    <a:pt x="1" y="155"/>
                    <a:pt x="1" y="346"/>
                  </a:cubicBezTo>
                  <a:lnTo>
                    <a:pt x="1" y="1429"/>
                  </a:lnTo>
                  <a:cubicBezTo>
                    <a:pt x="1" y="1632"/>
                    <a:pt x="143" y="1774"/>
                    <a:pt x="334" y="1774"/>
                  </a:cubicBezTo>
                  <a:lnTo>
                    <a:pt x="18693" y="1774"/>
                  </a:lnTo>
                  <a:cubicBezTo>
                    <a:pt x="18884" y="1774"/>
                    <a:pt x="19039" y="1632"/>
                    <a:pt x="19039" y="1429"/>
                  </a:cubicBezTo>
                  <a:lnTo>
                    <a:pt x="19039" y="346"/>
                  </a:lnTo>
                  <a:cubicBezTo>
                    <a:pt x="19039" y="155"/>
                    <a:pt x="18884" y="0"/>
                    <a:pt x="186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3"/>
            <p:cNvSpPr/>
            <p:nvPr/>
          </p:nvSpPr>
          <p:spPr>
            <a:xfrm>
              <a:off x="809000" y="2086488"/>
              <a:ext cx="177425" cy="24725"/>
            </a:xfrm>
            <a:custGeom>
              <a:avLst/>
              <a:gdLst/>
              <a:ahLst/>
              <a:cxnLst/>
              <a:rect l="l" t="t" r="r" b="b"/>
              <a:pathLst>
                <a:path w="7097" h="989" extrusionOk="0">
                  <a:moveTo>
                    <a:pt x="1" y="0"/>
                  </a:moveTo>
                  <a:lnTo>
                    <a:pt x="1" y="989"/>
                  </a:lnTo>
                  <a:lnTo>
                    <a:pt x="7097" y="989"/>
                  </a:lnTo>
                  <a:lnTo>
                    <a:pt x="70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3"/>
            <p:cNvSpPr/>
            <p:nvPr/>
          </p:nvSpPr>
          <p:spPr>
            <a:xfrm>
              <a:off x="700050" y="2262113"/>
              <a:ext cx="568850" cy="77400"/>
            </a:xfrm>
            <a:custGeom>
              <a:avLst/>
              <a:gdLst/>
              <a:ahLst/>
              <a:cxnLst/>
              <a:rect l="l" t="t" r="r" b="b"/>
              <a:pathLst>
                <a:path w="22754" h="3096" extrusionOk="0">
                  <a:moveTo>
                    <a:pt x="1549" y="0"/>
                  </a:moveTo>
                  <a:cubicBezTo>
                    <a:pt x="691" y="0"/>
                    <a:pt x="1" y="703"/>
                    <a:pt x="1" y="1548"/>
                  </a:cubicBezTo>
                  <a:cubicBezTo>
                    <a:pt x="1" y="2393"/>
                    <a:pt x="691" y="3096"/>
                    <a:pt x="1549" y="3096"/>
                  </a:cubicBezTo>
                  <a:lnTo>
                    <a:pt x="21206" y="3096"/>
                  </a:lnTo>
                  <a:cubicBezTo>
                    <a:pt x="22051" y="3096"/>
                    <a:pt x="22754" y="2393"/>
                    <a:pt x="22754" y="1548"/>
                  </a:cubicBezTo>
                  <a:cubicBezTo>
                    <a:pt x="22754" y="703"/>
                    <a:pt x="22051" y="0"/>
                    <a:pt x="212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3"/>
            <p:cNvSpPr/>
            <p:nvPr/>
          </p:nvSpPr>
          <p:spPr>
            <a:xfrm>
              <a:off x="695900" y="2257938"/>
              <a:ext cx="576875" cy="85750"/>
            </a:xfrm>
            <a:custGeom>
              <a:avLst/>
              <a:gdLst/>
              <a:ahLst/>
              <a:cxnLst/>
              <a:rect l="l" t="t" r="r" b="b"/>
              <a:pathLst>
                <a:path w="23075" h="3430" extrusionOk="0">
                  <a:moveTo>
                    <a:pt x="21372" y="334"/>
                  </a:moveTo>
                  <a:cubicBezTo>
                    <a:pt x="22134" y="334"/>
                    <a:pt x="22753" y="953"/>
                    <a:pt x="22753" y="1715"/>
                  </a:cubicBezTo>
                  <a:cubicBezTo>
                    <a:pt x="22753" y="2477"/>
                    <a:pt x="22134" y="3096"/>
                    <a:pt x="21372" y="3096"/>
                  </a:cubicBezTo>
                  <a:lnTo>
                    <a:pt x="1715" y="3096"/>
                  </a:lnTo>
                  <a:cubicBezTo>
                    <a:pt x="953" y="3096"/>
                    <a:pt x="322" y="2477"/>
                    <a:pt x="322" y="1715"/>
                  </a:cubicBezTo>
                  <a:cubicBezTo>
                    <a:pt x="322" y="953"/>
                    <a:pt x="953" y="334"/>
                    <a:pt x="1715" y="334"/>
                  </a:cubicBezTo>
                  <a:close/>
                  <a:moveTo>
                    <a:pt x="1715" y="0"/>
                  </a:moveTo>
                  <a:cubicBezTo>
                    <a:pt x="762" y="0"/>
                    <a:pt x="0" y="774"/>
                    <a:pt x="0" y="1715"/>
                  </a:cubicBezTo>
                  <a:cubicBezTo>
                    <a:pt x="0" y="2656"/>
                    <a:pt x="774" y="3429"/>
                    <a:pt x="1715" y="3429"/>
                  </a:cubicBezTo>
                  <a:lnTo>
                    <a:pt x="21372" y="3429"/>
                  </a:lnTo>
                  <a:cubicBezTo>
                    <a:pt x="22324" y="3429"/>
                    <a:pt x="23075" y="2656"/>
                    <a:pt x="23075" y="1715"/>
                  </a:cubicBezTo>
                  <a:cubicBezTo>
                    <a:pt x="23075" y="774"/>
                    <a:pt x="22313" y="0"/>
                    <a:pt x="213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3"/>
            <p:cNvSpPr/>
            <p:nvPr/>
          </p:nvSpPr>
          <p:spPr>
            <a:xfrm>
              <a:off x="839075" y="2284438"/>
              <a:ext cx="32750" cy="32750"/>
            </a:xfrm>
            <a:custGeom>
              <a:avLst/>
              <a:gdLst/>
              <a:ahLst/>
              <a:cxnLst/>
              <a:rect l="l" t="t" r="r" b="b"/>
              <a:pathLst>
                <a:path w="1310" h="1310" extrusionOk="0">
                  <a:moveTo>
                    <a:pt x="655" y="0"/>
                  </a:moveTo>
                  <a:cubicBezTo>
                    <a:pt x="298" y="0"/>
                    <a:pt x="0" y="298"/>
                    <a:pt x="0" y="655"/>
                  </a:cubicBezTo>
                  <a:cubicBezTo>
                    <a:pt x="0" y="1012"/>
                    <a:pt x="298" y="1310"/>
                    <a:pt x="655" y="1310"/>
                  </a:cubicBezTo>
                  <a:cubicBezTo>
                    <a:pt x="1012" y="1310"/>
                    <a:pt x="1310" y="1012"/>
                    <a:pt x="1310" y="655"/>
                  </a:cubicBezTo>
                  <a:cubicBezTo>
                    <a:pt x="1310" y="298"/>
                    <a:pt x="1012"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3"/>
            <p:cNvSpPr/>
            <p:nvPr/>
          </p:nvSpPr>
          <p:spPr>
            <a:xfrm>
              <a:off x="932825" y="2284438"/>
              <a:ext cx="32775" cy="32750"/>
            </a:xfrm>
            <a:custGeom>
              <a:avLst/>
              <a:gdLst/>
              <a:ahLst/>
              <a:cxnLst/>
              <a:rect l="l" t="t" r="r" b="b"/>
              <a:pathLst>
                <a:path w="1311" h="1310" extrusionOk="0">
                  <a:moveTo>
                    <a:pt x="655" y="0"/>
                  </a:moveTo>
                  <a:cubicBezTo>
                    <a:pt x="298" y="0"/>
                    <a:pt x="1" y="298"/>
                    <a:pt x="1" y="655"/>
                  </a:cubicBezTo>
                  <a:cubicBezTo>
                    <a:pt x="1" y="1012"/>
                    <a:pt x="298" y="1310"/>
                    <a:pt x="655" y="1310"/>
                  </a:cubicBezTo>
                  <a:cubicBezTo>
                    <a:pt x="1013" y="1310"/>
                    <a:pt x="1310" y="1012"/>
                    <a:pt x="1310" y="655"/>
                  </a:cubicBezTo>
                  <a:cubicBezTo>
                    <a:pt x="1310" y="298"/>
                    <a:pt x="1013"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3"/>
            <p:cNvSpPr/>
            <p:nvPr/>
          </p:nvSpPr>
          <p:spPr>
            <a:xfrm>
              <a:off x="1026600" y="2284438"/>
              <a:ext cx="32750" cy="32750"/>
            </a:xfrm>
            <a:custGeom>
              <a:avLst/>
              <a:gdLst/>
              <a:ahLst/>
              <a:cxnLst/>
              <a:rect l="l" t="t" r="r" b="b"/>
              <a:pathLst>
                <a:path w="1310" h="1310" extrusionOk="0">
                  <a:moveTo>
                    <a:pt x="655" y="0"/>
                  </a:moveTo>
                  <a:cubicBezTo>
                    <a:pt x="298" y="0"/>
                    <a:pt x="0" y="298"/>
                    <a:pt x="0" y="655"/>
                  </a:cubicBezTo>
                  <a:cubicBezTo>
                    <a:pt x="0" y="1012"/>
                    <a:pt x="298" y="1310"/>
                    <a:pt x="655" y="1310"/>
                  </a:cubicBezTo>
                  <a:cubicBezTo>
                    <a:pt x="1012" y="1310"/>
                    <a:pt x="1310" y="1012"/>
                    <a:pt x="1310" y="655"/>
                  </a:cubicBezTo>
                  <a:cubicBezTo>
                    <a:pt x="1310" y="298"/>
                    <a:pt x="1012"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3"/>
            <p:cNvSpPr/>
            <p:nvPr/>
          </p:nvSpPr>
          <p:spPr>
            <a:xfrm>
              <a:off x="1120350" y="2284438"/>
              <a:ext cx="32775" cy="32750"/>
            </a:xfrm>
            <a:custGeom>
              <a:avLst/>
              <a:gdLst/>
              <a:ahLst/>
              <a:cxnLst/>
              <a:rect l="l" t="t" r="r" b="b"/>
              <a:pathLst>
                <a:path w="1311" h="1310" extrusionOk="0">
                  <a:moveTo>
                    <a:pt x="655" y="0"/>
                  </a:moveTo>
                  <a:cubicBezTo>
                    <a:pt x="298" y="0"/>
                    <a:pt x="1" y="298"/>
                    <a:pt x="1" y="655"/>
                  </a:cubicBezTo>
                  <a:cubicBezTo>
                    <a:pt x="1" y="1012"/>
                    <a:pt x="298" y="1310"/>
                    <a:pt x="655" y="1310"/>
                  </a:cubicBezTo>
                  <a:cubicBezTo>
                    <a:pt x="1013" y="1310"/>
                    <a:pt x="1310" y="1012"/>
                    <a:pt x="1310" y="655"/>
                  </a:cubicBezTo>
                  <a:cubicBezTo>
                    <a:pt x="1310" y="298"/>
                    <a:pt x="1013"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 name="Google Shape;424;p23"/>
          <p:cNvGrpSpPr/>
          <p:nvPr/>
        </p:nvGrpSpPr>
        <p:grpSpPr>
          <a:xfrm>
            <a:off x="2300453" y="1812593"/>
            <a:ext cx="4634929" cy="2034552"/>
            <a:chOff x="2700130" y="1812696"/>
            <a:chExt cx="3038700" cy="662850"/>
          </a:xfrm>
        </p:grpSpPr>
        <p:sp>
          <p:nvSpPr>
            <p:cNvPr id="425" name="Google Shape;425;p23"/>
            <p:cNvSpPr txBox="1"/>
            <p:nvPr/>
          </p:nvSpPr>
          <p:spPr>
            <a:xfrm>
              <a:off x="2700130" y="1812696"/>
              <a:ext cx="3038700" cy="257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b="1">
                  <a:solidFill>
                    <a:schemeClr val="dk1"/>
                  </a:solidFill>
                  <a:latin typeface="Fira Sans"/>
                  <a:ea typeface="Fira Sans"/>
                  <a:cs typeface="Fira Sans"/>
                  <a:sym typeface="Fira Sans"/>
                </a:rPr>
                <a:t>Penjelasan singkat</a:t>
              </a:r>
              <a:endParaRPr b="1">
                <a:solidFill>
                  <a:schemeClr val="dk1"/>
                </a:solidFill>
                <a:latin typeface="Fira Sans"/>
                <a:ea typeface="Fira Sans"/>
                <a:cs typeface="Fira Sans"/>
                <a:sym typeface="Fira Sans"/>
              </a:endParaRPr>
            </a:p>
          </p:txBody>
        </p:sp>
        <p:sp>
          <p:nvSpPr>
            <p:cNvPr id="426" name="Google Shape;426;p23"/>
            <p:cNvSpPr txBox="1"/>
            <p:nvPr/>
          </p:nvSpPr>
          <p:spPr>
            <a:xfrm>
              <a:off x="2731009" y="2069646"/>
              <a:ext cx="3007800" cy="4059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Fira Sans"/>
                  <a:ea typeface="Fira Sans"/>
                  <a:cs typeface="Fira Sans"/>
                  <a:sym typeface="Fira Sans"/>
                </a:rPr>
                <a:t>Soal merupakan sebuah program yang perlu dibongkar oleh</a:t>
              </a:r>
              <a:endParaRPr sz="1200">
                <a:solidFill>
                  <a:schemeClr val="dk1"/>
                </a:solidFill>
                <a:latin typeface="Fira Sans"/>
                <a:ea typeface="Fira Sans"/>
                <a:cs typeface="Fira Sans"/>
                <a:sym typeface="Fira Sans"/>
              </a:endParaRPr>
            </a:p>
            <a:p>
              <a:pPr marL="0" lvl="0" indent="0" algn="l" rtl="0">
                <a:spcBef>
                  <a:spcPts val="0"/>
                </a:spcBef>
                <a:spcAft>
                  <a:spcPts val="0"/>
                </a:spcAft>
                <a:buClr>
                  <a:schemeClr val="dk1"/>
                </a:buClr>
                <a:buSzPts val="1100"/>
                <a:buFont typeface="Arial"/>
                <a:buNone/>
              </a:pPr>
              <a:r>
                <a:rPr lang="en" sz="1200">
                  <a:solidFill>
                    <a:schemeClr val="dk1"/>
                  </a:solidFill>
                  <a:latin typeface="Fira Sans"/>
                  <a:ea typeface="Fira Sans"/>
                  <a:cs typeface="Fira Sans"/>
                  <a:sym typeface="Fira Sans"/>
                </a:rPr>
                <a:t>peserta untuk memahami bagaimana cara kerja.</a:t>
              </a:r>
              <a:endParaRPr sz="1200">
                <a:solidFill>
                  <a:schemeClr val="dk1"/>
                </a:solidFill>
                <a:latin typeface="Fira Sans"/>
                <a:ea typeface="Fira Sans"/>
                <a:cs typeface="Fira Sans"/>
                <a:sym typeface="Fira Sans"/>
              </a:endParaRPr>
            </a:p>
            <a:p>
              <a:pPr marL="0" lvl="0" indent="0" algn="l" rtl="0">
                <a:spcBef>
                  <a:spcPts val="0"/>
                </a:spcBef>
                <a:spcAft>
                  <a:spcPts val="0"/>
                </a:spcAft>
                <a:buNone/>
              </a:pPr>
              <a:endParaRPr sz="1200">
                <a:solidFill>
                  <a:schemeClr val="dk1"/>
                </a:solidFill>
                <a:latin typeface="Fira Sans"/>
                <a:ea typeface="Fira Sans"/>
                <a:cs typeface="Fira Sans"/>
                <a:sym typeface="Fira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24"/>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Cryptography</a:t>
            </a:r>
            <a:endParaRPr/>
          </a:p>
        </p:txBody>
      </p:sp>
      <p:sp>
        <p:nvSpPr>
          <p:cNvPr id="432" name="Google Shape;432;p24"/>
          <p:cNvSpPr/>
          <p:nvPr/>
        </p:nvSpPr>
        <p:spPr>
          <a:xfrm>
            <a:off x="2226350" y="1695850"/>
            <a:ext cx="4840800" cy="2490600"/>
          </a:xfrm>
          <a:prstGeom prst="roundRect">
            <a:avLst>
              <a:gd name="adj" fmla="val 16667"/>
            </a:avLst>
          </a:prstGeom>
          <a:solidFill>
            <a:schemeClr val="l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3" name="Google Shape;433;p24"/>
          <p:cNvGrpSpPr/>
          <p:nvPr/>
        </p:nvGrpSpPr>
        <p:grpSpPr>
          <a:xfrm>
            <a:off x="1675625" y="1243726"/>
            <a:ext cx="1340838" cy="1077527"/>
            <a:chOff x="695900" y="1629888"/>
            <a:chExt cx="982875" cy="845650"/>
          </a:xfrm>
        </p:grpSpPr>
        <p:sp>
          <p:nvSpPr>
            <p:cNvPr id="434" name="Google Shape;434;p24"/>
            <p:cNvSpPr/>
            <p:nvPr/>
          </p:nvSpPr>
          <p:spPr>
            <a:xfrm>
              <a:off x="739050" y="1641188"/>
              <a:ext cx="774525" cy="774825"/>
            </a:xfrm>
            <a:custGeom>
              <a:avLst/>
              <a:gdLst/>
              <a:ahLst/>
              <a:cxnLst/>
              <a:rect l="l" t="t" r="r" b="b"/>
              <a:pathLst>
                <a:path w="30981" h="30993" extrusionOk="0">
                  <a:moveTo>
                    <a:pt x="3001" y="1"/>
                  </a:moveTo>
                  <a:cubicBezTo>
                    <a:pt x="1358" y="1"/>
                    <a:pt x="1" y="1334"/>
                    <a:pt x="1" y="3001"/>
                  </a:cubicBezTo>
                  <a:lnTo>
                    <a:pt x="1" y="27992"/>
                  </a:lnTo>
                  <a:cubicBezTo>
                    <a:pt x="1" y="29647"/>
                    <a:pt x="1334" y="30993"/>
                    <a:pt x="3001" y="30993"/>
                  </a:cubicBezTo>
                  <a:lnTo>
                    <a:pt x="3001" y="30981"/>
                  </a:lnTo>
                  <a:lnTo>
                    <a:pt x="27980" y="30981"/>
                  </a:lnTo>
                  <a:cubicBezTo>
                    <a:pt x="29635" y="30981"/>
                    <a:pt x="30981" y="29647"/>
                    <a:pt x="30981" y="27980"/>
                  </a:cubicBezTo>
                  <a:lnTo>
                    <a:pt x="30981" y="3001"/>
                  </a:lnTo>
                  <a:cubicBezTo>
                    <a:pt x="30981" y="1358"/>
                    <a:pt x="29647" y="1"/>
                    <a:pt x="279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4"/>
            <p:cNvSpPr/>
            <p:nvPr/>
          </p:nvSpPr>
          <p:spPr>
            <a:xfrm>
              <a:off x="727750" y="1629888"/>
              <a:ext cx="797150" cy="797150"/>
            </a:xfrm>
            <a:custGeom>
              <a:avLst/>
              <a:gdLst/>
              <a:ahLst/>
              <a:cxnLst/>
              <a:rect l="l" t="t" r="r" b="b"/>
              <a:pathLst>
                <a:path w="31886" h="31886" extrusionOk="0">
                  <a:moveTo>
                    <a:pt x="28432" y="893"/>
                  </a:moveTo>
                  <a:cubicBezTo>
                    <a:pt x="29849" y="893"/>
                    <a:pt x="30992" y="2048"/>
                    <a:pt x="30992" y="3453"/>
                  </a:cubicBezTo>
                  <a:lnTo>
                    <a:pt x="30992" y="28432"/>
                  </a:lnTo>
                  <a:cubicBezTo>
                    <a:pt x="30992" y="29849"/>
                    <a:pt x="29849" y="30992"/>
                    <a:pt x="28432" y="30992"/>
                  </a:cubicBezTo>
                  <a:lnTo>
                    <a:pt x="3453" y="30992"/>
                  </a:lnTo>
                  <a:cubicBezTo>
                    <a:pt x="2048" y="30992"/>
                    <a:pt x="893" y="29849"/>
                    <a:pt x="893" y="28432"/>
                  </a:cubicBezTo>
                  <a:lnTo>
                    <a:pt x="893" y="3453"/>
                  </a:lnTo>
                  <a:cubicBezTo>
                    <a:pt x="893" y="2048"/>
                    <a:pt x="2048" y="893"/>
                    <a:pt x="3453" y="893"/>
                  </a:cubicBezTo>
                  <a:close/>
                  <a:moveTo>
                    <a:pt x="3453" y="0"/>
                  </a:moveTo>
                  <a:cubicBezTo>
                    <a:pt x="1548" y="0"/>
                    <a:pt x="0" y="1548"/>
                    <a:pt x="0" y="3453"/>
                  </a:cubicBezTo>
                  <a:lnTo>
                    <a:pt x="0" y="28432"/>
                  </a:lnTo>
                  <a:cubicBezTo>
                    <a:pt x="0" y="30337"/>
                    <a:pt x="1548" y="31885"/>
                    <a:pt x="3453" y="31885"/>
                  </a:cubicBezTo>
                  <a:lnTo>
                    <a:pt x="28432" y="31885"/>
                  </a:lnTo>
                  <a:cubicBezTo>
                    <a:pt x="30337" y="31885"/>
                    <a:pt x="31885" y="30337"/>
                    <a:pt x="31885" y="28432"/>
                  </a:cubicBezTo>
                  <a:lnTo>
                    <a:pt x="31885" y="3453"/>
                  </a:lnTo>
                  <a:cubicBezTo>
                    <a:pt x="31885" y="1548"/>
                    <a:pt x="30337" y="0"/>
                    <a:pt x="284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4"/>
            <p:cNvSpPr/>
            <p:nvPr/>
          </p:nvSpPr>
          <p:spPr>
            <a:xfrm>
              <a:off x="809000" y="1723038"/>
              <a:ext cx="287575" cy="296500"/>
            </a:xfrm>
            <a:custGeom>
              <a:avLst/>
              <a:gdLst/>
              <a:ahLst/>
              <a:cxnLst/>
              <a:rect l="l" t="t" r="r" b="b"/>
              <a:pathLst>
                <a:path w="11503" h="11860" extrusionOk="0">
                  <a:moveTo>
                    <a:pt x="1084" y="1"/>
                  </a:moveTo>
                  <a:cubicBezTo>
                    <a:pt x="489" y="1"/>
                    <a:pt x="1" y="489"/>
                    <a:pt x="1" y="1084"/>
                  </a:cubicBezTo>
                  <a:lnTo>
                    <a:pt x="1" y="11860"/>
                  </a:lnTo>
                  <a:lnTo>
                    <a:pt x="11502" y="11860"/>
                  </a:lnTo>
                  <a:lnTo>
                    <a:pt x="11502" y="1084"/>
                  </a:lnTo>
                  <a:cubicBezTo>
                    <a:pt x="11502" y="477"/>
                    <a:pt x="11026" y="1"/>
                    <a:pt x="104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4"/>
            <p:cNvSpPr/>
            <p:nvPr/>
          </p:nvSpPr>
          <p:spPr>
            <a:xfrm>
              <a:off x="886400" y="1757888"/>
              <a:ext cx="133075" cy="133350"/>
            </a:xfrm>
            <a:custGeom>
              <a:avLst/>
              <a:gdLst/>
              <a:ahLst/>
              <a:cxnLst/>
              <a:rect l="l" t="t" r="r" b="b"/>
              <a:pathLst>
                <a:path w="5323" h="5334" extrusionOk="0">
                  <a:moveTo>
                    <a:pt x="2655" y="0"/>
                  </a:moveTo>
                  <a:cubicBezTo>
                    <a:pt x="1191" y="0"/>
                    <a:pt x="0" y="1191"/>
                    <a:pt x="0" y="2667"/>
                  </a:cubicBezTo>
                  <a:cubicBezTo>
                    <a:pt x="0" y="4143"/>
                    <a:pt x="1191" y="5334"/>
                    <a:pt x="2655" y="5334"/>
                  </a:cubicBezTo>
                  <a:cubicBezTo>
                    <a:pt x="4132" y="5334"/>
                    <a:pt x="5322" y="4143"/>
                    <a:pt x="5322" y="2667"/>
                  </a:cubicBezTo>
                  <a:cubicBezTo>
                    <a:pt x="5322" y="1191"/>
                    <a:pt x="4132" y="0"/>
                    <a:pt x="26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4"/>
            <p:cNvSpPr/>
            <p:nvPr/>
          </p:nvSpPr>
          <p:spPr>
            <a:xfrm>
              <a:off x="859900" y="1914738"/>
              <a:ext cx="186050" cy="78300"/>
            </a:xfrm>
            <a:custGeom>
              <a:avLst/>
              <a:gdLst/>
              <a:ahLst/>
              <a:cxnLst/>
              <a:rect l="l" t="t" r="r" b="b"/>
              <a:pathLst>
                <a:path w="7442" h="3132" extrusionOk="0">
                  <a:moveTo>
                    <a:pt x="3144" y="1"/>
                  </a:moveTo>
                  <a:cubicBezTo>
                    <a:pt x="1406" y="1"/>
                    <a:pt x="1" y="1406"/>
                    <a:pt x="1" y="3132"/>
                  </a:cubicBezTo>
                  <a:lnTo>
                    <a:pt x="7442" y="3132"/>
                  </a:lnTo>
                  <a:cubicBezTo>
                    <a:pt x="7442" y="1394"/>
                    <a:pt x="6049" y="1"/>
                    <a:pt x="4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4"/>
            <p:cNvSpPr/>
            <p:nvPr/>
          </p:nvSpPr>
          <p:spPr>
            <a:xfrm>
              <a:off x="1326625" y="2152863"/>
              <a:ext cx="352150" cy="322675"/>
            </a:xfrm>
            <a:custGeom>
              <a:avLst/>
              <a:gdLst/>
              <a:ahLst/>
              <a:cxnLst/>
              <a:rect l="l" t="t" r="r" b="b"/>
              <a:pathLst>
                <a:path w="14086" h="12907" extrusionOk="0">
                  <a:moveTo>
                    <a:pt x="858" y="1"/>
                  </a:moveTo>
                  <a:cubicBezTo>
                    <a:pt x="382" y="1"/>
                    <a:pt x="1" y="382"/>
                    <a:pt x="1" y="858"/>
                  </a:cubicBezTo>
                  <a:lnTo>
                    <a:pt x="1" y="12050"/>
                  </a:lnTo>
                  <a:cubicBezTo>
                    <a:pt x="1" y="12526"/>
                    <a:pt x="382" y="12907"/>
                    <a:pt x="858" y="12907"/>
                  </a:cubicBezTo>
                  <a:lnTo>
                    <a:pt x="13228" y="12907"/>
                  </a:lnTo>
                  <a:cubicBezTo>
                    <a:pt x="13693" y="12907"/>
                    <a:pt x="14074" y="12538"/>
                    <a:pt x="14086" y="12050"/>
                  </a:cubicBezTo>
                  <a:lnTo>
                    <a:pt x="14086" y="858"/>
                  </a:lnTo>
                  <a:cubicBezTo>
                    <a:pt x="14086" y="382"/>
                    <a:pt x="13705" y="1"/>
                    <a:pt x="132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4"/>
            <p:cNvSpPr/>
            <p:nvPr/>
          </p:nvSpPr>
          <p:spPr>
            <a:xfrm>
              <a:off x="1376325" y="1932313"/>
              <a:ext cx="253050" cy="337250"/>
            </a:xfrm>
            <a:custGeom>
              <a:avLst/>
              <a:gdLst/>
              <a:ahLst/>
              <a:cxnLst/>
              <a:rect l="l" t="t" r="r" b="b"/>
              <a:pathLst>
                <a:path w="10122" h="13490" extrusionOk="0">
                  <a:moveTo>
                    <a:pt x="5049" y="1226"/>
                  </a:moveTo>
                  <a:cubicBezTo>
                    <a:pt x="7157" y="1226"/>
                    <a:pt x="8871" y="2941"/>
                    <a:pt x="8871" y="5048"/>
                  </a:cubicBezTo>
                  <a:lnTo>
                    <a:pt x="8871" y="12252"/>
                  </a:lnTo>
                  <a:lnTo>
                    <a:pt x="1227" y="12252"/>
                  </a:lnTo>
                  <a:lnTo>
                    <a:pt x="1227" y="5048"/>
                  </a:lnTo>
                  <a:cubicBezTo>
                    <a:pt x="1227" y="2941"/>
                    <a:pt x="2930" y="1226"/>
                    <a:pt x="5049" y="1226"/>
                  </a:cubicBezTo>
                  <a:close/>
                  <a:moveTo>
                    <a:pt x="5061" y="0"/>
                  </a:moveTo>
                  <a:cubicBezTo>
                    <a:pt x="2275" y="0"/>
                    <a:pt x="1" y="2262"/>
                    <a:pt x="1" y="5060"/>
                  </a:cubicBezTo>
                  <a:lnTo>
                    <a:pt x="1" y="12883"/>
                  </a:lnTo>
                  <a:cubicBezTo>
                    <a:pt x="1" y="13204"/>
                    <a:pt x="275" y="13490"/>
                    <a:pt x="608" y="13490"/>
                  </a:cubicBezTo>
                  <a:lnTo>
                    <a:pt x="9502" y="13490"/>
                  </a:lnTo>
                  <a:cubicBezTo>
                    <a:pt x="9835" y="13490"/>
                    <a:pt x="10109" y="13204"/>
                    <a:pt x="10121" y="12883"/>
                  </a:cubicBezTo>
                  <a:lnTo>
                    <a:pt x="10121" y="5060"/>
                  </a:lnTo>
                  <a:cubicBezTo>
                    <a:pt x="10121" y="2286"/>
                    <a:pt x="7847" y="0"/>
                    <a:pt x="50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4"/>
            <p:cNvSpPr/>
            <p:nvPr/>
          </p:nvSpPr>
          <p:spPr>
            <a:xfrm>
              <a:off x="1446575" y="2239788"/>
              <a:ext cx="111650" cy="111650"/>
            </a:xfrm>
            <a:custGeom>
              <a:avLst/>
              <a:gdLst/>
              <a:ahLst/>
              <a:cxnLst/>
              <a:rect l="l" t="t" r="r" b="b"/>
              <a:pathLst>
                <a:path w="4466" h="4466" extrusionOk="0">
                  <a:moveTo>
                    <a:pt x="2239" y="0"/>
                  </a:moveTo>
                  <a:cubicBezTo>
                    <a:pt x="1001" y="0"/>
                    <a:pt x="1" y="1000"/>
                    <a:pt x="1" y="2227"/>
                  </a:cubicBezTo>
                  <a:cubicBezTo>
                    <a:pt x="1" y="3465"/>
                    <a:pt x="1001" y="4465"/>
                    <a:pt x="2239" y="4465"/>
                  </a:cubicBezTo>
                  <a:cubicBezTo>
                    <a:pt x="3466" y="4465"/>
                    <a:pt x="4466" y="3465"/>
                    <a:pt x="4466" y="2227"/>
                  </a:cubicBezTo>
                  <a:cubicBezTo>
                    <a:pt x="4466" y="1000"/>
                    <a:pt x="3466" y="0"/>
                    <a:pt x="2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4"/>
            <p:cNvSpPr/>
            <p:nvPr/>
          </p:nvSpPr>
          <p:spPr>
            <a:xfrm>
              <a:off x="1477250" y="2331763"/>
              <a:ext cx="50625" cy="57775"/>
            </a:xfrm>
            <a:custGeom>
              <a:avLst/>
              <a:gdLst/>
              <a:ahLst/>
              <a:cxnLst/>
              <a:rect l="l" t="t" r="r" b="b"/>
              <a:pathLst>
                <a:path w="2025" h="2311" extrusionOk="0">
                  <a:moveTo>
                    <a:pt x="0" y="0"/>
                  </a:moveTo>
                  <a:lnTo>
                    <a:pt x="0" y="2310"/>
                  </a:lnTo>
                  <a:lnTo>
                    <a:pt x="2024" y="2310"/>
                  </a:lnTo>
                  <a:lnTo>
                    <a:pt x="202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4"/>
            <p:cNvSpPr/>
            <p:nvPr/>
          </p:nvSpPr>
          <p:spPr>
            <a:xfrm>
              <a:off x="1136125" y="1751613"/>
              <a:ext cx="297675" cy="28325"/>
            </a:xfrm>
            <a:custGeom>
              <a:avLst/>
              <a:gdLst/>
              <a:ahLst/>
              <a:cxnLst/>
              <a:rect l="l" t="t" r="r" b="b"/>
              <a:pathLst>
                <a:path w="11907" h="1133" extrusionOk="0">
                  <a:moveTo>
                    <a:pt x="1" y="1"/>
                  </a:moveTo>
                  <a:lnTo>
                    <a:pt x="1" y="1132"/>
                  </a:lnTo>
                  <a:lnTo>
                    <a:pt x="11907" y="1132"/>
                  </a:lnTo>
                  <a:lnTo>
                    <a:pt x="11907"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4"/>
            <p:cNvSpPr/>
            <p:nvPr/>
          </p:nvSpPr>
          <p:spPr>
            <a:xfrm>
              <a:off x="1136125" y="1822763"/>
              <a:ext cx="297675" cy="28300"/>
            </a:xfrm>
            <a:custGeom>
              <a:avLst/>
              <a:gdLst/>
              <a:ahLst/>
              <a:cxnLst/>
              <a:rect l="l" t="t" r="r" b="b"/>
              <a:pathLst>
                <a:path w="11907" h="1132" extrusionOk="0">
                  <a:moveTo>
                    <a:pt x="1" y="1"/>
                  </a:moveTo>
                  <a:lnTo>
                    <a:pt x="1" y="1132"/>
                  </a:lnTo>
                  <a:lnTo>
                    <a:pt x="11907" y="1132"/>
                  </a:lnTo>
                  <a:lnTo>
                    <a:pt x="11907"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4"/>
            <p:cNvSpPr/>
            <p:nvPr/>
          </p:nvSpPr>
          <p:spPr>
            <a:xfrm>
              <a:off x="1136125" y="1893613"/>
              <a:ext cx="297675" cy="28300"/>
            </a:xfrm>
            <a:custGeom>
              <a:avLst/>
              <a:gdLst/>
              <a:ahLst/>
              <a:cxnLst/>
              <a:rect l="l" t="t" r="r" b="b"/>
              <a:pathLst>
                <a:path w="11907" h="1132" extrusionOk="0">
                  <a:moveTo>
                    <a:pt x="1" y="0"/>
                  </a:moveTo>
                  <a:lnTo>
                    <a:pt x="1" y="1131"/>
                  </a:lnTo>
                  <a:lnTo>
                    <a:pt x="11907" y="1131"/>
                  </a:lnTo>
                  <a:lnTo>
                    <a:pt x="11907" y="0"/>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4"/>
            <p:cNvSpPr/>
            <p:nvPr/>
          </p:nvSpPr>
          <p:spPr>
            <a:xfrm>
              <a:off x="1136125" y="1961463"/>
              <a:ext cx="213750" cy="28300"/>
            </a:xfrm>
            <a:custGeom>
              <a:avLst/>
              <a:gdLst/>
              <a:ahLst/>
              <a:cxnLst/>
              <a:rect l="l" t="t" r="r" b="b"/>
              <a:pathLst>
                <a:path w="8550" h="1132" extrusionOk="0">
                  <a:moveTo>
                    <a:pt x="1" y="1"/>
                  </a:moveTo>
                  <a:lnTo>
                    <a:pt x="1" y="1132"/>
                  </a:lnTo>
                  <a:lnTo>
                    <a:pt x="8549" y="1132"/>
                  </a:lnTo>
                  <a:lnTo>
                    <a:pt x="8549" y="1"/>
                  </a:lnTo>
                  <a:close/>
                </a:path>
              </a:pathLst>
            </a:custGeom>
            <a:solidFill>
              <a:srgbClr val="5B68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4"/>
            <p:cNvSpPr/>
            <p:nvPr/>
          </p:nvSpPr>
          <p:spPr>
            <a:xfrm>
              <a:off x="809000" y="2204063"/>
              <a:ext cx="177425" cy="24425"/>
            </a:xfrm>
            <a:custGeom>
              <a:avLst/>
              <a:gdLst/>
              <a:ahLst/>
              <a:cxnLst/>
              <a:rect l="l" t="t" r="r" b="b"/>
              <a:pathLst>
                <a:path w="7097" h="977" extrusionOk="0">
                  <a:moveTo>
                    <a:pt x="1" y="0"/>
                  </a:moveTo>
                  <a:lnTo>
                    <a:pt x="1" y="977"/>
                  </a:lnTo>
                  <a:lnTo>
                    <a:pt x="7097" y="977"/>
                  </a:lnTo>
                  <a:lnTo>
                    <a:pt x="70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4"/>
            <p:cNvSpPr/>
            <p:nvPr/>
          </p:nvSpPr>
          <p:spPr>
            <a:xfrm>
              <a:off x="809000" y="2134413"/>
              <a:ext cx="475975" cy="44375"/>
            </a:xfrm>
            <a:custGeom>
              <a:avLst/>
              <a:gdLst/>
              <a:ahLst/>
              <a:cxnLst/>
              <a:rect l="l" t="t" r="r" b="b"/>
              <a:pathLst>
                <a:path w="19039" h="1775" extrusionOk="0">
                  <a:moveTo>
                    <a:pt x="334" y="0"/>
                  </a:moveTo>
                  <a:cubicBezTo>
                    <a:pt x="143" y="0"/>
                    <a:pt x="1" y="155"/>
                    <a:pt x="1" y="346"/>
                  </a:cubicBezTo>
                  <a:lnTo>
                    <a:pt x="1" y="1429"/>
                  </a:lnTo>
                  <a:cubicBezTo>
                    <a:pt x="1" y="1632"/>
                    <a:pt x="143" y="1774"/>
                    <a:pt x="334" y="1774"/>
                  </a:cubicBezTo>
                  <a:lnTo>
                    <a:pt x="18693" y="1774"/>
                  </a:lnTo>
                  <a:cubicBezTo>
                    <a:pt x="18884" y="1774"/>
                    <a:pt x="19039" y="1632"/>
                    <a:pt x="19039" y="1429"/>
                  </a:cubicBezTo>
                  <a:lnTo>
                    <a:pt x="19039" y="346"/>
                  </a:lnTo>
                  <a:cubicBezTo>
                    <a:pt x="19039" y="155"/>
                    <a:pt x="18884" y="0"/>
                    <a:pt x="186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4"/>
            <p:cNvSpPr/>
            <p:nvPr/>
          </p:nvSpPr>
          <p:spPr>
            <a:xfrm>
              <a:off x="809000" y="2086488"/>
              <a:ext cx="177425" cy="24725"/>
            </a:xfrm>
            <a:custGeom>
              <a:avLst/>
              <a:gdLst/>
              <a:ahLst/>
              <a:cxnLst/>
              <a:rect l="l" t="t" r="r" b="b"/>
              <a:pathLst>
                <a:path w="7097" h="989" extrusionOk="0">
                  <a:moveTo>
                    <a:pt x="1" y="0"/>
                  </a:moveTo>
                  <a:lnTo>
                    <a:pt x="1" y="989"/>
                  </a:lnTo>
                  <a:lnTo>
                    <a:pt x="7097" y="989"/>
                  </a:lnTo>
                  <a:lnTo>
                    <a:pt x="70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4"/>
            <p:cNvSpPr/>
            <p:nvPr/>
          </p:nvSpPr>
          <p:spPr>
            <a:xfrm>
              <a:off x="700050" y="2262113"/>
              <a:ext cx="568850" cy="77400"/>
            </a:xfrm>
            <a:custGeom>
              <a:avLst/>
              <a:gdLst/>
              <a:ahLst/>
              <a:cxnLst/>
              <a:rect l="l" t="t" r="r" b="b"/>
              <a:pathLst>
                <a:path w="22754" h="3096" extrusionOk="0">
                  <a:moveTo>
                    <a:pt x="1549" y="0"/>
                  </a:moveTo>
                  <a:cubicBezTo>
                    <a:pt x="691" y="0"/>
                    <a:pt x="1" y="703"/>
                    <a:pt x="1" y="1548"/>
                  </a:cubicBezTo>
                  <a:cubicBezTo>
                    <a:pt x="1" y="2393"/>
                    <a:pt x="691" y="3096"/>
                    <a:pt x="1549" y="3096"/>
                  </a:cubicBezTo>
                  <a:lnTo>
                    <a:pt x="21206" y="3096"/>
                  </a:lnTo>
                  <a:cubicBezTo>
                    <a:pt x="22051" y="3096"/>
                    <a:pt x="22754" y="2393"/>
                    <a:pt x="22754" y="1548"/>
                  </a:cubicBezTo>
                  <a:cubicBezTo>
                    <a:pt x="22754" y="703"/>
                    <a:pt x="22051" y="0"/>
                    <a:pt x="212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4"/>
            <p:cNvSpPr/>
            <p:nvPr/>
          </p:nvSpPr>
          <p:spPr>
            <a:xfrm>
              <a:off x="695900" y="2257938"/>
              <a:ext cx="576875" cy="85750"/>
            </a:xfrm>
            <a:custGeom>
              <a:avLst/>
              <a:gdLst/>
              <a:ahLst/>
              <a:cxnLst/>
              <a:rect l="l" t="t" r="r" b="b"/>
              <a:pathLst>
                <a:path w="23075" h="3430" extrusionOk="0">
                  <a:moveTo>
                    <a:pt x="21372" y="334"/>
                  </a:moveTo>
                  <a:cubicBezTo>
                    <a:pt x="22134" y="334"/>
                    <a:pt x="22753" y="953"/>
                    <a:pt x="22753" y="1715"/>
                  </a:cubicBezTo>
                  <a:cubicBezTo>
                    <a:pt x="22753" y="2477"/>
                    <a:pt x="22134" y="3096"/>
                    <a:pt x="21372" y="3096"/>
                  </a:cubicBezTo>
                  <a:lnTo>
                    <a:pt x="1715" y="3096"/>
                  </a:lnTo>
                  <a:cubicBezTo>
                    <a:pt x="953" y="3096"/>
                    <a:pt x="322" y="2477"/>
                    <a:pt x="322" y="1715"/>
                  </a:cubicBezTo>
                  <a:cubicBezTo>
                    <a:pt x="322" y="953"/>
                    <a:pt x="953" y="334"/>
                    <a:pt x="1715" y="334"/>
                  </a:cubicBezTo>
                  <a:close/>
                  <a:moveTo>
                    <a:pt x="1715" y="0"/>
                  </a:moveTo>
                  <a:cubicBezTo>
                    <a:pt x="762" y="0"/>
                    <a:pt x="0" y="774"/>
                    <a:pt x="0" y="1715"/>
                  </a:cubicBezTo>
                  <a:cubicBezTo>
                    <a:pt x="0" y="2656"/>
                    <a:pt x="774" y="3429"/>
                    <a:pt x="1715" y="3429"/>
                  </a:cubicBezTo>
                  <a:lnTo>
                    <a:pt x="21372" y="3429"/>
                  </a:lnTo>
                  <a:cubicBezTo>
                    <a:pt x="22324" y="3429"/>
                    <a:pt x="23075" y="2656"/>
                    <a:pt x="23075" y="1715"/>
                  </a:cubicBezTo>
                  <a:cubicBezTo>
                    <a:pt x="23075" y="774"/>
                    <a:pt x="22313" y="0"/>
                    <a:pt x="213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4"/>
            <p:cNvSpPr/>
            <p:nvPr/>
          </p:nvSpPr>
          <p:spPr>
            <a:xfrm>
              <a:off x="839075" y="2284438"/>
              <a:ext cx="32750" cy="32750"/>
            </a:xfrm>
            <a:custGeom>
              <a:avLst/>
              <a:gdLst/>
              <a:ahLst/>
              <a:cxnLst/>
              <a:rect l="l" t="t" r="r" b="b"/>
              <a:pathLst>
                <a:path w="1310" h="1310" extrusionOk="0">
                  <a:moveTo>
                    <a:pt x="655" y="0"/>
                  </a:moveTo>
                  <a:cubicBezTo>
                    <a:pt x="298" y="0"/>
                    <a:pt x="0" y="298"/>
                    <a:pt x="0" y="655"/>
                  </a:cubicBezTo>
                  <a:cubicBezTo>
                    <a:pt x="0" y="1012"/>
                    <a:pt x="298" y="1310"/>
                    <a:pt x="655" y="1310"/>
                  </a:cubicBezTo>
                  <a:cubicBezTo>
                    <a:pt x="1012" y="1310"/>
                    <a:pt x="1310" y="1012"/>
                    <a:pt x="1310" y="655"/>
                  </a:cubicBezTo>
                  <a:cubicBezTo>
                    <a:pt x="1310" y="298"/>
                    <a:pt x="1012"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4"/>
            <p:cNvSpPr/>
            <p:nvPr/>
          </p:nvSpPr>
          <p:spPr>
            <a:xfrm>
              <a:off x="932825" y="2284438"/>
              <a:ext cx="32775" cy="32750"/>
            </a:xfrm>
            <a:custGeom>
              <a:avLst/>
              <a:gdLst/>
              <a:ahLst/>
              <a:cxnLst/>
              <a:rect l="l" t="t" r="r" b="b"/>
              <a:pathLst>
                <a:path w="1311" h="1310" extrusionOk="0">
                  <a:moveTo>
                    <a:pt x="655" y="0"/>
                  </a:moveTo>
                  <a:cubicBezTo>
                    <a:pt x="298" y="0"/>
                    <a:pt x="1" y="298"/>
                    <a:pt x="1" y="655"/>
                  </a:cubicBezTo>
                  <a:cubicBezTo>
                    <a:pt x="1" y="1012"/>
                    <a:pt x="298" y="1310"/>
                    <a:pt x="655" y="1310"/>
                  </a:cubicBezTo>
                  <a:cubicBezTo>
                    <a:pt x="1013" y="1310"/>
                    <a:pt x="1310" y="1012"/>
                    <a:pt x="1310" y="655"/>
                  </a:cubicBezTo>
                  <a:cubicBezTo>
                    <a:pt x="1310" y="298"/>
                    <a:pt x="1013"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4"/>
            <p:cNvSpPr/>
            <p:nvPr/>
          </p:nvSpPr>
          <p:spPr>
            <a:xfrm>
              <a:off x="1026600" y="2284438"/>
              <a:ext cx="32750" cy="32750"/>
            </a:xfrm>
            <a:custGeom>
              <a:avLst/>
              <a:gdLst/>
              <a:ahLst/>
              <a:cxnLst/>
              <a:rect l="l" t="t" r="r" b="b"/>
              <a:pathLst>
                <a:path w="1310" h="1310" extrusionOk="0">
                  <a:moveTo>
                    <a:pt x="655" y="0"/>
                  </a:moveTo>
                  <a:cubicBezTo>
                    <a:pt x="298" y="0"/>
                    <a:pt x="0" y="298"/>
                    <a:pt x="0" y="655"/>
                  </a:cubicBezTo>
                  <a:cubicBezTo>
                    <a:pt x="0" y="1012"/>
                    <a:pt x="298" y="1310"/>
                    <a:pt x="655" y="1310"/>
                  </a:cubicBezTo>
                  <a:cubicBezTo>
                    <a:pt x="1012" y="1310"/>
                    <a:pt x="1310" y="1012"/>
                    <a:pt x="1310" y="655"/>
                  </a:cubicBezTo>
                  <a:cubicBezTo>
                    <a:pt x="1310" y="298"/>
                    <a:pt x="1012"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4"/>
            <p:cNvSpPr/>
            <p:nvPr/>
          </p:nvSpPr>
          <p:spPr>
            <a:xfrm>
              <a:off x="1120350" y="2284438"/>
              <a:ext cx="32775" cy="32750"/>
            </a:xfrm>
            <a:custGeom>
              <a:avLst/>
              <a:gdLst/>
              <a:ahLst/>
              <a:cxnLst/>
              <a:rect l="l" t="t" r="r" b="b"/>
              <a:pathLst>
                <a:path w="1311" h="1310" extrusionOk="0">
                  <a:moveTo>
                    <a:pt x="655" y="0"/>
                  </a:moveTo>
                  <a:cubicBezTo>
                    <a:pt x="298" y="0"/>
                    <a:pt x="1" y="298"/>
                    <a:pt x="1" y="655"/>
                  </a:cubicBezTo>
                  <a:cubicBezTo>
                    <a:pt x="1" y="1012"/>
                    <a:pt x="298" y="1310"/>
                    <a:pt x="655" y="1310"/>
                  </a:cubicBezTo>
                  <a:cubicBezTo>
                    <a:pt x="1013" y="1310"/>
                    <a:pt x="1310" y="1012"/>
                    <a:pt x="1310" y="655"/>
                  </a:cubicBezTo>
                  <a:cubicBezTo>
                    <a:pt x="1310" y="298"/>
                    <a:pt x="1013" y="0"/>
                    <a:pt x="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 name="Google Shape;456;p24"/>
          <p:cNvGrpSpPr/>
          <p:nvPr/>
        </p:nvGrpSpPr>
        <p:grpSpPr>
          <a:xfrm>
            <a:off x="2300453" y="1812593"/>
            <a:ext cx="4634929" cy="2034552"/>
            <a:chOff x="2700130" y="1812696"/>
            <a:chExt cx="3038700" cy="662850"/>
          </a:xfrm>
        </p:grpSpPr>
        <p:sp>
          <p:nvSpPr>
            <p:cNvPr id="457" name="Google Shape;457;p24"/>
            <p:cNvSpPr txBox="1"/>
            <p:nvPr/>
          </p:nvSpPr>
          <p:spPr>
            <a:xfrm>
              <a:off x="2700130" y="1812696"/>
              <a:ext cx="3038700" cy="257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b="1">
                  <a:solidFill>
                    <a:schemeClr val="dk1"/>
                  </a:solidFill>
                  <a:latin typeface="Fira Sans"/>
                  <a:ea typeface="Fira Sans"/>
                  <a:cs typeface="Fira Sans"/>
                  <a:sym typeface="Fira Sans"/>
                </a:rPr>
                <a:t>Penjelasan singkat</a:t>
              </a:r>
              <a:endParaRPr b="1">
                <a:solidFill>
                  <a:schemeClr val="dk1"/>
                </a:solidFill>
                <a:latin typeface="Fira Sans"/>
                <a:ea typeface="Fira Sans"/>
                <a:cs typeface="Fira Sans"/>
                <a:sym typeface="Fira Sans"/>
              </a:endParaRPr>
            </a:p>
          </p:txBody>
        </p:sp>
        <p:sp>
          <p:nvSpPr>
            <p:cNvPr id="458" name="Google Shape;458;p24"/>
            <p:cNvSpPr txBox="1"/>
            <p:nvPr/>
          </p:nvSpPr>
          <p:spPr>
            <a:xfrm>
              <a:off x="2731009" y="2069646"/>
              <a:ext cx="3007800" cy="4059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Fira Sans"/>
                  <a:ea typeface="Fira Sans"/>
                  <a:cs typeface="Fira Sans"/>
                  <a:sym typeface="Fira Sans"/>
                </a:rPr>
                <a:t>Soal merupakan program yang berkaitan dengan implementasi</a:t>
              </a:r>
              <a:endParaRPr sz="1200">
                <a:solidFill>
                  <a:schemeClr val="dk1"/>
                </a:solidFill>
                <a:latin typeface="Fira Sans"/>
                <a:ea typeface="Fira Sans"/>
                <a:cs typeface="Fira Sans"/>
                <a:sym typeface="Fira Sans"/>
              </a:endParaRPr>
            </a:p>
            <a:p>
              <a:pPr marL="0" lvl="0" indent="0" algn="l" rtl="0">
                <a:spcBef>
                  <a:spcPts val="0"/>
                </a:spcBef>
                <a:spcAft>
                  <a:spcPts val="0"/>
                </a:spcAft>
                <a:buClr>
                  <a:schemeClr val="dk1"/>
                </a:buClr>
                <a:buSzPts val="1100"/>
                <a:buFont typeface="Arial"/>
                <a:buNone/>
              </a:pPr>
              <a:r>
                <a:rPr lang="en" sz="1200">
                  <a:solidFill>
                    <a:schemeClr val="dk1"/>
                  </a:solidFill>
                  <a:latin typeface="Fira Sans"/>
                  <a:ea typeface="Fira Sans"/>
                  <a:cs typeface="Fira Sans"/>
                  <a:sym typeface="Fira Sans"/>
                </a:rPr>
                <a:t>algoritma kriptografi, tugas peserta memecahkan algoritma kriptografi tersebut untuk mengembalikan kembali data yang telah terenkripsi</a:t>
              </a:r>
              <a:endParaRPr sz="1200">
                <a:solidFill>
                  <a:schemeClr val="dk1"/>
                </a:solidFill>
                <a:latin typeface="Fira Sans"/>
                <a:ea typeface="Fira Sans"/>
                <a:cs typeface="Fira Sans"/>
                <a:sym typeface="Fira Sans"/>
              </a:endParaRPr>
            </a:p>
            <a:p>
              <a:pPr marL="0" lvl="0" indent="0" algn="l" rtl="0">
                <a:spcBef>
                  <a:spcPts val="0"/>
                </a:spcBef>
                <a:spcAft>
                  <a:spcPts val="0"/>
                </a:spcAft>
                <a:buNone/>
              </a:pPr>
              <a:endParaRPr sz="1200">
                <a:solidFill>
                  <a:schemeClr val="dk1"/>
                </a:solidFill>
                <a:latin typeface="Fira Sans"/>
                <a:ea typeface="Fira Sans"/>
                <a:cs typeface="Fira Sans"/>
                <a:sym typeface="Fira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grpSp>
        <p:nvGrpSpPr>
          <p:cNvPr id="463" name="Google Shape;463;p25"/>
          <p:cNvGrpSpPr/>
          <p:nvPr/>
        </p:nvGrpSpPr>
        <p:grpSpPr>
          <a:xfrm>
            <a:off x="838200" y="1096197"/>
            <a:ext cx="3390900" cy="2008953"/>
            <a:chOff x="838200" y="1096197"/>
            <a:chExt cx="3390900" cy="2008953"/>
          </a:xfrm>
        </p:grpSpPr>
        <p:grpSp>
          <p:nvGrpSpPr>
            <p:cNvPr id="464" name="Google Shape;464;p25"/>
            <p:cNvGrpSpPr/>
            <p:nvPr/>
          </p:nvGrpSpPr>
          <p:grpSpPr>
            <a:xfrm>
              <a:off x="838200" y="1096197"/>
              <a:ext cx="1402500" cy="1572303"/>
              <a:chOff x="838200" y="1096197"/>
              <a:chExt cx="1402500" cy="1572303"/>
            </a:xfrm>
          </p:grpSpPr>
          <p:sp>
            <p:nvSpPr>
              <p:cNvPr id="465" name="Google Shape;465;p25"/>
              <p:cNvSpPr/>
              <p:nvPr/>
            </p:nvSpPr>
            <p:spPr>
              <a:xfrm>
                <a:off x="838200" y="1653600"/>
                <a:ext cx="1402500" cy="1014900"/>
              </a:xfrm>
              <a:prstGeom prst="roundRect">
                <a:avLst>
                  <a:gd name="adj" fmla="val 16667"/>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6" name="Google Shape;466;p25"/>
              <p:cNvGrpSpPr/>
              <p:nvPr/>
            </p:nvGrpSpPr>
            <p:grpSpPr>
              <a:xfrm>
                <a:off x="1086993" y="1096197"/>
                <a:ext cx="904915" cy="649505"/>
                <a:chOff x="2117737" y="1318219"/>
                <a:chExt cx="904915" cy="649505"/>
              </a:xfrm>
            </p:grpSpPr>
            <p:sp>
              <p:nvSpPr>
                <p:cNvPr id="467" name="Google Shape;467;p25"/>
                <p:cNvSpPr/>
                <p:nvPr/>
              </p:nvSpPr>
              <p:spPr>
                <a:xfrm>
                  <a:off x="2164885" y="1318281"/>
                  <a:ext cx="857767" cy="649443"/>
                </a:xfrm>
                <a:custGeom>
                  <a:avLst/>
                  <a:gdLst/>
                  <a:ahLst/>
                  <a:cxnLst/>
                  <a:rect l="l" t="t" r="r" b="b"/>
                  <a:pathLst>
                    <a:path w="27690" h="20965" extrusionOk="0">
                      <a:moveTo>
                        <a:pt x="8717" y="1"/>
                      </a:moveTo>
                      <a:cubicBezTo>
                        <a:pt x="7234" y="1"/>
                        <a:pt x="5786" y="436"/>
                        <a:pt x="4782" y="1369"/>
                      </a:cubicBezTo>
                      <a:cubicBezTo>
                        <a:pt x="2412" y="3536"/>
                        <a:pt x="3103" y="7298"/>
                        <a:pt x="3698" y="9168"/>
                      </a:cubicBezTo>
                      <a:cubicBezTo>
                        <a:pt x="4293" y="11025"/>
                        <a:pt x="2698" y="12573"/>
                        <a:pt x="1281" y="14383"/>
                      </a:cubicBezTo>
                      <a:cubicBezTo>
                        <a:pt x="0" y="16029"/>
                        <a:pt x="4" y="20965"/>
                        <a:pt x="4274" y="20965"/>
                      </a:cubicBezTo>
                      <a:cubicBezTo>
                        <a:pt x="4727" y="20965"/>
                        <a:pt x="5228" y="20909"/>
                        <a:pt x="5782" y="20788"/>
                      </a:cubicBezTo>
                      <a:cubicBezTo>
                        <a:pt x="10213" y="19816"/>
                        <a:pt x="12205" y="18292"/>
                        <a:pt x="14335" y="18292"/>
                      </a:cubicBezTo>
                      <a:cubicBezTo>
                        <a:pt x="14969" y="18292"/>
                        <a:pt x="15616" y="18427"/>
                        <a:pt x="16343" y="18752"/>
                      </a:cubicBezTo>
                      <a:cubicBezTo>
                        <a:pt x="17562" y="19293"/>
                        <a:pt x="19048" y="19626"/>
                        <a:pt x="20497" y="19626"/>
                      </a:cubicBezTo>
                      <a:cubicBezTo>
                        <a:pt x="22810" y="19626"/>
                        <a:pt x="25029" y="18777"/>
                        <a:pt x="25915" y="16573"/>
                      </a:cubicBezTo>
                      <a:cubicBezTo>
                        <a:pt x="27368" y="12990"/>
                        <a:pt x="27689" y="8227"/>
                        <a:pt x="18248" y="5001"/>
                      </a:cubicBezTo>
                      <a:cubicBezTo>
                        <a:pt x="18248" y="5001"/>
                        <a:pt x="15842" y="4643"/>
                        <a:pt x="13878" y="2179"/>
                      </a:cubicBezTo>
                      <a:cubicBezTo>
                        <a:pt x="12741" y="776"/>
                        <a:pt x="10697" y="1"/>
                        <a:pt x="8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5"/>
                <p:cNvSpPr/>
                <p:nvPr/>
              </p:nvSpPr>
              <p:spPr>
                <a:xfrm>
                  <a:off x="2117737" y="1766092"/>
                  <a:ext cx="284528" cy="98075"/>
                </a:xfrm>
                <a:custGeom>
                  <a:avLst/>
                  <a:gdLst/>
                  <a:ahLst/>
                  <a:cxnLst/>
                  <a:rect l="l" t="t" r="r" b="b"/>
                  <a:pathLst>
                    <a:path w="9185" h="3166" extrusionOk="0">
                      <a:moveTo>
                        <a:pt x="1590" y="0"/>
                      </a:moveTo>
                      <a:cubicBezTo>
                        <a:pt x="1" y="0"/>
                        <a:pt x="4247" y="2719"/>
                        <a:pt x="9185" y="3165"/>
                      </a:cubicBezTo>
                      <a:cubicBezTo>
                        <a:pt x="9185" y="3165"/>
                        <a:pt x="5875" y="939"/>
                        <a:pt x="2434" y="129"/>
                      </a:cubicBezTo>
                      <a:cubicBezTo>
                        <a:pt x="2061" y="40"/>
                        <a:pt x="1782" y="0"/>
                        <a:pt x="15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5"/>
                <p:cNvSpPr/>
                <p:nvPr/>
              </p:nvSpPr>
              <p:spPr>
                <a:xfrm>
                  <a:off x="2214201" y="1666406"/>
                  <a:ext cx="194725" cy="198845"/>
                </a:xfrm>
                <a:custGeom>
                  <a:avLst/>
                  <a:gdLst/>
                  <a:ahLst/>
                  <a:cxnLst/>
                  <a:rect l="l" t="t" r="r" b="b"/>
                  <a:pathLst>
                    <a:path w="6286" h="6419" extrusionOk="0">
                      <a:moveTo>
                        <a:pt x="772" y="0"/>
                      </a:moveTo>
                      <a:cubicBezTo>
                        <a:pt x="0" y="0"/>
                        <a:pt x="2426" y="3934"/>
                        <a:pt x="6285" y="6419"/>
                      </a:cubicBezTo>
                      <a:cubicBezTo>
                        <a:pt x="6285" y="6419"/>
                        <a:pt x="4392" y="2907"/>
                        <a:pt x="1713" y="585"/>
                      </a:cubicBezTo>
                      <a:cubicBezTo>
                        <a:pt x="1244" y="178"/>
                        <a:pt x="935" y="0"/>
                        <a:pt x="7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5"/>
                <p:cNvSpPr/>
                <p:nvPr/>
              </p:nvSpPr>
              <p:spPr>
                <a:xfrm>
                  <a:off x="2294154" y="1621551"/>
                  <a:ext cx="120657" cy="242616"/>
                </a:xfrm>
                <a:custGeom>
                  <a:avLst/>
                  <a:gdLst/>
                  <a:ahLst/>
                  <a:cxnLst/>
                  <a:rect l="l" t="t" r="r" b="b"/>
                  <a:pathLst>
                    <a:path w="3895" h="7832" extrusionOk="0">
                      <a:moveTo>
                        <a:pt x="617" y="0"/>
                      </a:moveTo>
                      <a:cubicBezTo>
                        <a:pt x="0" y="0"/>
                        <a:pt x="1103" y="4361"/>
                        <a:pt x="3895" y="7831"/>
                      </a:cubicBezTo>
                      <a:cubicBezTo>
                        <a:pt x="3895" y="7831"/>
                        <a:pt x="3180" y="3902"/>
                        <a:pt x="1382" y="866"/>
                      </a:cubicBezTo>
                      <a:cubicBezTo>
                        <a:pt x="1023" y="263"/>
                        <a:pt x="768" y="0"/>
                        <a:pt x="6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5"/>
                <p:cNvSpPr/>
                <p:nvPr/>
              </p:nvSpPr>
              <p:spPr>
                <a:xfrm>
                  <a:off x="2384546" y="1573133"/>
                  <a:ext cx="420489" cy="290662"/>
                </a:xfrm>
                <a:custGeom>
                  <a:avLst/>
                  <a:gdLst/>
                  <a:ahLst/>
                  <a:cxnLst/>
                  <a:rect l="l" t="t" r="r" b="b"/>
                  <a:pathLst>
                    <a:path w="13574" h="9383" extrusionOk="0">
                      <a:moveTo>
                        <a:pt x="0" y="0"/>
                      </a:moveTo>
                      <a:lnTo>
                        <a:pt x="0" y="9382"/>
                      </a:lnTo>
                      <a:lnTo>
                        <a:pt x="13573" y="9382"/>
                      </a:lnTo>
                      <a:lnTo>
                        <a:pt x="135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5"/>
                <p:cNvSpPr/>
                <p:nvPr/>
              </p:nvSpPr>
              <p:spPr>
                <a:xfrm>
                  <a:off x="2384546" y="1573133"/>
                  <a:ext cx="420489" cy="29522"/>
                </a:xfrm>
                <a:custGeom>
                  <a:avLst/>
                  <a:gdLst/>
                  <a:ahLst/>
                  <a:cxnLst/>
                  <a:rect l="l" t="t" r="r" b="b"/>
                  <a:pathLst>
                    <a:path w="13574" h="953" extrusionOk="0">
                      <a:moveTo>
                        <a:pt x="0" y="0"/>
                      </a:moveTo>
                      <a:lnTo>
                        <a:pt x="0" y="953"/>
                      </a:lnTo>
                      <a:lnTo>
                        <a:pt x="13573" y="953"/>
                      </a:lnTo>
                      <a:lnTo>
                        <a:pt x="135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5"/>
                <p:cNvSpPr/>
                <p:nvPr/>
              </p:nvSpPr>
              <p:spPr>
                <a:xfrm>
                  <a:off x="2394862" y="1581249"/>
                  <a:ext cx="16635" cy="12918"/>
                </a:xfrm>
                <a:custGeom>
                  <a:avLst/>
                  <a:gdLst/>
                  <a:ahLst/>
                  <a:cxnLst/>
                  <a:rect l="l" t="t" r="r" b="b"/>
                  <a:pathLst>
                    <a:path w="537" h="417" extrusionOk="0">
                      <a:moveTo>
                        <a:pt x="275" y="0"/>
                      </a:moveTo>
                      <a:cubicBezTo>
                        <a:pt x="1" y="0"/>
                        <a:pt x="1" y="417"/>
                        <a:pt x="275" y="417"/>
                      </a:cubicBezTo>
                      <a:cubicBezTo>
                        <a:pt x="537" y="417"/>
                        <a:pt x="537"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5"/>
                <p:cNvSpPr/>
                <p:nvPr/>
              </p:nvSpPr>
              <p:spPr>
                <a:xfrm>
                  <a:off x="2414037" y="1581249"/>
                  <a:ext cx="16635" cy="12918"/>
                </a:xfrm>
                <a:custGeom>
                  <a:avLst/>
                  <a:gdLst/>
                  <a:ahLst/>
                  <a:cxnLst/>
                  <a:rect l="l" t="t" r="r" b="b"/>
                  <a:pathLst>
                    <a:path w="537" h="417" extrusionOk="0">
                      <a:moveTo>
                        <a:pt x="263" y="0"/>
                      </a:moveTo>
                      <a:cubicBezTo>
                        <a:pt x="1" y="0"/>
                        <a:pt x="1" y="417"/>
                        <a:pt x="263" y="417"/>
                      </a:cubicBezTo>
                      <a:cubicBezTo>
                        <a:pt x="537" y="417"/>
                        <a:pt x="537" y="0"/>
                        <a:pt x="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a:off x="2433212" y="1581249"/>
                  <a:ext cx="16635" cy="12918"/>
                </a:xfrm>
                <a:custGeom>
                  <a:avLst/>
                  <a:gdLst/>
                  <a:ahLst/>
                  <a:cxnLst/>
                  <a:rect l="l" t="t" r="r" b="b"/>
                  <a:pathLst>
                    <a:path w="537" h="417" extrusionOk="0">
                      <a:moveTo>
                        <a:pt x="275" y="0"/>
                      </a:moveTo>
                      <a:cubicBezTo>
                        <a:pt x="1" y="0"/>
                        <a:pt x="1" y="417"/>
                        <a:pt x="275" y="417"/>
                      </a:cubicBezTo>
                      <a:cubicBezTo>
                        <a:pt x="537" y="417"/>
                        <a:pt x="537" y="0"/>
                        <a:pt x="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a:off x="2456476" y="1667553"/>
                  <a:ext cx="269628" cy="8488"/>
                </a:xfrm>
                <a:custGeom>
                  <a:avLst/>
                  <a:gdLst/>
                  <a:ahLst/>
                  <a:cxnLst/>
                  <a:rect l="l" t="t" r="r" b="b"/>
                  <a:pathLst>
                    <a:path w="8704" h="274" extrusionOk="0">
                      <a:moveTo>
                        <a:pt x="131" y="0"/>
                      </a:moveTo>
                      <a:cubicBezTo>
                        <a:pt x="60" y="0"/>
                        <a:pt x="0" y="60"/>
                        <a:pt x="0" y="131"/>
                      </a:cubicBezTo>
                      <a:cubicBezTo>
                        <a:pt x="0" y="214"/>
                        <a:pt x="60" y="274"/>
                        <a:pt x="131" y="274"/>
                      </a:cubicBezTo>
                      <a:lnTo>
                        <a:pt x="8573" y="274"/>
                      </a:lnTo>
                      <a:cubicBezTo>
                        <a:pt x="8644" y="274"/>
                        <a:pt x="8704" y="214"/>
                        <a:pt x="8704" y="131"/>
                      </a:cubicBezTo>
                      <a:cubicBezTo>
                        <a:pt x="8704" y="60"/>
                        <a:pt x="8644" y="0"/>
                        <a:pt x="85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a:off x="2456476" y="1705531"/>
                  <a:ext cx="269628" cy="8147"/>
                </a:xfrm>
                <a:custGeom>
                  <a:avLst/>
                  <a:gdLst/>
                  <a:ahLst/>
                  <a:cxnLst/>
                  <a:rect l="l" t="t" r="r" b="b"/>
                  <a:pathLst>
                    <a:path w="8704" h="263" extrusionOk="0">
                      <a:moveTo>
                        <a:pt x="131" y="0"/>
                      </a:moveTo>
                      <a:cubicBezTo>
                        <a:pt x="60" y="0"/>
                        <a:pt x="0" y="60"/>
                        <a:pt x="0" y="131"/>
                      </a:cubicBezTo>
                      <a:cubicBezTo>
                        <a:pt x="0" y="203"/>
                        <a:pt x="60" y="262"/>
                        <a:pt x="131" y="262"/>
                      </a:cubicBezTo>
                      <a:lnTo>
                        <a:pt x="8573" y="262"/>
                      </a:lnTo>
                      <a:cubicBezTo>
                        <a:pt x="8644" y="262"/>
                        <a:pt x="8704" y="203"/>
                        <a:pt x="8704" y="131"/>
                      </a:cubicBezTo>
                      <a:cubicBezTo>
                        <a:pt x="8704" y="60"/>
                        <a:pt x="8644" y="0"/>
                        <a:pt x="85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a:off x="2456476" y="1743138"/>
                  <a:ext cx="269628" cy="8519"/>
                </a:xfrm>
                <a:custGeom>
                  <a:avLst/>
                  <a:gdLst/>
                  <a:ahLst/>
                  <a:cxnLst/>
                  <a:rect l="l" t="t" r="r" b="b"/>
                  <a:pathLst>
                    <a:path w="8704" h="275" extrusionOk="0">
                      <a:moveTo>
                        <a:pt x="131" y="1"/>
                      </a:moveTo>
                      <a:cubicBezTo>
                        <a:pt x="60" y="1"/>
                        <a:pt x="0" y="60"/>
                        <a:pt x="0" y="132"/>
                      </a:cubicBezTo>
                      <a:cubicBezTo>
                        <a:pt x="0" y="215"/>
                        <a:pt x="60" y="275"/>
                        <a:pt x="131" y="275"/>
                      </a:cubicBezTo>
                      <a:lnTo>
                        <a:pt x="8573" y="275"/>
                      </a:lnTo>
                      <a:cubicBezTo>
                        <a:pt x="8644" y="275"/>
                        <a:pt x="8704" y="215"/>
                        <a:pt x="8704" y="132"/>
                      </a:cubicBezTo>
                      <a:cubicBezTo>
                        <a:pt x="8704" y="60"/>
                        <a:pt x="8644" y="1"/>
                        <a:pt x="8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a:off x="2460534" y="1783718"/>
                  <a:ext cx="261512" cy="80077"/>
                </a:xfrm>
                <a:custGeom>
                  <a:avLst/>
                  <a:gdLst/>
                  <a:ahLst/>
                  <a:cxnLst/>
                  <a:rect l="l" t="t" r="r" b="b"/>
                  <a:pathLst>
                    <a:path w="8442" h="2585" extrusionOk="0">
                      <a:moveTo>
                        <a:pt x="0" y="1"/>
                      </a:moveTo>
                      <a:lnTo>
                        <a:pt x="0" y="2584"/>
                      </a:lnTo>
                      <a:lnTo>
                        <a:pt x="8442" y="2584"/>
                      </a:lnTo>
                      <a:lnTo>
                        <a:pt x="84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p:nvPr/>
              </p:nvSpPr>
              <p:spPr>
                <a:xfrm>
                  <a:off x="2730131" y="1421158"/>
                  <a:ext cx="229079" cy="195530"/>
                </a:xfrm>
                <a:custGeom>
                  <a:avLst/>
                  <a:gdLst/>
                  <a:ahLst/>
                  <a:cxnLst/>
                  <a:rect l="l" t="t" r="r" b="b"/>
                  <a:pathLst>
                    <a:path w="7395" h="6312" extrusionOk="0">
                      <a:moveTo>
                        <a:pt x="1" y="1"/>
                      </a:moveTo>
                      <a:lnTo>
                        <a:pt x="1" y="6311"/>
                      </a:lnTo>
                      <a:lnTo>
                        <a:pt x="7394" y="6311"/>
                      </a:lnTo>
                      <a:lnTo>
                        <a:pt x="739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p:nvPr/>
              </p:nvSpPr>
              <p:spPr>
                <a:xfrm>
                  <a:off x="2730131" y="1511147"/>
                  <a:ext cx="176324" cy="105169"/>
                </a:xfrm>
                <a:custGeom>
                  <a:avLst/>
                  <a:gdLst/>
                  <a:ahLst/>
                  <a:cxnLst/>
                  <a:rect l="l" t="t" r="r" b="b"/>
                  <a:pathLst>
                    <a:path w="5692" h="3395" extrusionOk="0">
                      <a:moveTo>
                        <a:pt x="2737" y="1"/>
                      </a:moveTo>
                      <a:cubicBezTo>
                        <a:pt x="2734" y="1"/>
                        <a:pt x="2730" y="1"/>
                        <a:pt x="2727" y="1"/>
                      </a:cubicBezTo>
                      <a:cubicBezTo>
                        <a:pt x="1763" y="37"/>
                        <a:pt x="1" y="3394"/>
                        <a:pt x="1" y="3394"/>
                      </a:cubicBezTo>
                      <a:lnTo>
                        <a:pt x="5692" y="3394"/>
                      </a:lnTo>
                      <a:cubicBezTo>
                        <a:pt x="5692" y="3394"/>
                        <a:pt x="3705" y="1"/>
                        <a:pt x="27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5"/>
                <p:cNvSpPr/>
                <p:nvPr/>
              </p:nvSpPr>
              <p:spPr>
                <a:xfrm>
                  <a:off x="2835981" y="1438505"/>
                  <a:ext cx="52786" cy="52414"/>
                </a:xfrm>
                <a:custGeom>
                  <a:avLst/>
                  <a:gdLst/>
                  <a:ahLst/>
                  <a:cxnLst/>
                  <a:rect l="l" t="t" r="r" b="b"/>
                  <a:pathLst>
                    <a:path w="1704" h="1692" extrusionOk="0">
                      <a:moveTo>
                        <a:pt x="858" y="0"/>
                      </a:moveTo>
                      <a:cubicBezTo>
                        <a:pt x="382" y="0"/>
                        <a:pt x="1" y="381"/>
                        <a:pt x="1" y="846"/>
                      </a:cubicBezTo>
                      <a:cubicBezTo>
                        <a:pt x="1" y="1310"/>
                        <a:pt x="382" y="1691"/>
                        <a:pt x="858" y="1691"/>
                      </a:cubicBezTo>
                      <a:cubicBezTo>
                        <a:pt x="1322" y="1691"/>
                        <a:pt x="1703" y="1310"/>
                        <a:pt x="1703" y="846"/>
                      </a:cubicBezTo>
                      <a:cubicBezTo>
                        <a:pt x="1703" y="381"/>
                        <a:pt x="1322" y="0"/>
                        <a:pt x="8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5"/>
                <p:cNvSpPr/>
                <p:nvPr/>
              </p:nvSpPr>
              <p:spPr>
                <a:xfrm>
                  <a:off x="2222255" y="1422304"/>
                  <a:ext cx="108824" cy="115174"/>
                </a:xfrm>
                <a:custGeom>
                  <a:avLst/>
                  <a:gdLst/>
                  <a:ahLst/>
                  <a:cxnLst/>
                  <a:rect l="l" t="t" r="r" b="b"/>
                  <a:pathLst>
                    <a:path w="3513" h="3718" extrusionOk="0">
                      <a:moveTo>
                        <a:pt x="2002" y="2078"/>
                      </a:moveTo>
                      <a:cubicBezTo>
                        <a:pt x="2007" y="2078"/>
                        <a:pt x="2012" y="2078"/>
                        <a:pt x="2016" y="2078"/>
                      </a:cubicBezTo>
                      <a:lnTo>
                        <a:pt x="2016" y="2078"/>
                      </a:lnTo>
                      <a:cubicBezTo>
                        <a:pt x="1973" y="2130"/>
                        <a:pt x="1924" y="2173"/>
                        <a:pt x="1870" y="2202"/>
                      </a:cubicBezTo>
                      <a:cubicBezTo>
                        <a:pt x="1835" y="2223"/>
                        <a:pt x="1797" y="2236"/>
                        <a:pt x="1761" y="2236"/>
                      </a:cubicBezTo>
                      <a:cubicBezTo>
                        <a:pt x="1735" y="2236"/>
                        <a:pt x="1711" y="2229"/>
                        <a:pt x="1691" y="2214"/>
                      </a:cubicBezTo>
                      <a:cubicBezTo>
                        <a:pt x="1683" y="2205"/>
                        <a:pt x="1674" y="2177"/>
                        <a:pt x="1660" y="2177"/>
                      </a:cubicBezTo>
                      <a:cubicBezTo>
                        <a:pt x="1655" y="2177"/>
                        <a:pt x="1650" y="2181"/>
                        <a:pt x="1644" y="2190"/>
                      </a:cubicBezTo>
                      <a:cubicBezTo>
                        <a:pt x="1680" y="2100"/>
                        <a:pt x="1867" y="2078"/>
                        <a:pt x="2002" y="2078"/>
                      </a:cubicBezTo>
                      <a:close/>
                      <a:moveTo>
                        <a:pt x="1522" y="0"/>
                      </a:moveTo>
                      <a:cubicBezTo>
                        <a:pt x="1335" y="0"/>
                        <a:pt x="1143" y="26"/>
                        <a:pt x="953" y="59"/>
                      </a:cubicBezTo>
                      <a:cubicBezTo>
                        <a:pt x="477" y="166"/>
                        <a:pt x="13" y="452"/>
                        <a:pt x="1" y="988"/>
                      </a:cubicBezTo>
                      <a:cubicBezTo>
                        <a:pt x="1" y="1175"/>
                        <a:pt x="151" y="1271"/>
                        <a:pt x="303" y="1271"/>
                      </a:cubicBezTo>
                      <a:cubicBezTo>
                        <a:pt x="460" y="1271"/>
                        <a:pt x="620" y="1169"/>
                        <a:pt x="620" y="964"/>
                      </a:cubicBezTo>
                      <a:cubicBezTo>
                        <a:pt x="620" y="773"/>
                        <a:pt x="870" y="702"/>
                        <a:pt x="1036" y="666"/>
                      </a:cubicBezTo>
                      <a:cubicBezTo>
                        <a:pt x="1179" y="631"/>
                        <a:pt x="1338" y="595"/>
                        <a:pt x="1494" y="595"/>
                      </a:cubicBezTo>
                      <a:cubicBezTo>
                        <a:pt x="1599" y="595"/>
                        <a:pt x="1703" y="611"/>
                        <a:pt x="1798" y="654"/>
                      </a:cubicBezTo>
                      <a:cubicBezTo>
                        <a:pt x="2136" y="793"/>
                        <a:pt x="2275" y="1148"/>
                        <a:pt x="2250" y="1483"/>
                      </a:cubicBezTo>
                      <a:lnTo>
                        <a:pt x="2250" y="1483"/>
                      </a:lnTo>
                      <a:cubicBezTo>
                        <a:pt x="2234" y="1480"/>
                        <a:pt x="2219" y="1478"/>
                        <a:pt x="2203" y="1476"/>
                      </a:cubicBezTo>
                      <a:cubicBezTo>
                        <a:pt x="2139" y="1467"/>
                        <a:pt x="2072" y="1462"/>
                        <a:pt x="2004" y="1462"/>
                      </a:cubicBezTo>
                      <a:cubicBezTo>
                        <a:pt x="1705" y="1462"/>
                        <a:pt x="1385" y="1553"/>
                        <a:pt x="1191" y="1785"/>
                      </a:cubicBezTo>
                      <a:cubicBezTo>
                        <a:pt x="917" y="2119"/>
                        <a:pt x="1072" y="2619"/>
                        <a:pt x="1441" y="2797"/>
                      </a:cubicBezTo>
                      <a:cubicBezTo>
                        <a:pt x="1549" y="2847"/>
                        <a:pt x="1658" y="2869"/>
                        <a:pt x="1765" y="2869"/>
                      </a:cubicBezTo>
                      <a:cubicBezTo>
                        <a:pt x="2073" y="2869"/>
                        <a:pt x="2366" y="2685"/>
                        <a:pt x="2560" y="2428"/>
                      </a:cubicBezTo>
                      <a:cubicBezTo>
                        <a:pt x="2570" y="2415"/>
                        <a:pt x="2579" y="2402"/>
                        <a:pt x="2588" y="2389"/>
                      </a:cubicBezTo>
                      <a:lnTo>
                        <a:pt x="2588" y="2389"/>
                      </a:lnTo>
                      <a:cubicBezTo>
                        <a:pt x="2724" y="2647"/>
                        <a:pt x="2610" y="3021"/>
                        <a:pt x="2346" y="3095"/>
                      </a:cubicBezTo>
                      <a:cubicBezTo>
                        <a:pt x="1999" y="3204"/>
                        <a:pt x="2097" y="3718"/>
                        <a:pt x="2414" y="3718"/>
                      </a:cubicBezTo>
                      <a:cubicBezTo>
                        <a:pt x="2445" y="3718"/>
                        <a:pt x="2478" y="3713"/>
                        <a:pt x="2513" y="3702"/>
                      </a:cubicBezTo>
                      <a:cubicBezTo>
                        <a:pt x="3191" y="3488"/>
                        <a:pt x="3513" y="2607"/>
                        <a:pt x="3096" y="2012"/>
                      </a:cubicBezTo>
                      <a:cubicBezTo>
                        <a:pt x="3025" y="1913"/>
                        <a:pt x="2943" y="1827"/>
                        <a:pt x="2852" y="1753"/>
                      </a:cubicBezTo>
                      <a:lnTo>
                        <a:pt x="2852" y="1753"/>
                      </a:lnTo>
                      <a:cubicBezTo>
                        <a:pt x="2957" y="1199"/>
                        <a:pt x="2787" y="603"/>
                        <a:pt x="2322" y="238"/>
                      </a:cubicBezTo>
                      <a:cubicBezTo>
                        <a:pt x="2079" y="59"/>
                        <a:pt x="1805" y="0"/>
                        <a:pt x="1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5"/>
                <p:cNvSpPr/>
                <p:nvPr/>
              </p:nvSpPr>
              <p:spPr>
                <a:xfrm>
                  <a:off x="2481165" y="1318219"/>
                  <a:ext cx="123972" cy="138934"/>
                </a:xfrm>
                <a:custGeom>
                  <a:avLst/>
                  <a:gdLst/>
                  <a:ahLst/>
                  <a:cxnLst/>
                  <a:rect l="l" t="t" r="r" b="b"/>
                  <a:pathLst>
                    <a:path w="4002" h="4485" extrusionOk="0">
                      <a:moveTo>
                        <a:pt x="1769" y="1734"/>
                      </a:moveTo>
                      <a:cubicBezTo>
                        <a:pt x="1793" y="1734"/>
                        <a:pt x="1791" y="1752"/>
                        <a:pt x="1784" y="1752"/>
                      </a:cubicBezTo>
                      <a:cubicBezTo>
                        <a:pt x="1781" y="1752"/>
                        <a:pt x="1778" y="1749"/>
                        <a:pt x="1775" y="1740"/>
                      </a:cubicBezTo>
                      <a:lnTo>
                        <a:pt x="1775" y="1740"/>
                      </a:lnTo>
                      <a:cubicBezTo>
                        <a:pt x="1787" y="1859"/>
                        <a:pt x="1572" y="1943"/>
                        <a:pt x="1501" y="1978"/>
                      </a:cubicBezTo>
                      <a:cubicBezTo>
                        <a:pt x="1446" y="1999"/>
                        <a:pt x="1379" y="2020"/>
                        <a:pt x="1308" y="2034"/>
                      </a:cubicBezTo>
                      <a:lnTo>
                        <a:pt x="1308" y="2034"/>
                      </a:lnTo>
                      <a:cubicBezTo>
                        <a:pt x="1382" y="1915"/>
                        <a:pt x="1487" y="1815"/>
                        <a:pt x="1620" y="1764"/>
                      </a:cubicBezTo>
                      <a:cubicBezTo>
                        <a:pt x="1668" y="1752"/>
                        <a:pt x="1691" y="1752"/>
                        <a:pt x="1739" y="1740"/>
                      </a:cubicBezTo>
                      <a:cubicBezTo>
                        <a:pt x="1752" y="1736"/>
                        <a:pt x="1761" y="1734"/>
                        <a:pt x="1769" y="1734"/>
                      </a:cubicBezTo>
                      <a:close/>
                      <a:moveTo>
                        <a:pt x="2889" y="2931"/>
                      </a:moveTo>
                      <a:cubicBezTo>
                        <a:pt x="2900" y="2931"/>
                        <a:pt x="2923" y="2961"/>
                        <a:pt x="2914" y="2961"/>
                      </a:cubicBezTo>
                      <a:cubicBezTo>
                        <a:pt x="2910" y="2961"/>
                        <a:pt x="2900" y="2956"/>
                        <a:pt x="2882" y="2941"/>
                      </a:cubicBezTo>
                      <a:lnTo>
                        <a:pt x="2882" y="2941"/>
                      </a:lnTo>
                      <a:cubicBezTo>
                        <a:pt x="2882" y="2934"/>
                        <a:pt x="2885" y="2931"/>
                        <a:pt x="2889" y="2931"/>
                      </a:cubicBezTo>
                      <a:close/>
                      <a:moveTo>
                        <a:pt x="1543" y="0"/>
                      </a:moveTo>
                      <a:cubicBezTo>
                        <a:pt x="1059" y="0"/>
                        <a:pt x="607" y="221"/>
                        <a:pt x="346" y="669"/>
                      </a:cubicBezTo>
                      <a:cubicBezTo>
                        <a:pt x="60" y="1133"/>
                        <a:pt x="1" y="1990"/>
                        <a:pt x="406" y="2407"/>
                      </a:cubicBezTo>
                      <a:cubicBezTo>
                        <a:pt x="459" y="2464"/>
                        <a:pt x="518" y="2511"/>
                        <a:pt x="581" y="2550"/>
                      </a:cubicBezTo>
                      <a:lnTo>
                        <a:pt x="581" y="2550"/>
                      </a:lnTo>
                      <a:cubicBezTo>
                        <a:pt x="602" y="2921"/>
                        <a:pt x="770" y="3279"/>
                        <a:pt x="1037" y="3538"/>
                      </a:cubicBezTo>
                      <a:cubicBezTo>
                        <a:pt x="1328" y="3806"/>
                        <a:pt x="1699" y="3944"/>
                        <a:pt x="2075" y="3944"/>
                      </a:cubicBezTo>
                      <a:cubicBezTo>
                        <a:pt x="2195" y="3944"/>
                        <a:pt x="2315" y="3930"/>
                        <a:pt x="2434" y="3901"/>
                      </a:cubicBezTo>
                      <a:lnTo>
                        <a:pt x="2434" y="3901"/>
                      </a:lnTo>
                      <a:cubicBezTo>
                        <a:pt x="2645" y="4239"/>
                        <a:pt x="2993" y="4484"/>
                        <a:pt x="3388" y="4484"/>
                      </a:cubicBezTo>
                      <a:cubicBezTo>
                        <a:pt x="3502" y="4484"/>
                        <a:pt x="3620" y="4464"/>
                        <a:pt x="3739" y="4419"/>
                      </a:cubicBezTo>
                      <a:cubicBezTo>
                        <a:pt x="3894" y="4360"/>
                        <a:pt x="4001" y="4205"/>
                        <a:pt x="3954" y="4026"/>
                      </a:cubicBezTo>
                      <a:cubicBezTo>
                        <a:pt x="3924" y="3908"/>
                        <a:pt x="3796" y="3797"/>
                        <a:pt x="3658" y="3797"/>
                      </a:cubicBezTo>
                      <a:cubicBezTo>
                        <a:pt x="3630" y="3797"/>
                        <a:pt x="3601" y="3802"/>
                        <a:pt x="3573" y="3812"/>
                      </a:cubicBezTo>
                      <a:cubicBezTo>
                        <a:pt x="3520" y="3830"/>
                        <a:pt x="3468" y="3838"/>
                        <a:pt x="3418" y="3838"/>
                      </a:cubicBezTo>
                      <a:cubicBezTo>
                        <a:pt x="3259" y="3838"/>
                        <a:pt x="3118" y="3755"/>
                        <a:pt x="3016" y="3628"/>
                      </a:cubicBezTo>
                      <a:lnTo>
                        <a:pt x="3016" y="3628"/>
                      </a:lnTo>
                      <a:cubicBezTo>
                        <a:pt x="3403" y="3341"/>
                        <a:pt x="3722" y="2866"/>
                        <a:pt x="3299" y="2478"/>
                      </a:cubicBezTo>
                      <a:cubicBezTo>
                        <a:pt x="3190" y="2380"/>
                        <a:pt x="3048" y="2334"/>
                        <a:pt x="2905" y="2334"/>
                      </a:cubicBezTo>
                      <a:cubicBezTo>
                        <a:pt x="2735" y="2334"/>
                        <a:pt x="2564" y="2398"/>
                        <a:pt x="2442" y="2514"/>
                      </a:cubicBezTo>
                      <a:cubicBezTo>
                        <a:pt x="2233" y="2713"/>
                        <a:pt x="2182" y="3003"/>
                        <a:pt x="2219" y="3287"/>
                      </a:cubicBezTo>
                      <a:lnTo>
                        <a:pt x="2219" y="3287"/>
                      </a:lnTo>
                      <a:cubicBezTo>
                        <a:pt x="2218" y="3288"/>
                        <a:pt x="2217" y="3288"/>
                        <a:pt x="2215" y="3288"/>
                      </a:cubicBezTo>
                      <a:cubicBezTo>
                        <a:pt x="2168" y="3294"/>
                        <a:pt x="2121" y="3297"/>
                        <a:pt x="2075" y="3297"/>
                      </a:cubicBezTo>
                      <a:cubicBezTo>
                        <a:pt x="1841" y="3297"/>
                        <a:pt x="1622" y="3221"/>
                        <a:pt x="1453" y="3062"/>
                      </a:cubicBezTo>
                      <a:cubicBezTo>
                        <a:pt x="1349" y="2958"/>
                        <a:pt x="1265" y="2833"/>
                        <a:pt x="1221" y="2693"/>
                      </a:cubicBezTo>
                      <a:lnTo>
                        <a:pt x="1221" y="2693"/>
                      </a:lnTo>
                      <a:cubicBezTo>
                        <a:pt x="1459" y="2680"/>
                        <a:pt x="1701" y="2607"/>
                        <a:pt x="1906" y="2502"/>
                      </a:cubicBezTo>
                      <a:cubicBezTo>
                        <a:pt x="2180" y="2359"/>
                        <a:pt x="2394" y="2109"/>
                        <a:pt x="2406" y="1788"/>
                      </a:cubicBezTo>
                      <a:cubicBezTo>
                        <a:pt x="2406" y="1490"/>
                        <a:pt x="2215" y="1216"/>
                        <a:pt x="1918" y="1157"/>
                      </a:cubicBezTo>
                      <a:cubicBezTo>
                        <a:pt x="1852" y="1142"/>
                        <a:pt x="1788" y="1135"/>
                        <a:pt x="1726" y="1135"/>
                      </a:cubicBezTo>
                      <a:cubicBezTo>
                        <a:pt x="1313" y="1135"/>
                        <a:pt x="959" y="1434"/>
                        <a:pt x="759" y="1795"/>
                      </a:cubicBezTo>
                      <a:lnTo>
                        <a:pt x="759" y="1795"/>
                      </a:lnTo>
                      <a:cubicBezTo>
                        <a:pt x="739" y="1713"/>
                        <a:pt x="739" y="1623"/>
                        <a:pt x="739" y="1538"/>
                      </a:cubicBezTo>
                      <a:cubicBezTo>
                        <a:pt x="739" y="1359"/>
                        <a:pt x="763" y="1157"/>
                        <a:pt x="846" y="990"/>
                      </a:cubicBezTo>
                      <a:cubicBezTo>
                        <a:pt x="966" y="772"/>
                        <a:pt x="1245" y="605"/>
                        <a:pt x="1501" y="605"/>
                      </a:cubicBezTo>
                      <a:cubicBezTo>
                        <a:pt x="1525" y="605"/>
                        <a:pt x="1549" y="606"/>
                        <a:pt x="1572" y="609"/>
                      </a:cubicBezTo>
                      <a:cubicBezTo>
                        <a:pt x="1593" y="612"/>
                        <a:pt x="1614" y="614"/>
                        <a:pt x="1635" y="614"/>
                      </a:cubicBezTo>
                      <a:cubicBezTo>
                        <a:pt x="1781" y="614"/>
                        <a:pt x="1924" y="539"/>
                        <a:pt x="1965" y="383"/>
                      </a:cubicBezTo>
                      <a:cubicBezTo>
                        <a:pt x="2013" y="252"/>
                        <a:pt x="1918" y="38"/>
                        <a:pt x="1751" y="14"/>
                      </a:cubicBezTo>
                      <a:cubicBezTo>
                        <a:pt x="1681" y="5"/>
                        <a:pt x="1612" y="0"/>
                        <a:pt x="15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5"/>
                <p:cNvSpPr/>
                <p:nvPr/>
              </p:nvSpPr>
              <p:spPr>
                <a:xfrm>
                  <a:off x="2625025" y="1349259"/>
                  <a:ext cx="33208" cy="26207"/>
                </a:xfrm>
                <a:custGeom>
                  <a:avLst/>
                  <a:gdLst/>
                  <a:ahLst/>
                  <a:cxnLst/>
                  <a:rect l="l" t="t" r="r" b="b"/>
                  <a:pathLst>
                    <a:path w="1072" h="846" extrusionOk="0">
                      <a:moveTo>
                        <a:pt x="536" y="0"/>
                      </a:moveTo>
                      <a:cubicBezTo>
                        <a:pt x="0" y="12"/>
                        <a:pt x="0" y="845"/>
                        <a:pt x="536" y="845"/>
                      </a:cubicBezTo>
                      <a:cubicBezTo>
                        <a:pt x="1072" y="845"/>
                        <a:pt x="1072"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5"/>
                <p:cNvSpPr/>
                <p:nvPr/>
              </p:nvSpPr>
              <p:spPr>
                <a:xfrm>
                  <a:off x="2813492" y="1501513"/>
                  <a:ext cx="150520" cy="119573"/>
                </a:xfrm>
                <a:custGeom>
                  <a:avLst/>
                  <a:gdLst/>
                  <a:ahLst/>
                  <a:cxnLst/>
                  <a:rect l="l" t="t" r="r" b="b"/>
                  <a:pathLst>
                    <a:path w="4859" h="3860" extrusionOk="0">
                      <a:moveTo>
                        <a:pt x="3012" y="0"/>
                      </a:moveTo>
                      <a:cubicBezTo>
                        <a:pt x="3000" y="0"/>
                        <a:pt x="2988" y="1"/>
                        <a:pt x="2977" y="2"/>
                      </a:cubicBezTo>
                      <a:cubicBezTo>
                        <a:pt x="2477" y="62"/>
                        <a:pt x="596" y="2800"/>
                        <a:pt x="36" y="3634"/>
                      </a:cubicBezTo>
                      <a:cubicBezTo>
                        <a:pt x="12" y="3681"/>
                        <a:pt x="0" y="3741"/>
                        <a:pt x="36" y="3789"/>
                      </a:cubicBezTo>
                      <a:cubicBezTo>
                        <a:pt x="48" y="3824"/>
                        <a:pt x="107" y="3860"/>
                        <a:pt x="155" y="3860"/>
                      </a:cubicBezTo>
                      <a:lnTo>
                        <a:pt x="4703" y="3860"/>
                      </a:lnTo>
                      <a:cubicBezTo>
                        <a:pt x="4787" y="3860"/>
                        <a:pt x="4846" y="3800"/>
                        <a:pt x="4822" y="3693"/>
                      </a:cubicBezTo>
                      <a:cubicBezTo>
                        <a:pt x="4822" y="3622"/>
                        <a:pt x="4763" y="3562"/>
                        <a:pt x="4691" y="3562"/>
                      </a:cubicBezTo>
                      <a:lnTo>
                        <a:pt x="405" y="3562"/>
                      </a:lnTo>
                      <a:cubicBezTo>
                        <a:pt x="1501" y="1955"/>
                        <a:pt x="2739" y="336"/>
                        <a:pt x="3013" y="276"/>
                      </a:cubicBezTo>
                      <a:cubicBezTo>
                        <a:pt x="3018" y="275"/>
                        <a:pt x="3024" y="275"/>
                        <a:pt x="3030" y="275"/>
                      </a:cubicBezTo>
                      <a:cubicBezTo>
                        <a:pt x="3286" y="275"/>
                        <a:pt x="4037" y="1019"/>
                        <a:pt x="4584" y="1729"/>
                      </a:cubicBezTo>
                      <a:cubicBezTo>
                        <a:pt x="4614" y="1766"/>
                        <a:pt x="4662" y="1785"/>
                        <a:pt x="4709" y="1785"/>
                      </a:cubicBezTo>
                      <a:cubicBezTo>
                        <a:pt x="4737" y="1785"/>
                        <a:pt x="4764" y="1778"/>
                        <a:pt x="4787" y="1764"/>
                      </a:cubicBezTo>
                      <a:cubicBezTo>
                        <a:pt x="4846" y="1717"/>
                        <a:pt x="4858" y="1622"/>
                        <a:pt x="4810" y="1562"/>
                      </a:cubicBezTo>
                      <a:cubicBezTo>
                        <a:pt x="4612" y="1306"/>
                        <a:pt x="3559" y="0"/>
                        <a:pt x="3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487" name="Google Shape;487;p25"/>
            <p:cNvCxnSpPr>
              <a:stCxn id="465" idx="3"/>
            </p:cNvCxnSpPr>
            <p:nvPr/>
          </p:nvCxnSpPr>
          <p:spPr>
            <a:xfrm>
              <a:off x="2240700" y="2161050"/>
              <a:ext cx="1988400" cy="944100"/>
            </a:xfrm>
            <a:prstGeom prst="bentConnector3">
              <a:avLst>
                <a:gd name="adj1" fmla="val 48265"/>
              </a:avLst>
            </a:prstGeom>
            <a:noFill/>
            <a:ln w="9525" cap="flat" cmpd="sng">
              <a:solidFill>
                <a:srgbClr val="000000"/>
              </a:solidFill>
              <a:prstDash val="solid"/>
              <a:round/>
              <a:headEnd type="none" w="med" len="med"/>
              <a:tailEnd type="oval" w="med" len="med"/>
            </a:ln>
          </p:spPr>
        </p:cxnSp>
      </p:grpSp>
      <p:grpSp>
        <p:nvGrpSpPr>
          <p:cNvPr id="488" name="Google Shape;488;p25"/>
          <p:cNvGrpSpPr/>
          <p:nvPr/>
        </p:nvGrpSpPr>
        <p:grpSpPr>
          <a:xfrm>
            <a:off x="838200" y="2948947"/>
            <a:ext cx="3429000" cy="1581528"/>
            <a:chOff x="838200" y="2948947"/>
            <a:chExt cx="3429000" cy="1581528"/>
          </a:xfrm>
        </p:grpSpPr>
        <p:grpSp>
          <p:nvGrpSpPr>
            <p:cNvPr id="489" name="Google Shape;489;p25"/>
            <p:cNvGrpSpPr/>
            <p:nvPr/>
          </p:nvGrpSpPr>
          <p:grpSpPr>
            <a:xfrm>
              <a:off x="838200" y="2948947"/>
              <a:ext cx="1402500" cy="1581528"/>
              <a:chOff x="838200" y="2948947"/>
              <a:chExt cx="1402500" cy="1581528"/>
            </a:xfrm>
          </p:grpSpPr>
          <p:sp>
            <p:nvSpPr>
              <p:cNvPr id="490" name="Google Shape;490;p25"/>
              <p:cNvSpPr/>
              <p:nvPr/>
            </p:nvSpPr>
            <p:spPr>
              <a:xfrm>
                <a:off x="838200" y="3515575"/>
                <a:ext cx="1402500" cy="1014900"/>
              </a:xfrm>
              <a:prstGeom prst="roundRect">
                <a:avLst>
                  <a:gd name="adj" fmla="val 16667"/>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 name="Google Shape;491;p25"/>
              <p:cNvGrpSpPr/>
              <p:nvPr/>
            </p:nvGrpSpPr>
            <p:grpSpPr>
              <a:xfrm>
                <a:off x="1048890" y="2948947"/>
                <a:ext cx="981119" cy="672831"/>
                <a:chOff x="2104231" y="2886022"/>
                <a:chExt cx="981119" cy="672831"/>
              </a:xfrm>
            </p:grpSpPr>
            <p:sp>
              <p:nvSpPr>
                <p:cNvPr id="492" name="Google Shape;492;p25"/>
                <p:cNvSpPr/>
                <p:nvPr/>
              </p:nvSpPr>
              <p:spPr>
                <a:xfrm>
                  <a:off x="2141125" y="2886022"/>
                  <a:ext cx="944225" cy="672831"/>
                </a:xfrm>
                <a:custGeom>
                  <a:avLst/>
                  <a:gdLst/>
                  <a:ahLst/>
                  <a:cxnLst/>
                  <a:rect l="l" t="t" r="r" b="b"/>
                  <a:pathLst>
                    <a:path w="30481" h="21720" extrusionOk="0">
                      <a:moveTo>
                        <a:pt x="14556" y="1"/>
                      </a:moveTo>
                      <a:cubicBezTo>
                        <a:pt x="8980" y="1"/>
                        <a:pt x="7897" y="6332"/>
                        <a:pt x="6382" y="7100"/>
                      </a:cubicBezTo>
                      <a:cubicBezTo>
                        <a:pt x="6133" y="7230"/>
                        <a:pt x="5868" y="7278"/>
                        <a:pt x="5595" y="7278"/>
                      </a:cubicBezTo>
                      <a:cubicBezTo>
                        <a:pt x="4790" y="7278"/>
                        <a:pt x="3904" y="6862"/>
                        <a:pt x="3086" y="6862"/>
                      </a:cubicBezTo>
                      <a:cubicBezTo>
                        <a:pt x="2412" y="6862"/>
                        <a:pt x="1784" y="7144"/>
                        <a:pt x="1286" y="8172"/>
                      </a:cubicBezTo>
                      <a:cubicBezTo>
                        <a:pt x="0" y="10887"/>
                        <a:pt x="2774" y="13542"/>
                        <a:pt x="2870" y="16721"/>
                      </a:cubicBezTo>
                      <a:cubicBezTo>
                        <a:pt x="2977" y="19888"/>
                        <a:pt x="7989" y="20364"/>
                        <a:pt x="7989" y="20364"/>
                      </a:cubicBezTo>
                      <a:cubicBezTo>
                        <a:pt x="7989" y="20364"/>
                        <a:pt x="13673" y="21719"/>
                        <a:pt x="18377" y="21719"/>
                      </a:cubicBezTo>
                      <a:cubicBezTo>
                        <a:pt x="19506" y="21719"/>
                        <a:pt x="20579" y="21641"/>
                        <a:pt x="21503" y="21447"/>
                      </a:cubicBezTo>
                      <a:cubicBezTo>
                        <a:pt x="26289" y="20447"/>
                        <a:pt x="30480" y="14411"/>
                        <a:pt x="26765" y="12565"/>
                      </a:cubicBezTo>
                      <a:cubicBezTo>
                        <a:pt x="23075" y="10720"/>
                        <a:pt x="22086" y="8005"/>
                        <a:pt x="22086" y="6088"/>
                      </a:cubicBezTo>
                      <a:cubicBezTo>
                        <a:pt x="22086" y="4171"/>
                        <a:pt x="21348" y="552"/>
                        <a:pt x="15205" y="28"/>
                      </a:cubicBezTo>
                      <a:cubicBezTo>
                        <a:pt x="14982" y="10"/>
                        <a:pt x="14765" y="1"/>
                        <a:pt x="14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5"/>
                <p:cNvSpPr/>
                <p:nvPr/>
              </p:nvSpPr>
              <p:spPr>
                <a:xfrm>
                  <a:off x="2771455" y="3225814"/>
                  <a:ext cx="175952" cy="309124"/>
                </a:xfrm>
                <a:custGeom>
                  <a:avLst/>
                  <a:gdLst/>
                  <a:ahLst/>
                  <a:cxnLst/>
                  <a:rect l="l" t="t" r="r" b="b"/>
                  <a:pathLst>
                    <a:path w="5680" h="9979" extrusionOk="0">
                      <a:moveTo>
                        <a:pt x="3959" y="1"/>
                      </a:moveTo>
                      <a:cubicBezTo>
                        <a:pt x="3323" y="1"/>
                        <a:pt x="2564" y="429"/>
                        <a:pt x="1810" y="1608"/>
                      </a:cubicBezTo>
                      <a:cubicBezTo>
                        <a:pt x="0" y="4418"/>
                        <a:pt x="417" y="9978"/>
                        <a:pt x="417" y="9978"/>
                      </a:cubicBezTo>
                      <a:cubicBezTo>
                        <a:pt x="2298" y="5609"/>
                        <a:pt x="5679" y="2966"/>
                        <a:pt x="5560" y="1608"/>
                      </a:cubicBezTo>
                      <a:cubicBezTo>
                        <a:pt x="5484" y="821"/>
                        <a:pt x="4839" y="1"/>
                        <a:pt x="39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a:off x="2783970" y="3232474"/>
                  <a:ext cx="132832" cy="302464"/>
                </a:xfrm>
                <a:custGeom>
                  <a:avLst/>
                  <a:gdLst/>
                  <a:ahLst/>
                  <a:cxnLst/>
                  <a:rect l="l" t="t" r="r" b="b"/>
                  <a:pathLst>
                    <a:path w="4288" h="9764" fill="none" extrusionOk="0">
                      <a:moveTo>
                        <a:pt x="4287" y="0"/>
                      </a:moveTo>
                      <a:cubicBezTo>
                        <a:pt x="4287" y="0"/>
                        <a:pt x="834" y="3548"/>
                        <a:pt x="1" y="9763"/>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a:off x="2840039" y="3252021"/>
                  <a:ext cx="6288" cy="85591"/>
                </a:xfrm>
                <a:custGeom>
                  <a:avLst/>
                  <a:gdLst/>
                  <a:ahLst/>
                  <a:cxnLst/>
                  <a:rect l="l" t="t" r="r" b="b"/>
                  <a:pathLst>
                    <a:path w="203" h="2763" fill="none" extrusionOk="0">
                      <a:moveTo>
                        <a:pt x="155" y="0"/>
                      </a:moveTo>
                      <a:cubicBezTo>
                        <a:pt x="155" y="0"/>
                        <a:pt x="1" y="1989"/>
                        <a:pt x="203" y="2763"/>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a:off x="2866959" y="3275626"/>
                  <a:ext cx="76762" cy="25092"/>
                </a:xfrm>
                <a:custGeom>
                  <a:avLst/>
                  <a:gdLst/>
                  <a:ahLst/>
                  <a:cxnLst/>
                  <a:rect l="l" t="t" r="r" b="b"/>
                  <a:pathLst>
                    <a:path w="2478" h="810" fill="none" extrusionOk="0">
                      <a:moveTo>
                        <a:pt x="2477" y="0"/>
                      </a:moveTo>
                      <a:cubicBezTo>
                        <a:pt x="2477" y="0"/>
                        <a:pt x="36" y="762"/>
                        <a:pt x="1" y="810"/>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5"/>
                <p:cNvSpPr/>
                <p:nvPr/>
              </p:nvSpPr>
              <p:spPr>
                <a:xfrm>
                  <a:off x="2792458" y="3374475"/>
                  <a:ext cx="14776" cy="58300"/>
                </a:xfrm>
                <a:custGeom>
                  <a:avLst/>
                  <a:gdLst/>
                  <a:ahLst/>
                  <a:cxnLst/>
                  <a:rect l="l" t="t" r="r" b="b"/>
                  <a:pathLst>
                    <a:path w="477" h="1882" fill="none" extrusionOk="0">
                      <a:moveTo>
                        <a:pt x="1" y="0"/>
                      </a:moveTo>
                      <a:lnTo>
                        <a:pt x="477" y="1881"/>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5"/>
                <p:cNvSpPr/>
                <p:nvPr/>
              </p:nvSpPr>
              <p:spPr>
                <a:xfrm>
                  <a:off x="2104231" y="3269027"/>
                  <a:ext cx="277806" cy="268482"/>
                </a:xfrm>
                <a:custGeom>
                  <a:avLst/>
                  <a:gdLst/>
                  <a:ahLst/>
                  <a:cxnLst/>
                  <a:rect l="l" t="t" r="r" b="b"/>
                  <a:pathLst>
                    <a:path w="8968" h="8667" extrusionOk="0">
                      <a:moveTo>
                        <a:pt x="1308" y="0"/>
                      </a:moveTo>
                      <a:cubicBezTo>
                        <a:pt x="941" y="0"/>
                        <a:pt x="647" y="177"/>
                        <a:pt x="417" y="570"/>
                      </a:cubicBezTo>
                      <a:cubicBezTo>
                        <a:pt x="1" y="1273"/>
                        <a:pt x="572" y="2059"/>
                        <a:pt x="1489" y="2511"/>
                      </a:cubicBezTo>
                      <a:cubicBezTo>
                        <a:pt x="2394" y="2952"/>
                        <a:pt x="2691" y="3523"/>
                        <a:pt x="2501" y="4035"/>
                      </a:cubicBezTo>
                      <a:cubicBezTo>
                        <a:pt x="2322" y="4559"/>
                        <a:pt x="2525" y="5262"/>
                        <a:pt x="3537" y="5369"/>
                      </a:cubicBezTo>
                      <a:cubicBezTo>
                        <a:pt x="4549" y="5464"/>
                        <a:pt x="4763" y="5940"/>
                        <a:pt x="4787" y="6952"/>
                      </a:cubicBezTo>
                      <a:cubicBezTo>
                        <a:pt x="4823" y="7964"/>
                        <a:pt x="7001" y="7655"/>
                        <a:pt x="8037" y="8071"/>
                      </a:cubicBezTo>
                      <a:cubicBezTo>
                        <a:pt x="8702" y="8342"/>
                        <a:pt x="8890" y="8512"/>
                        <a:pt x="8940" y="8598"/>
                      </a:cubicBezTo>
                      <a:lnTo>
                        <a:pt x="8940" y="8598"/>
                      </a:lnTo>
                      <a:cubicBezTo>
                        <a:pt x="8891" y="8362"/>
                        <a:pt x="8718" y="7555"/>
                        <a:pt x="8478" y="6774"/>
                      </a:cubicBezTo>
                      <a:cubicBezTo>
                        <a:pt x="8478" y="6774"/>
                        <a:pt x="7537" y="2964"/>
                        <a:pt x="5489" y="1297"/>
                      </a:cubicBezTo>
                      <a:cubicBezTo>
                        <a:pt x="4540" y="529"/>
                        <a:pt x="3988" y="365"/>
                        <a:pt x="3582" y="365"/>
                      </a:cubicBezTo>
                      <a:cubicBezTo>
                        <a:pt x="3280" y="365"/>
                        <a:pt x="3059" y="456"/>
                        <a:pt x="2816" y="456"/>
                      </a:cubicBezTo>
                      <a:cubicBezTo>
                        <a:pt x="2677" y="456"/>
                        <a:pt x="2531" y="426"/>
                        <a:pt x="2358" y="332"/>
                      </a:cubicBezTo>
                      <a:cubicBezTo>
                        <a:pt x="1957" y="118"/>
                        <a:pt x="1608" y="0"/>
                        <a:pt x="1308" y="0"/>
                      </a:cubicBezTo>
                      <a:close/>
                      <a:moveTo>
                        <a:pt x="8940" y="8598"/>
                      </a:moveTo>
                      <a:cubicBezTo>
                        <a:pt x="8949" y="8642"/>
                        <a:pt x="8954" y="8667"/>
                        <a:pt x="8954" y="8667"/>
                      </a:cubicBezTo>
                      <a:cubicBezTo>
                        <a:pt x="8954" y="8667"/>
                        <a:pt x="8967" y="8645"/>
                        <a:pt x="8940" y="859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5"/>
                <p:cNvSpPr/>
                <p:nvPr/>
              </p:nvSpPr>
              <p:spPr>
                <a:xfrm>
                  <a:off x="2116405" y="3286685"/>
                  <a:ext cx="264858" cy="251197"/>
                </a:xfrm>
                <a:custGeom>
                  <a:avLst/>
                  <a:gdLst/>
                  <a:ahLst/>
                  <a:cxnLst/>
                  <a:rect l="l" t="t" r="r" b="b"/>
                  <a:pathLst>
                    <a:path w="8550" h="8109" fill="none" extrusionOk="0">
                      <a:moveTo>
                        <a:pt x="1" y="0"/>
                      </a:moveTo>
                      <a:cubicBezTo>
                        <a:pt x="1" y="0"/>
                        <a:pt x="5025" y="2251"/>
                        <a:pt x="8549" y="8109"/>
                      </a:cubicBezTo>
                    </a:path>
                  </a:pathLst>
                </a:custGeom>
                <a:solidFill>
                  <a:schemeClr val="accent3"/>
                </a:solid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5"/>
                <p:cNvSpPr/>
                <p:nvPr/>
              </p:nvSpPr>
              <p:spPr>
                <a:xfrm>
                  <a:off x="2180962" y="3389220"/>
                  <a:ext cx="81905" cy="4832"/>
                </a:xfrm>
                <a:custGeom>
                  <a:avLst/>
                  <a:gdLst/>
                  <a:ahLst/>
                  <a:cxnLst/>
                  <a:rect l="l" t="t" r="r" b="b"/>
                  <a:pathLst>
                    <a:path w="2644" h="156" fill="none" extrusionOk="0">
                      <a:moveTo>
                        <a:pt x="0" y="155"/>
                      </a:moveTo>
                      <a:cubicBezTo>
                        <a:pt x="0" y="155"/>
                        <a:pt x="1584" y="0"/>
                        <a:pt x="2643" y="48"/>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5"/>
                <p:cNvSpPr/>
                <p:nvPr/>
              </p:nvSpPr>
              <p:spPr>
                <a:xfrm>
                  <a:off x="2218941" y="3280768"/>
                  <a:ext cx="21405" cy="90392"/>
                </a:xfrm>
                <a:custGeom>
                  <a:avLst/>
                  <a:gdLst/>
                  <a:ahLst/>
                  <a:cxnLst/>
                  <a:rect l="l" t="t" r="r" b="b"/>
                  <a:pathLst>
                    <a:path w="691" h="2918" fill="none" extrusionOk="0">
                      <a:moveTo>
                        <a:pt x="0" y="1"/>
                      </a:moveTo>
                      <a:cubicBezTo>
                        <a:pt x="0" y="1"/>
                        <a:pt x="381" y="882"/>
                        <a:pt x="691" y="2918"/>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5"/>
                <p:cNvSpPr/>
                <p:nvPr/>
              </p:nvSpPr>
              <p:spPr>
                <a:xfrm>
                  <a:off x="2252148" y="3460406"/>
                  <a:ext cx="84847" cy="24008"/>
                </a:xfrm>
                <a:custGeom>
                  <a:avLst/>
                  <a:gdLst/>
                  <a:ahLst/>
                  <a:cxnLst/>
                  <a:rect l="l" t="t" r="r" b="b"/>
                  <a:pathLst>
                    <a:path w="2739" h="775" fill="none" extrusionOk="0">
                      <a:moveTo>
                        <a:pt x="0" y="774"/>
                      </a:moveTo>
                      <a:cubicBezTo>
                        <a:pt x="0" y="774"/>
                        <a:pt x="1095" y="0"/>
                        <a:pt x="2738" y="405"/>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5"/>
                <p:cNvSpPr/>
                <p:nvPr/>
              </p:nvSpPr>
              <p:spPr>
                <a:xfrm>
                  <a:off x="2453131" y="2951725"/>
                  <a:ext cx="273748" cy="239456"/>
                </a:xfrm>
                <a:custGeom>
                  <a:avLst/>
                  <a:gdLst/>
                  <a:ahLst/>
                  <a:cxnLst/>
                  <a:rect l="l" t="t" r="r" b="b"/>
                  <a:pathLst>
                    <a:path w="8837" h="7730" extrusionOk="0">
                      <a:moveTo>
                        <a:pt x="4757" y="0"/>
                      </a:moveTo>
                      <a:cubicBezTo>
                        <a:pt x="3811" y="0"/>
                        <a:pt x="2855" y="354"/>
                        <a:pt x="2108" y="1134"/>
                      </a:cubicBezTo>
                      <a:cubicBezTo>
                        <a:pt x="1" y="3360"/>
                        <a:pt x="2108" y="5539"/>
                        <a:pt x="2108" y="5539"/>
                      </a:cubicBezTo>
                      <a:lnTo>
                        <a:pt x="60" y="7730"/>
                      </a:lnTo>
                      <a:lnTo>
                        <a:pt x="3013" y="6003"/>
                      </a:lnTo>
                      <a:cubicBezTo>
                        <a:pt x="3573" y="6391"/>
                        <a:pt x="4272" y="6573"/>
                        <a:pt x="4983" y="6573"/>
                      </a:cubicBezTo>
                      <a:cubicBezTo>
                        <a:pt x="6869" y="6573"/>
                        <a:pt x="8836" y="5285"/>
                        <a:pt x="8490" y="3122"/>
                      </a:cubicBezTo>
                      <a:cubicBezTo>
                        <a:pt x="8197" y="1194"/>
                        <a:pt x="6495" y="0"/>
                        <a:pt x="47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5"/>
                <p:cNvSpPr/>
                <p:nvPr/>
              </p:nvSpPr>
              <p:spPr>
                <a:xfrm>
                  <a:off x="2420697" y="3227518"/>
                  <a:ext cx="11090" cy="9789"/>
                </a:xfrm>
                <a:custGeom>
                  <a:avLst/>
                  <a:gdLst/>
                  <a:ahLst/>
                  <a:cxnLst/>
                  <a:rect l="l" t="t" r="r" b="b"/>
                  <a:pathLst>
                    <a:path w="358" h="316" extrusionOk="0">
                      <a:moveTo>
                        <a:pt x="25" y="1"/>
                      </a:moveTo>
                      <a:cubicBezTo>
                        <a:pt x="14" y="1"/>
                        <a:pt x="0" y="14"/>
                        <a:pt x="0" y="41"/>
                      </a:cubicBezTo>
                      <a:lnTo>
                        <a:pt x="0" y="291"/>
                      </a:lnTo>
                      <a:cubicBezTo>
                        <a:pt x="0" y="303"/>
                        <a:pt x="24" y="315"/>
                        <a:pt x="36" y="315"/>
                      </a:cubicBezTo>
                      <a:lnTo>
                        <a:pt x="334" y="315"/>
                      </a:lnTo>
                      <a:cubicBezTo>
                        <a:pt x="345" y="315"/>
                        <a:pt x="357" y="303"/>
                        <a:pt x="357" y="291"/>
                      </a:cubicBezTo>
                      <a:lnTo>
                        <a:pt x="357" y="41"/>
                      </a:lnTo>
                      <a:cubicBezTo>
                        <a:pt x="357" y="17"/>
                        <a:pt x="345" y="5"/>
                        <a:pt x="334" y="5"/>
                      </a:cubicBezTo>
                      <a:lnTo>
                        <a:pt x="36" y="5"/>
                      </a:lnTo>
                      <a:cubicBezTo>
                        <a:pt x="33" y="2"/>
                        <a:pt x="29" y="1"/>
                        <a:pt x="2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5"/>
                <p:cNvSpPr/>
                <p:nvPr/>
              </p:nvSpPr>
              <p:spPr>
                <a:xfrm>
                  <a:off x="2422525" y="3220672"/>
                  <a:ext cx="8147" cy="6660"/>
                </a:xfrm>
                <a:custGeom>
                  <a:avLst/>
                  <a:gdLst/>
                  <a:ahLst/>
                  <a:cxnLst/>
                  <a:rect l="l" t="t" r="r" b="b"/>
                  <a:pathLst>
                    <a:path w="263" h="215" extrusionOk="0">
                      <a:moveTo>
                        <a:pt x="120" y="0"/>
                      </a:moveTo>
                      <a:cubicBezTo>
                        <a:pt x="25" y="24"/>
                        <a:pt x="1" y="155"/>
                        <a:pt x="1" y="215"/>
                      </a:cubicBezTo>
                      <a:lnTo>
                        <a:pt x="60" y="215"/>
                      </a:lnTo>
                      <a:cubicBezTo>
                        <a:pt x="60" y="167"/>
                        <a:pt x="84" y="60"/>
                        <a:pt x="144" y="60"/>
                      </a:cubicBezTo>
                      <a:cubicBezTo>
                        <a:pt x="155" y="60"/>
                        <a:pt x="167" y="60"/>
                        <a:pt x="167" y="84"/>
                      </a:cubicBezTo>
                      <a:cubicBezTo>
                        <a:pt x="203" y="107"/>
                        <a:pt x="215" y="167"/>
                        <a:pt x="215" y="215"/>
                      </a:cubicBezTo>
                      <a:lnTo>
                        <a:pt x="263" y="215"/>
                      </a:lnTo>
                      <a:cubicBezTo>
                        <a:pt x="263" y="167"/>
                        <a:pt x="239" y="84"/>
                        <a:pt x="203" y="36"/>
                      </a:cubicBezTo>
                      <a:cubicBezTo>
                        <a:pt x="179" y="24"/>
                        <a:pt x="155" y="0"/>
                        <a:pt x="12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5"/>
                <p:cNvSpPr/>
                <p:nvPr/>
              </p:nvSpPr>
              <p:spPr>
                <a:xfrm>
                  <a:off x="2567097" y="3043635"/>
                  <a:ext cx="69018" cy="62358"/>
                </a:xfrm>
                <a:custGeom>
                  <a:avLst/>
                  <a:gdLst/>
                  <a:ahLst/>
                  <a:cxnLst/>
                  <a:rect l="l" t="t" r="r" b="b"/>
                  <a:pathLst>
                    <a:path w="2228" h="2013" extrusionOk="0">
                      <a:moveTo>
                        <a:pt x="215" y="0"/>
                      </a:moveTo>
                      <a:cubicBezTo>
                        <a:pt x="96" y="0"/>
                        <a:pt x="1" y="107"/>
                        <a:pt x="1" y="226"/>
                      </a:cubicBezTo>
                      <a:lnTo>
                        <a:pt x="1" y="1786"/>
                      </a:lnTo>
                      <a:cubicBezTo>
                        <a:pt x="1" y="1905"/>
                        <a:pt x="96" y="2012"/>
                        <a:pt x="215" y="2012"/>
                      </a:cubicBezTo>
                      <a:lnTo>
                        <a:pt x="2001" y="2012"/>
                      </a:lnTo>
                      <a:cubicBezTo>
                        <a:pt x="2120" y="2012"/>
                        <a:pt x="2227" y="1905"/>
                        <a:pt x="2227" y="1786"/>
                      </a:cubicBezTo>
                      <a:lnTo>
                        <a:pt x="2227" y="226"/>
                      </a:lnTo>
                      <a:cubicBezTo>
                        <a:pt x="2227" y="107"/>
                        <a:pt x="2120" y="0"/>
                        <a:pt x="20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5"/>
                <p:cNvSpPr/>
                <p:nvPr/>
              </p:nvSpPr>
              <p:spPr>
                <a:xfrm>
                  <a:off x="2577443" y="3005099"/>
                  <a:ext cx="48697" cy="38567"/>
                </a:xfrm>
                <a:custGeom>
                  <a:avLst/>
                  <a:gdLst/>
                  <a:ahLst/>
                  <a:cxnLst/>
                  <a:rect l="l" t="t" r="r" b="b"/>
                  <a:pathLst>
                    <a:path w="1572" h="1245" extrusionOk="0">
                      <a:moveTo>
                        <a:pt x="839" y="0"/>
                      </a:moveTo>
                      <a:cubicBezTo>
                        <a:pt x="810" y="0"/>
                        <a:pt x="780" y="2"/>
                        <a:pt x="750" y="6"/>
                      </a:cubicBezTo>
                      <a:cubicBezTo>
                        <a:pt x="107" y="101"/>
                        <a:pt x="24" y="875"/>
                        <a:pt x="0" y="1244"/>
                      </a:cubicBezTo>
                      <a:lnTo>
                        <a:pt x="334" y="1244"/>
                      </a:lnTo>
                      <a:cubicBezTo>
                        <a:pt x="346" y="947"/>
                        <a:pt x="405" y="375"/>
                        <a:pt x="798" y="327"/>
                      </a:cubicBezTo>
                      <a:cubicBezTo>
                        <a:pt x="816" y="322"/>
                        <a:pt x="833" y="320"/>
                        <a:pt x="850" y="320"/>
                      </a:cubicBezTo>
                      <a:cubicBezTo>
                        <a:pt x="907" y="320"/>
                        <a:pt x="954" y="350"/>
                        <a:pt x="1000" y="387"/>
                      </a:cubicBezTo>
                      <a:cubicBezTo>
                        <a:pt x="1179" y="542"/>
                        <a:pt x="1239" y="982"/>
                        <a:pt x="1250" y="1244"/>
                      </a:cubicBezTo>
                      <a:lnTo>
                        <a:pt x="1572" y="1244"/>
                      </a:lnTo>
                      <a:cubicBezTo>
                        <a:pt x="1548" y="947"/>
                        <a:pt x="1489" y="411"/>
                        <a:pt x="1215" y="149"/>
                      </a:cubicBezTo>
                      <a:cubicBezTo>
                        <a:pt x="1116" y="50"/>
                        <a:pt x="983" y="0"/>
                        <a:pt x="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5"/>
                <p:cNvSpPr/>
                <p:nvPr/>
              </p:nvSpPr>
              <p:spPr>
                <a:xfrm>
                  <a:off x="2339164" y="3211812"/>
                  <a:ext cx="468813" cy="338615"/>
                </a:xfrm>
                <a:custGeom>
                  <a:avLst/>
                  <a:gdLst/>
                  <a:ahLst/>
                  <a:cxnLst/>
                  <a:rect l="l" t="t" r="r" b="b"/>
                  <a:pathLst>
                    <a:path w="15134" h="10931" extrusionOk="0">
                      <a:moveTo>
                        <a:pt x="1" y="0"/>
                      </a:moveTo>
                      <a:lnTo>
                        <a:pt x="1" y="10930"/>
                      </a:lnTo>
                      <a:lnTo>
                        <a:pt x="15134" y="10930"/>
                      </a:lnTo>
                      <a:lnTo>
                        <a:pt x="151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5"/>
                <p:cNvSpPr/>
                <p:nvPr/>
              </p:nvSpPr>
              <p:spPr>
                <a:xfrm>
                  <a:off x="2339164" y="3211812"/>
                  <a:ext cx="468813" cy="34323"/>
                </a:xfrm>
                <a:custGeom>
                  <a:avLst/>
                  <a:gdLst/>
                  <a:ahLst/>
                  <a:cxnLst/>
                  <a:rect l="l" t="t" r="r" b="b"/>
                  <a:pathLst>
                    <a:path w="15134" h="1108" extrusionOk="0">
                      <a:moveTo>
                        <a:pt x="1" y="0"/>
                      </a:moveTo>
                      <a:lnTo>
                        <a:pt x="1" y="1108"/>
                      </a:lnTo>
                      <a:lnTo>
                        <a:pt x="15134" y="1108"/>
                      </a:lnTo>
                      <a:lnTo>
                        <a:pt x="151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5"/>
                <p:cNvSpPr/>
                <p:nvPr/>
              </p:nvSpPr>
              <p:spPr>
                <a:xfrm>
                  <a:off x="2350595" y="3221756"/>
                  <a:ext cx="18494" cy="15179"/>
                </a:xfrm>
                <a:custGeom>
                  <a:avLst/>
                  <a:gdLst/>
                  <a:ahLst/>
                  <a:cxnLst/>
                  <a:rect l="l" t="t" r="r" b="b"/>
                  <a:pathLst>
                    <a:path w="597" h="490" extrusionOk="0">
                      <a:moveTo>
                        <a:pt x="299" y="1"/>
                      </a:moveTo>
                      <a:cubicBezTo>
                        <a:pt x="1" y="13"/>
                        <a:pt x="1" y="489"/>
                        <a:pt x="299" y="489"/>
                      </a:cubicBezTo>
                      <a:cubicBezTo>
                        <a:pt x="596" y="489"/>
                        <a:pt x="596" y="1"/>
                        <a:pt x="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5"/>
                <p:cNvSpPr/>
                <p:nvPr/>
              </p:nvSpPr>
              <p:spPr>
                <a:xfrm>
                  <a:off x="2372000" y="3221756"/>
                  <a:ext cx="18463" cy="15179"/>
                </a:xfrm>
                <a:custGeom>
                  <a:avLst/>
                  <a:gdLst/>
                  <a:ahLst/>
                  <a:cxnLst/>
                  <a:rect l="l" t="t" r="r" b="b"/>
                  <a:pathLst>
                    <a:path w="596" h="490" extrusionOk="0">
                      <a:moveTo>
                        <a:pt x="298" y="1"/>
                      </a:moveTo>
                      <a:cubicBezTo>
                        <a:pt x="1" y="13"/>
                        <a:pt x="1" y="489"/>
                        <a:pt x="298" y="489"/>
                      </a:cubicBezTo>
                      <a:cubicBezTo>
                        <a:pt x="596" y="489"/>
                        <a:pt x="596" y="1"/>
                        <a:pt x="2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5"/>
                <p:cNvSpPr/>
                <p:nvPr/>
              </p:nvSpPr>
              <p:spPr>
                <a:xfrm>
                  <a:off x="2393778" y="3221756"/>
                  <a:ext cx="18463" cy="15179"/>
                </a:xfrm>
                <a:custGeom>
                  <a:avLst/>
                  <a:gdLst/>
                  <a:ahLst/>
                  <a:cxnLst/>
                  <a:rect l="l" t="t" r="r" b="b"/>
                  <a:pathLst>
                    <a:path w="596" h="490" extrusionOk="0">
                      <a:moveTo>
                        <a:pt x="298" y="1"/>
                      </a:moveTo>
                      <a:cubicBezTo>
                        <a:pt x="0" y="13"/>
                        <a:pt x="0" y="489"/>
                        <a:pt x="298" y="489"/>
                      </a:cubicBezTo>
                      <a:cubicBezTo>
                        <a:pt x="595" y="489"/>
                        <a:pt x="595" y="1"/>
                        <a:pt x="2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5"/>
                <p:cNvSpPr/>
                <p:nvPr/>
              </p:nvSpPr>
              <p:spPr>
                <a:xfrm>
                  <a:off x="2307815" y="3048065"/>
                  <a:ext cx="97053" cy="129858"/>
                </a:xfrm>
                <a:custGeom>
                  <a:avLst/>
                  <a:gdLst/>
                  <a:ahLst/>
                  <a:cxnLst/>
                  <a:rect l="l" t="t" r="r" b="b"/>
                  <a:pathLst>
                    <a:path w="3133" h="4192" extrusionOk="0">
                      <a:moveTo>
                        <a:pt x="525" y="0"/>
                      </a:moveTo>
                      <a:lnTo>
                        <a:pt x="1" y="417"/>
                      </a:lnTo>
                      <a:lnTo>
                        <a:pt x="1465" y="2774"/>
                      </a:lnTo>
                      <a:lnTo>
                        <a:pt x="525" y="3536"/>
                      </a:lnTo>
                      <a:lnTo>
                        <a:pt x="2846" y="4191"/>
                      </a:lnTo>
                      <a:lnTo>
                        <a:pt x="3132" y="1691"/>
                      </a:lnTo>
                      <a:lnTo>
                        <a:pt x="2144" y="2417"/>
                      </a:lnTo>
                      <a:lnTo>
                        <a:pt x="5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5"/>
                <p:cNvSpPr/>
                <p:nvPr/>
              </p:nvSpPr>
              <p:spPr>
                <a:xfrm>
                  <a:off x="2381603" y="3280768"/>
                  <a:ext cx="384710" cy="227623"/>
                </a:xfrm>
                <a:custGeom>
                  <a:avLst/>
                  <a:gdLst/>
                  <a:ahLst/>
                  <a:cxnLst/>
                  <a:rect l="l" t="t" r="r" b="b"/>
                  <a:pathLst>
                    <a:path w="12419" h="7348" extrusionOk="0">
                      <a:moveTo>
                        <a:pt x="0" y="1"/>
                      </a:moveTo>
                      <a:lnTo>
                        <a:pt x="0" y="7347"/>
                      </a:lnTo>
                      <a:lnTo>
                        <a:pt x="12418" y="7347"/>
                      </a:lnTo>
                      <a:lnTo>
                        <a:pt x="124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515" name="Google Shape;515;p25"/>
            <p:cNvCxnSpPr>
              <a:stCxn id="490" idx="3"/>
            </p:cNvCxnSpPr>
            <p:nvPr/>
          </p:nvCxnSpPr>
          <p:spPr>
            <a:xfrm rot="10800000" flipH="1">
              <a:off x="2240700" y="3619525"/>
              <a:ext cx="2026500" cy="403500"/>
            </a:xfrm>
            <a:prstGeom prst="bentConnector3">
              <a:avLst>
                <a:gd name="adj1" fmla="val 47358"/>
              </a:avLst>
            </a:prstGeom>
            <a:noFill/>
            <a:ln w="9525" cap="flat" cmpd="sng">
              <a:solidFill>
                <a:srgbClr val="000000"/>
              </a:solidFill>
              <a:prstDash val="solid"/>
              <a:round/>
              <a:headEnd type="none" w="med" len="med"/>
              <a:tailEnd type="oval" w="med" len="med"/>
            </a:ln>
          </p:spPr>
        </p:cxnSp>
      </p:grpSp>
      <p:grpSp>
        <p:nvGrpSpPr>
          <p:cNvPr id="516" name="Google Shape;516;p25"/>
          <p:cNvGrpSpPr/>
          <p:nvPr/>
        </p:nvGrpSpPr>
        <p:grpSpPr>
          <a:xfrm>
            <a:off x="4952925" y="1118377"/>
            <a:ext cx="3352800" cy="1550123"/>
            <a:chOff x="4952925" y="1118377"/>
            <a:chExt cx="3352800" cy="1550123"/>
          </a:xfrm>
        </p:grpSpPr>
        <p:grpSp>
          <p:nvGrpSpPr>
            <p:cNvPr id="517" name="Google Shape;517;p25"/>
            <p:cNvGrpSpPr/>
            <p:nvPr/>
          </p:nvGrpSpPr>
          <p:grpSpPr>
            <a:xfrm>
              <a:off x="6903225" y="1118377"/>
              <a:ext cx="1402500" cy="1550123"/>
              <a:chOff x="6903225" y="1118377"/>
              <a:chExt cx="1402500" cy="1550123"/>
            </a:xfrm>
          </p:grpSpPr>
          <p:sp>
            <p:nvSpPr>
              <p:cNvPr id="518" name="Google Shape;518;p25"/>
              <p:cNvSpPr/>
              <p:nvPr/>
            </p:nvSpPr>
            <p:spPr>
              <a:xfrm>
                <a:off x="6903225" y="1653600"/>
                <a:ext cx="1402500" cy="1014900"/>
              </a:xfrm>
              <a:prstGeom prst="roundRect">
                <a:avLst>
                  <a:gd name="adj" fmla="val 16667"/>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9" name="Google Shape;519;p25"/>
              <p:cNvGrpSpPr/>
              <p:nvPr/>
            </p:nvGrpSpPr>
            <p:grpSpPr>
              <a:xfrm>
                <a:off x="7164083" y="1118377"/>
                <a:ext cx="880783" cy="592352"/>
                <a:chOff x="6072077" y="1340399"/>
                <a:chExt cx="880783" cy="592352"/>
              </a:xfrm>
            </p:grpSpPr>
            <p:sp>
              <p:nvSpPr>
                <p:cNvPr id="520" name="Google Shape;520;p25"/>
                <p:cNvSpPr/>
                <p:nvPr/>
              </p:nvSpPr>
              <p:spPr>
                <a:xfrm>
                  <a:off x="6089393" y="1360999"/>
                  <a:ext cx="863467" cy="551771"/>
                </a:xfrm>
                <a:custGeom>
                  <a:avLst/>
                  <a:gdLst/>
                  <a:ahLst/>
                  <a:cxnLst/>
                  <a:rect l="l" t="t" r="r" b="b"/>
                  <a:pathLst>
                    <a:path w="27874" h="17812" extrusionOk="0">
                      <a:moveTo>
                        <a:pt x="11996" y="1"/>
                      </a:moveTo>
                      <a:cubicBezTo>
                        <a:pt x="11959" y="1"/>
                        <a:pt x="11921" y="1"/>
                        <a:pt x="11883" y="2"/>
                      </a:cubicBezTo>
                      <a:cubicBezTo>
                        <a:pt x="8192" y="62"/>
                        <a:pt x="6847" y="5110"/>
                        <a:pt x="3418" y="7324"/>
                      </a:cubicBezTo>
                      <a:cubicBezTo>
                        <a:pt x="1" y="9539"/>
                        <a:pt x="1810" y="14242"/>
                        <a:pt x="4561" y="15123"/>
                      </a:cubicBezTo>
                      <a:cubicBezTo>
                        <a:pt x="7323" y="16004"/>
                        <a:pt x="10085" y="17290"/>
                        <a:pt x="10085" y="17290"/>
                      </a:cubicBezTo>
                      <a:cubicBezTo>
                        <a:pt x="12150" y="17657"/>
                        <a:pt x="13775" y="17811"/>
                        <a:pt x="15080" y="17811"/>
                      </a:cubicBezTo>
                      <a:cubicBezTo>
                        <a:pt x="20330" y="17811"/>
                        <a:pt x="20398" y="15317"/>
                        <a:pt x="23039" y="14182"/>
                      </a:cubicBezTo>
                      <a:cubicBezTo>
                        <a:pt x="26337" y="12801"/>
                        <a:pt x="27873" y="9134"/>
                        <a:pt x="26135" y="5908"/>
                      </a:cubicBezTo>
                      <a:cubicBezTo>
                        <a:pt x="24921" y="3686"/>
                        <a:pt x="22895" y="3383"/>
                        <a:pt x="20914" y="3383"/>
                      </a:cubicBezTo>
                      <a:cubicBezTo>
                        <a:pt x="20174" y="3383"/>
                        <a:pt x="19441" y="3426"/>
                        <a:pt x="18759" y="3426"/>
                      </a:cubicBezTo>
                      <a:cubicBezTo>
                        <a:pt x="18616" y="3426"/>
                        <a:pt x="18475" y="3424"/>
                        <a:pt x="18336" y="3419"/>
                      </a:cubicBezTo>
                      <a:cubicBezTo>
                        <a:pt x="15815" y="3360"/>
                        <a:pt x="15579" y="1"/>
                        <a:pt x="119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5"/>
                <p:cNvSpPr/>
                <p:nvPr/>
              </p:nvSpPr>
              <p:spPr>
                <a:xfrm>
                  <a:off x="6072077" y="1388507"/>
                  <a:ext cx="405495" cy="513266"/>
                </a:xfrm>
                <a:custGeom>
                  <a:avLst/>
                  <a:gdLst/>
                  <a:ahLst/>
                  <a:cxnLst/>
                  <a:rect l="l" t="t" r="r" b="b"/>
                  <a:pathLst>
                    <a:path w="13090" h="16569" extrusionOk="0">
                      <a:moveTo>
                        <a:pt x="4972" y="0"/>
                      </a:moveTo>
                      <a:cubicBezTo>
                        <a:pt x="4644" y="0"/>
                        <a:pt x="4326" y="32"/>
                        <a:pt x="4024" y="90"/>
                      </a:cubicBezTo>
                      <a:cubicBezTo>
                        <a:pt x="536" y="769"/>
                        <a:pt x="0" y="7472"/>
                        <a:pt x="4370" y="10175"/>
                      </a:cubicBezTo>
                      <a:cubicBezTo>
                        <a:pt x="8739" y="12854"/>
                        <a:pt x="11240" y="16569"/>
                        <a:pt x="11240" y="16569"/>
                      </a:cubicBezTo>
                      <a:cubicBezTo>
                        <a:pt x="13089" y="3566"/>
                        <a:pt x="8456" y="0"/>
                        <a:pt x="49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5"/>
                <p:cNvSpPr/>
                <p:nvPr/>
              </p:nvSpPr>
              <p:spPr>
                <a:xfrm>
                  <a:off x="6150636" y="1406350"/>
                  <a:ext cx="275173" cy="500225"/>
                </a:xfrm>
                <a:custGeom>
                  <a:avLst/>
                  <a:gdLst/>
                  <a:ahLst/>
                  <a:cxnLst/>
                  <a:rect l="l" t="t" r="r" b="b"/>
                  <a:pathLst>
                    <a:path w="8883" h="16148" extrusionOk="0">
                      <a:moveTo>
                        <a:pt x="177" y="0"/>
                      </a:moveTo>
                      <a:cubicBezTo>
                        <a:pt x="119" y="0"/>
                        <a:pt x="59" y="34"/>
                        <a:pt x="24" y="86"/>
                      </a:cubicBezTo>
                      <a:cubicBezTo>
                        <a:pt x="0" y="157"/>
                        <a:pt x="24" y="253"/>
                        <a:pt x="107" y="288"/>
                      </a:cubicBezTo>
                      <a:cubicBezTo>
                        <a:pt x="155" y="324"/>
                        <a:pt x="6596" y="3646"/>
                        <a:pt x="8561" y="16004"/>
                      </a:cubicBezTo>
                      <a:cubicBezTo>
                        <a:pt x="8573" y="16088"/>
                        <a:pt x="8632" y="16147"/>
                        <a:pt x="8704" y="16147"/>
                      </a:cubicBezTo>
                      <a:lnTo>
                        <a:pt x="8739" y="16147"/>
                      </a:lnTo>
                      <a:cubicBezTo>
                        <a:pt x="8823" y="16124"/>
                        <a:pt x="8882" y="16052"/>
                        <a:pt x="8870" y="15969"/>
                      </a:cubicBezTo>
                      <a:cubicBezTo>
                        <a:pt x="6870" y="3420"/>
                        <a:pt x="298" y="38"/>
                        <a:pt x="238" y="14"/>
                      </a:cubicBezTo>
                      <a:cubicBezTo>
                        <a:pt x="219" y="5"/>
                        <a:pt x="198" y="0"/>
                        <a:pt x="1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5"/>
                <p:cNvSpPr/>
                <p:nvPr/>
              </p:nvSpPr>
              <p:spPr>
                <a:xfrm>
                  <a:off x="6105254" y="1525862"/>
                  <a:ext cx="222449" cy="77165"/>
                </a:xfrm>
                <a:custGeom>
                  <a:avLst/>
                  <a:gdLst/>
                  <a:ahLst/>
                  <a:cxnLst/>
                  <a:rect l="l" t="t" r="r" b="b"/>
                  <a:pathLst>
                    <a:path w="7181" h="2491" extrusionOk="0">
                      <a:moveTo>
                        <a:pt x="161" y="1"/>
                      </a:moveTo>
                      <a:cubicBezTo>
                        <a:pt x="96" y="1"/>
                        <a:pt x="35" y="57"/>
                        <a:pt x="24" y="133"/>
                      </a:cubicBezTo>
                      <a:cubicBezTo>
                        <a:pt x="1" y="216"/>
                        <a:pt x="60" y="288"/>
                        <a:pt x="155" y="300"/>
                      </a:cubicBezTo>
                      <a:cubicBezTo>
                        <a:pt x="179" y="300"/>
                        <a:pt x="3537" y="657"/>
                        <a:pt x="6930" y="2479"/>
                      </a:cubicBezTo>
                      <a:cubicBezTo>
                        <a:pt x="6954" y="2491"/>
                        <a:pt x="6966" y="2491"/>
                        <a:pt x="7001" y="2491"/>
                      </a:cubicBezTo>
                      <a:cubicBezTo>
                        <a:pt x="7061" y="2491"/>
                        <a:pt x="7121" y="2467"/>
                        <a:pt x="7132" y="2419"/>
                      </a:cubicBezTo>
                      <a:cubicBezTo>
                        <a:pt x="7180" y="2336"/>
                        <a:pt x="7144" y="2252"/>
                        <a:pt x="7073" y="2205"/>
                      </a:cubicBezTo>
                      <a:cubicBezTo>
                        <a:pt x="3620" y="359"/>
                        <a:pt x="215" y="2"/>
                        <a:pt x="179" y="2"/>
                      </a:cubicBezTo>
                      <a:cubicBezTo>
                        <a:pt x="173" y="1"/>
                        <a:pt x="167" y="1"/>
                        <a:pt x="16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5"/>
                <p:cNvSpPr/>
                <p:nvPr/>
              </p:nvSpPr>
              <p:spPr>
                <a:xfrm>
                  <a:off x="6338360" y="1433549"/>
                  <a:ext cx="54242" cy="227747"/>
                </a:xfrm>
                <a:custGeom>
                  <a:avLst/>
                  <a:gdLst/>
                  <a:ahLst/>
                  <a:cxnLst/>
                  <a:rect l="l" t="t" r="r" b="b"/>
                  <a:pathLst>
                    <a:path w="1751" h="7352" extrusionOk="0">
                      <a:moveTo>
                        <a:pt x="168" y="0"/>
                      </a:moveTo>
                      <a:cubicBezTo>
                        <a:pt x="136" y="0"/>
                        <a:pt x="102" y="10"/>
                        <a:pt x="72" y="29"/>
                      </a:cubicBezTo>
                      <a:cubicBezTo>
                        <a:pt x="12" y="65"/>
                        <a:pt x="0" y="160"/>
                        <a:pt x="36" y="232"/>
                      </a:cubicBezTo>
                      <a:cubicBezTo>
                        <a:pt x="48" y="244"/>
                        <a:pt x="1441" y="2268"/>
                        <a:pt x="262" y="7149"/>
                      </a:cubicBezTo>
                      <a:cubicBezTo>
                        <a:pt x="250" y="7245"/>
                        <a:pt x="298" y="7328"/>
                        <a:pt x="381" y="7352"/>
                      </a:cubicBezTo>
                      <a:lnTo>
                        <a:pt x="417" y="7352"/>
                      </a:lnTo>
                      <a:cubicBezTo>
                        <a:pt x="477" y="7352"/>
                        <a:pt x="548" y="7304"/>
                        <a:pt x="548" y="7233"/>
                      </a:cubicBezTo>
                      <a:cubicBezTo>
                        <a:pt x="1751" y="2208"/>
                        <a:pt x="334" y="148"/>
                        <a:pt x="274" y="53"/>
                      </a:cubicBezTo>
                      <a:cubicBezTo>
                        <a:pt x="253" y="19"/>
                        <a:pt x="212" y="0"/>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5"/>
                <p:cNvSpPr/>
                <p:nvPr/>
              </p:nvSpPr>
              <p:spPr>
                <a:xfrm>
                  <a:off x="6221450" y="1710983"/>
                  <a:ext cx="169323" cy="44360"/>
                </a:xfrm>
                <a:custGeom>
                  <a:avLst/>
                  <a:gdLst/>
                  <a:ahLst/>
                  <a:cxnLst/>
                  <a:rect l="l" t="t" r="r" b="b"/>
                  <a:pathLst>
                    <a:path w="5466" h="1432" extrusionOk="0">
                      <a:moveTo>
                        <a:pt x="521" y="0"/>
                      </a:moveTo>
                      <a:cubicBezTo>
                        <a:pt x="300" y="0"/>
                        <a:pt x="174" y="12"/>
                        <a:pt x="155" y="15"/>
                      </a:cubicBezTo>
                      <a:cubicBezTo>
                        <a:pt x="83" y="15"/>
                        <a:pt x="0" y="86"/>
                        <a:pt x="24" y="182"/>
                      </a:cubicBezTo>
                      <a:cubicBezTo>
                        <a:pt x="24" y="253"/>
                        <a:pt x="95" y="313"/>
                        <a:pt x="179" y="313"/>
                      </a:cubicBezTo>
                      <a:cubicBezTo>
                        <a:pt x="184" y="313"/>
                        <a:pt x="286" y="304"/>
                        <a:pt x="474" y="304"/>
                      </a:cubicBezTo>
                      <a:cubicBezTo>
                        <a:pt x="1144" y="304"/>
                        <a:pt x="2902" y="413"/>
                        <a:pt x="5227" y="1408"/>
                      </a:cubicBezTo>
                      <a:cubicBezTo>
                        <a:pt x="5239" y="1432"/>
                        <a:pt x="5275" y="1432"/>
                        <a:pt x="5286" y="1432"/>
                      </a:cubicBezTo>
                      <a:cubicBezTo>
                        <a:pt x="5358" y="1432"/>
                        <a:pt x="5406" y="1384"/>
                        <a:pt x="5417" y="1337"/>
                      </a:cubicBezTo>
                      <a:cubicBezTo>
                        <a:pt x="5465" y="1253"/>
                        <a:pt x="5417" y="1158"/>
                        <a:pt x="5346" y="1134"/>
                      </a:cubicBezTo>
                      <a:cubicBezTo>
                        <a:pt x="3006" y="129"/>
                        <a:pt x="1249" y="0"/>
                        <a:pt x="5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5"/>
                <p:cNvSpPr/>
                <p:nvPr/>
              </p:nvSpPr>
              <p:spPr>
                <a:xfrm>
                  <a:off x="6396256" y="1675297"/>
                  <a:ext cx="285148" cy="257454"/>
                </a:xfrm>
                <a:custGeom>
                  <a:avLst/>
                  <a:gdLst/>
                  <a:ahLst/>
                  <a:cxnLst/>
                  <a:rect l="l" t="t" r="r" b="b"/>
                  <a:pathLst>
                    <a:path w="9205" h="8311" extrusionOk="0">
                      <a:moveTo>
                        <a:pt x="929" y="0"/>
                      </a:moveTo>
                      <a:cubicBezTo>
                        <a:pt x="405" y="24"/>
                        <a:pt x="1" y="417"/>
                        <a:pt x="1" y="929"/>
                      </a:cubicBezTo>
                      <a:lnTo>
                        <a:pt x="1" y="7382"/>
                      </a:lnTo>
                      <a:cubicBezTo>
                        <a:pt x="1" y="7894"/>
                        <a:pt x="417" y="8311"/>
                        <a:pt x="929" y="8311"/>
                      </a:cubicBezTo>
                      <a:lnTo>
                        <a:pt x="8275" y="8311"/>
                      </a:lnTo>
                      <a:cubicBezTo>
                        <a:pt x="8787" y="8311"/>
                        <a:pt x="9204" y="7894"/>
                        <a:pt x="9204" y="7382"/>
                      </a:cubicBezTo>
                      <a:lnTo>
                        <a:pt x="9204" y="929"/>
                      </a:lnTo>
                      <a:cubicBezTo>
                        <a:pt x="9204" y="417"/>
                        <a:pt x="8787" y="0"/>
                        <a:pt x="82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5"/>
                <p:cNvSpPr/>
                <p:nvPr/>
              </p:nvSpPr>
              <p:spPr>
                <a:xfrm>
                  <a:off x="6440523" y="1516692"/>
                  <a:ext cx="199557" cy="159348"/>
                </a:xfrm>
                <a:custGeom>
                  <a:avLst/>
                  <a:gdLst/>
                  <a:ahLst/>
                  <a:cxnLst/>
                  <a:rect l="l" t="t" r="r" b="b"/>
                  <a:pathLst>
                    <a:path w="6442" h="5144" extrusionOk="0">
                      <a:moveTo>
                        <a:pt x="3424" y="0"/>
                      </a:moveTo>
                      <a:cubicBezTo>
                        <a:pt x="3309" y="0"/>
                        <a:pt x="3191" y="8"/>
                        <a:pt x="3072" y="24"/>
                      </a:cubicBezTo>
                      <a:cubicBezTo>
                        <a:pt x="453" y="358"/>
                        <a:pt x="48" y="3608"/>
                        <a:pt x="0" y="5120"/>
                      </a:cubicBezTo>
                      <a:lnTo>
                        <a:pt x="1310" y="5120"/>
                      </a:lnTo>
                      <a:lnTo>
                        <a:pt x="1310" y="5144"/>
                      </a:lnTo>
                      <a:cubicBezTo>
                        <a:pt x="1358" y="3918"/>
                        <a:pt x="1643" y="1524"/>
                        <a:pt x="3251" y="1310"/>
                      </a:cubicBezTo>
                      <a:cubicBezTo>
                        <a:pt x="3304" y="1304"/>
                        <a:pt x="3357" y="1301"/>
                        <a:pt x="3407" y="1301"/>
                      </a:cubicBezTo>
                      <a:cubicBezTo>
                        <a:pt x="3671" y="1301"/>
                        <a:pt x="3896" y="1382"/>
                        <a:pt x="4096" y="1572"/>
                      </a:cubicBezTo>
                      <a:cubicBezTo>
                        <a:pt x="4858" y="2251"/>
                        <a:pt x="5096" y="4013"/>
                        <a:pt x="5156" y="5144"/>
                      </a:cubicBezTo>
                      <a:lnTo>
                        <a:pt x="6442" y="5144"/>
                      </a:lnTo>
                      <a:cubicBezTo>
                        <a:pt x="6406" y="3930"/>
                        <a:pt x="6144" y="1667"/>
                        <a:pt x="4953" y="596"/>
                      </a:cubicBezTo>
                      <a:cubicBezTo>
                        <a:pt x="4527" y="199"/>
                        <a:pt x="4001" y="0"/>
                        <a:pt x="34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5"/>
                <p:cNvSpPr/>
                <p:nvPr/>
              </p:nvSpPr>
              <p:spPr>
                <a:xfrm>
                  <a:off x="6495849" y="1737624"/>
                  <a:ext cx="89649" cy="149404"/>
                </a:xfrm>
                <a:custGeom>
                  <a:avLst/>
                  <a:gdLst/>
                  <a:ahLst/>
                  <a:cxnLst/>
                  <a:rect l="l" t="t" r="r" b="b"/>
                  <a:pathLst>
                    <a:path w="2894" h="4823" extrusionOk="0">
                      <a:moveTo>
                        <a:pt x="1441" y="0"/>
                      </a:moveTo>
                      <a:cubicBezTo>
                        <a:pt x="655" y="0"/>
                        <a:pt x="0" y="655"/>
                        <a:pt x="0" y="1441"/>
                      </a:cubicBezTo>
                      <a:cubicBezTo>
                        <a:pt x="0" y="2060"/>
                        <a:pt x="381" y="2572"/>
                        <a:pt x="917" y="2786"/>
                      </a:cubicBezTo>
                      <a:lnTo>
                        <a:pt x="917" y="4287"/>
                      </a:lnTo>
                      <a:cubicBezTo>
                        <a:pt x="917" y="4584"/>
                        <a:pt x="1155" y="4822"/>
                        <a:pt x="1453" y="4822"/>
                      </a:cubicBezTo>
                      <a:cubicBezTo>
                        <a:pt x="1751" y="4822"/>
                        <a:pt x="1989" y="4584"/>
                        <a:pt x="1989" y="4287"/>
                      </a:cubicBezTo>
                      <a:lnTo>
                        <a:pt x="1989" y="2774"/>
                      </a:lnTo>
                      <a:cubicBezTo>
                        <a:pt x="2536" y="2548"/>
                        <a:pt x="2894" y="2036"/>
                        <a:pt x="2894" y="1441"/>
                      </a:cubicBezTo>
                      <a:cubicBezTo>
                        <a:pt x="2894" y="643"/>
                        <a:pt x="2227" y="0"/>
                        <a:pt x="14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5"/>
                <p:cNvSpPr/>
                <p:nvPr/>
              </p:nvSpPr>
              <p:spPr>
                <a:xfrm>
                  <a:off x="6665513" y="1340771"/>
                  <a:ext cx="162291" cy="162291"/>
                </a:xfrm>
                <a:custGeom>
                  <a:avLst/>
                  <a:gdLst/>
                  <a:ahLst/>
                  <a:cxnLst/>
                  <a:rect l="l" t="t" r="r" b="b"/>
                  <a:pathLst>
                    <a:path w="5239" h="5239" extrusionOk="0">
                      <a:moveTo>
                        <a:pt x="2620" y="0"/>
                      </a:moveTo>
                      <a:cubicBezTo>
                        <a:pt x="1167" y="0"/>
                        <a:pt x="0" y="1167"/>
                        <a:pt x="0" y="2620"/>
                      </a:cubicBezTo>
                      <a:cubicBezTo>
                        <a:pt x="0" y="4060"/>
                        <a:pt x="1167" y="5239"/>
                        <a:pt x="2620" y="5239"/>
                      </a:cubicBezTo>
                      <a:cubicBezTo>
                        <a:pt x="4072" y="5239"/>
                        <a:pt x="5239" y="4060"/>
                        <a:pt x="5239" y="2620"/>
                      </a:cubicBezTo>
                      <a:cubicBezTo>
                        <a:pt x="5239" y="1167"/>
                        <a:pt x="4072" y="0"/>
                        <a:pt x="26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5"/>
                <p:cNvSpPr/>
                <p:nvPr/>
              </p:nvSpPr>
              <p:spPr>
                <a:xfrm>
                  <a:off x="6163523" y="1832322"/>
                  <a:ext cx="50215" cy="71682"/>
                </a:xfrm>
                <a:custGeom>
                  <a:avLst/>
                  <a:gdLst/>
                  <a:ahLst/>
                  <a:cxnLst/>
                  <a:rect l="l" t="t" r="r" b="b"/>
                  <a:pathLst>
                    <a:path w="1621" h="2314" extrusionOk="0">
                      <a:moveTo>
                        <a:pt x="1132" y="1"/>
                      </a:moveTo>
                      <a:cubicBezTo>
                        <a:pt x="931" y="1"/>
                        <a:pt x="759" y="125"/>
                        <a:pt x="679" y="325"/>
                      </a:cubicBezTo>
                      <a:cubicBezTo>
                        <a:pt x="619" y="497"/>
                        <a:pt x="558" y="678"/>
                        <a:pt x="482" y="846"/>
                      </a:cubicBezTo>
                      <a:lnTo>
                        <a:pt x="482" y="846"/>
                      </a:lnTo>
                      <a:cubicBezTo>
                        <a:pt x="485" y="838"/>
                        <a:pt x="487" y="831"/>
                        <a:pt x="489" y="825"/>
                      </a:cubicBezTo>
                      <a:lnTo>
                        <a:pt x="489" y="825"/>
                      </a:lnTo>
                      <a:cubicBezTo>
                        <a:pt x="475" y="856"/>
                        <a:pt x="462" y="887"/>
                        <a:pt x="448" y="918"/>
                      </a:cubicBezTo>
                      <a:lnTo>
                        <a:pt x="448" y="918"/>
                      </a:lnTo>
                      <a:cubicBezTo>
                        <a:pt x="446" y="923"/>
                        <a:pt x="444" y="927"/>
                        <a:pt x="441" y="932"/>
                      </a:cubicBezTo>
                      <a:cubicBezTo>
                        <a:pt x="442" y="931"/>
                        <a:pt x="442" y="931"/>
                        <a:pt x="443" y="930"/>
                      </a:cubicBezTo>
                      <a:lnTo>
                        <a:pt x="443" y="930"/>
                      </a:lnTo>
                      <a:cubicBezTo>
                        <a:pt x="339" y="1166"/>
                        <a:pt x="234" y="1394"/>
                        <a:pt x="120" y="1622"/>
                      </a:cubicBezTo>
                      <a:cubicBezTo>
                        <a:pt x="1" y="1825"/>
                        <a:pt x="60" y="2134"/>
                        <a:pt x="287" y="2253"/>
                      </a:cubicBezTo>
                      <a:cubicBezTo>
                        <a:pt x="356" y="2294"/>
                        <a:pt x="437" y="2314"/>
                        <a:pt x="519" y="2314"/>
                      </a:cubicBezTo>
                      <a:cubicBezTo>
                        <a:pt x="678" y="2314"/>
                        <a:pt x="839" y="2240"/>
                        <a:pt x="918" y="2099"/>
                      </a:cubicBezTo>
                      <a:cubicBezTo>
                        <a:pt x="1180" y="1599"/>
                        <a:pt x="1394" y="1099"/>
                        <a:pt x="1572" y="575"/>
                      </a:cubicBezTo>
                      <a:cubicBezTo>
                        <a:pt x="1620" y="468"/>
                        <a:pt x="1596" y="313"/>
                        <a:pt x="1537" y="218"/>
                      </a:cubicBezTo>
                      <a:cubicBezTo>
                        <a:pt x="1477" y="134"/>
                        <a:pt x="1370" y="27"/>
                        <a:pt x="1251" y="15"/>
                      </a:cubicBezTo>
                      <a:cubicBezTo>
                        <a:pt x="1210" y="5"/>
                        <a:pt x="1171" y="1"/>
                        <a:pt x="1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5"/>
                <p:cNvSpPr/>
                <p:nvPr/>
              </p:nvSpPr>
              <p:spPr>
                <a:xfrm>
                  <a:off x="6139174" y="1837278"/>
                  <a:ext cx="93366" cy="54613"/>
                </a:xfrm>
                <a:custGeom>
                  <a:avLst/>
                  <a:gdLst/>
                  <a:ahLst/>
                  <a:cxnLst/>
                  <a:rect l="l" t="t" r="r" b="b"/>
                  <a:pathLst>
                    <a:path w="3014" h="1763" extrusionOk="0">
                      <a:moveTo>
                        <a:pt x="477" y="0"/>
                      </a:moveTo>
                      <a:cubicBezTo>
                        <a:pt x="320" y="0"/>
                        <a:pt x="170" y="69"/>
                        <a:pt x="84" y="224"/>
                      </a:cubicBezTo>
                      <a:cubicBezTo>
                        <a:pt x="1" y="450"/>
                        <a:pt x="25" y="760"/>
                        <a:pt x="263" y="867"/>
                      </a:cubicBezTo>
                      <a:cubicBezTo>
                        <a:pt x="965" y="1189"/>
                        <a:pt x="1668" y="1486"/>
                        <a:pt x="2394" y="1736"/>
                      </a:cubicBezTo>
                      <a:cubicBezTo>
                        <a:pt x="2434" y="1754"/>
                        <a:pt x="2478" y="1762"/>
                        <a:pt x="2521" y="1762"/>
                      </a:cubicBezTo>
                      <a:cubicBezTo>
                        <a:pt x="2711" y="1762"/>
                        <a:pt x="2915" y="1608"/>
                        <a:pt x="2954" y="1415"/>
                      </a:cubicBezTo>
                      <a:cubicBezTo>
                        <a:pt x="3013" y="1141"/>
                        <a:pt x="2882" y="939"/>
                        <a:pt x="2632" y="843"/>
                      </a:cubicBezTo>
                      <a:cubicBezTo>
                        <a:pt x="2287" y="724"/>
                        <a:pt x="1954" y="593"/>
                        <a:pt x="1632" y="462"/>
                      </a:cubicBezTo>
                      <a:cubicBezTo>
                        <a:pt x="1596" y="439"/>
                        <a:pt x="1561" y="427"/>
                        <a:pt x="1525" y="415"/>
                      </a:cubicBezTo>
                      <a:lnTo>
                        <a:pt x="1525" y="415"/>
                      </a:lnTo>
                      <a:cubicBezTo>
                        <a:pt x="1554" y="428"/>
                        <a:pt x="1564" y="433"/>
                        <a:pt x="1562" y="433"/>
                      </a:cubicBezTo>
                      <a:cubicBezTo>
                        <a:pt x="1559" y="433"/>
                        <a:pt x="1474" y="396"/>
                        <a:pt x="1465" y="379"/>
                      </a:cubicBezTo>
                      <a:cubicBezTo>
                        <a:pt x="1382" y="355"/>
                        <a:pt x="1299" y="308"/>
                        <a:pt x="1215" y="284"/>
                      </a:cubicBezTo>
                      <a:lnTo>
                        <a:pt x="727" y="58"/>
                      </a:lnTo>
                      <a:cubicBezTo>
                        <a:pt x="648" y="20"/>
                        <a:pt x="562"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5"/>
                <p:cNvSpPr/>
                <p:nvPr/>
              </p:nvSpPr>
              <p:spPr>
                <a:xfrm>
                  <a:off x="6769876" y="1602779"/>
                  <a:ext cx="50184" cy="72178"/>
                </a:xfrm>
                <a:custGeom>
                  <a:avLst/>
                  <a:gdLst/>
                  <a:ahLst/>
                  <a:cxnLst/>
                  <a:rect l="l" t="t" r="r" b="b"/>
                  <a:pathLst>
                    <a:path w="1620" h="2330" extrusionOk="0">
                      <a:moveTo>
                        <a:pt x="489" y="841"/>
                      </a:moveTo>
                      <a:cubicBezTo>
                        <a:pt x="482" y="856"/>
                        <a:pt x="475" y="872"/>
                        <a:pt x="469" y="887"/>
                      </a:cubicBezTo>
                      <a:lnTo>
                        <a:pt x="469" y="887"/>
                      </a:lnTo>
                      <a:cubicBezTo>
                        <a:pt x="476" y="872"/>
                        <a:pt x="484" y="856"/>
                        <a:pt x="489" y="841"/>
                      </a:cubicBezTo>
                      <a:close/>
                      <a:moveTo>
                        <a:pt x="1113" y="0"/>
                      </a:moveTo>
                      <a:cubicBezTo>
                        <a:pt x="915" y="0"/>
                        <a:pt x="757" y="127"/>
                        <a:pt x="679" y="341"/>
                      </a:cubicBezTo>
                      <a:cubicBezTo>
                        <a:pt x="610" y="539"/>
                        <a:pt x="540" y="748"/>
                        <a:pt x="448" y="935"/>
                      </a:cubicBezTo>
                      <a:lnTo>
                        <a:pt x="448" y="935"/>
                      </a:lnTo>
                      <a:cubicBezTo>
                        <a:pt x="455" y="919"/>
                        <a:pt x="462" y="903"/>
                        <a:pt x="469" y="887"/>
                      </a:cubicBezTo>
                      <a:lnTo>
                        <a:pt x="469" y="887"/>
                      </a:lnTo>
                      <a:cubicBezTo>
                        <a:pt x="459" y="908"/>
                        <a:pt x="448" y="928"/>
                        <a:pt x="441" y="948"/>
                      </a:cubicBezTo>
                      <a:cubicBezTo>
                        <a:pt x="443" y="944"/>
                        <a:pt x="446" y="939"/>
                        <a:pt x="448" y="935"/>
                      </a:cubicBezTo>
                      <a:lnTo>
                        <a:pt x="448" y="935"/>
                      </a:lnTo>
                      <a:cubicBezTo>
                        <a:pt x="342" y="1175"/>
                        <a:pt x="236" y="1405"/>
                        <a:pt x="120" y="1627"/>
                      </a:cubicBezTo>
                      <a:cubicBezTo>
                        <a:pt x="1" y="1841"/>
                        <a:pt x="60" y="2151"/>
                        <a:pt x="275" y="2270"/>
                      </a:cubicBezTo>
                      <a:cubicBezTo>
                        <a:pt x="347" y="2310"/>
                        <a:pt x="430" y="2330"/>
                        <a:pt x="513" y="2330"/>
                      </a:cubicBezTo>
                      <a:cubicBezTo>
                        <a:pt x="676" y="2330"/>
                        <a:pt x="839" y="2253"/>
                        <a:pt x="917" y="2103"/>
                      </a:cubicBezTo>
                      <a:cubicBezTo>
                        <a:pt x="1167" y="1615"/>
                        <a:pt x="1394" y="1115"/>
                        <a:pt x="1572" y="591"/>
                      </a:cubicBezTo>
                      <a:cubicBezTo>
                        <a:pt x="1620" y="484"/>
                        <a:pt x="1584" y="317"/>
                        <a:pt x="1525" y="234"/>
                      </a:cubicBezTo>
                      <a:cubicBezTo>
                        <a:pt x="1465" y="139"/>
                        <a:pt x="1370" y="43"/>
                        <a:pt x="1251" y="19"/>
                      </a:cubicBezTo>
                      <a:cubicBezTo>
                        <a:pt x="1203" y="6"/>
                        <a:pt x="1157" y="0"/>
                        <a:pt x="11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5"/>
                <p:cNvSpPr/>
                <p:nvPr/>
              </p:nvSpPr>
              <p:spPr>
                <a:xfrm>
                  <a:off x="6745156" y="1608138"/>
                  <a:ext cx="94110" cy="54675"/>
                </a:xfrm>
                <a:custGeom>
                  <a:avLst/>
                  <a:gdLst/>
                  <a:ahLst/>
                  <a:cxnLst/>
                  <a:rect l="l" t="t" r="r" b="b"/>
                  <a:pathLst>
                    <a:path w="3038" h="1765" extrusionOk="0">
                      <a:moveTo>
                        <a:pt x="492" y="0"/>
                      </a:moveTo>
                      <a:cubicBezTo>
                        <a:pt x="338" y="0"/>
                        <a:pt x="192" y="68"/>
                        <a:pt x="108" y="227"/>
                      </a:cubicBezTo>
                      <a:cubicBezTo>
                        <a:pt x="1" y="430"/>
                        <a:pt x="49" y="739"/>
                        <a:pt x="287" y="858"/>
                      </a:cubicBezTo>
                      <a:cubicBezTo>
                        <a:pt x="989" y="1192"/>
                        <a:pt x="1692" y="1489"/>
                        <a:pt x="2418" y="1740"/>
                      </a:cubicBezTo>
                      <a:cubicBezTo>
                        <a:pt x="2459" y="1757"/>
                        <a:pt x="2502" y="1765"/>
                        <a:pt x="2546" y="1765"/>
                      </a:cubicBezTo>
                      <a:cubicBezTo>
                        <a:pt x="2743" y="1765"/>
                        <a:pt x="2948" y="1603"/>
                        <a:pt x="2978" y="1418"/>
                      </a:cubicBezTo>
                      <a:cubicBezTo>
                        <a:pt x="3037" y="1144"/>
                        <a:pt x="2906" y="942"/>
                        <a:pt x="2656" y="847"/>
                      </a:cubicBezTo>
                      <a:cubicBezTo>
                        <a:pt x="2311" y="728"/>
                        <a:pt x="1989" y="597"/>
                        <a:pt x="1656" y="454"/>
                      </a:cubicBezTo>
                      <a:cubicBezTo>
                        <a:pt x="1620" y="442"/>
                        <a:pt x="1585" y="430"/>
                        <a:pt x="1549" y="418"/>
                      </a:cubicBezTo>
                      <a:lnTo>
                        <a:pt x="1549" y="418"/>
                      </a:lnTo>
                      <a:cubicBezTo>
                        <a:pt x="1573" y="426"/>
                        <a:pt x="1584" y="429"/>
                        <a:pt x="1586" y="429"/>
                      </a:cubicBezTo>
                      <a:cubicBezTo>
                        <a:pt x="1593" y="429"/>
                        <a:pt x="1498" y="391"/>
                        <a:pt x="1489" y="382"/>
                      </a:cubicBezTo>
                      <a:cubicBezTo>
                        <a:pt x="1406" y="358"/>
                        <a:pt x="1323" y="311"/>
                        <a:pt x="1239" y="275"/>
                      </a:cubicBezTo>
                      <a:lnTo>
                        <a:pt x="751" y="61"/>
                      </a:lnTo>
                      <a:cubicBezTo>
                        <a:pt x="669" y="22"/>
                        <a:pt x="58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6538257" y="1340399"/>
                  <a:ext cx="66416" cy="66044"/>
                </a:xfrm>
                <a:custGeom>
                  <a:avLst/>
                  <a:gdLst/>
                  <a:ahLst/>
                  <a:cxnLst/>
                  <a:rect l="l" t="t" r="r" b="b"/>
                  <a:pathLst>
                    <a:path w="2144" h="2132" extrusionOk="0">
                      <a:moveTo>
                        <a:pt x="1072" y="0"/>
                      </a:moveTo>
                      <a:cubicBezTo>
                        <a:pt x="477" y="0"/>
                        <a:pt x="1" y="477"/>
                        <a:pt x="1" y="1072"/>
                      </a:cubicBezTo>
                      <a:cubicBezTo>
                        <a:pt x="1" y="1655"/>
                        <a:pt x="477" y="2132"/>
                        <a:pt x="1072" y="2132"/>
                      </a:cubicBezTo>
                      <a:cubicBezTo>
                        <a:pt x="1667" y="2132"/>
                        <a:pt x="2144" y="1655"/>
                        <a:pt x="2144" y="1072"/>
                      </a:cubicBezTo>
                      <a:cubicBezTo>
                        <a:pt x="2144" y="477"/>
                        <a:pt x="1667" y="0"/>
                        <a:pt x="10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535" name="Google Shape;535;p25"/>
            <p:cNvCxnSpPr/>
            <p:nvPr/>
          </p:nvCxnSpPr>
          <p:spPr>
            <a:xfrm flipH="1">
              <a:off x="4952925" y="2161050"/>
              <a:ext cx="1950300" cy="264000"/>
            </a:xfrm>
            <a:prstGeom prst="bentConnector3">
              <a:avLst>
                <a:gd name="adj1" fmla="val 54088"/>
              </a:avLst>
            </a:prstGeom>
            <a:noFill/>
            <a:ln w="9525" cap="flat" cmpd="sng">
              <a:solidFill>
                <a:srgbClr val="000000"/>
              </a:solidFill>
              <a:prstDash val="solid"/>
              <a:round/>
              <a:headEnd type="none" w="med" len="med"/>
              <a:tailEnd type="oval" w="med" len="med"/>
            </a:ln>
          </p:spPr>
        </p:cxnSp>
      </p:grpSp>
      <p:grpSp>
        <p:nvGrpSpPr>
          <p:cNvPr id="536" name="Google Shape;536;p25"/>
          <p:cNvGrpSpPr/>
          <p:nvPr/>
        </p:nvGrpSpPr>
        <p:grpSpPr>
          <a:xfrm>
            <a:off x="3209544" y="1590674"/>
            <a:ext cx="2557100" cy="2445333"/>
            <a:chOff x="3277844" y="2519899"/>
            <a:chExt cx="2557100" cy="2445333"/>
          </a:xfrm>
        </p:grpSpPr>
        <p:sp>
          <p:nvSpPr>
            <p:cNvPr id="537" name="Google Shape;537;p25"/>
            <p:cNvSpPr/>
            <p:nvPr/>
          </p:nvSpPr>
          <p:spPr>
            <a:xfrm>
              <a:off x="3389209" y="2519899"/>
              <a:ext cx="2445736" cy="2445333"/>
            </a:xfrm>
            <a:custGeom>
              <a:avLst/>
              <a:gdLst/>
              <a:ahLst/>
              <a:cxnLst/>
              <a:rect l="l" t="t" r="r" b="b"/>
              <a:pathLst>
                <a:path w="78952" h="78939" extrusionOk="0">
                  <a:moveTo>
                    <a:pt x="39470" y="0"/>
                  </a:moveTo>
                  <a:cubicBezTo>
                    <a:pt x="17682" y="0"/>
                    <a:pt x="1" y="17669"/>
                    <a:pt x="1" y="39470"/>
                  </a:cubicBezTo>
                  <a:cubicBezTo>
                    <a:pt x="1" y="61270"/>
                    <a:pt x="17682" y="78939"/>
                    <a:pt x="39470" y="78939"/>
                  </a:cubicBezTo>
                  <a:cubicBezTo>
                    <a:pt x="61271" y="78939"/>
                    <a:pt x="78951" y="61270"/>
                    <a:pt x="78951" y="39470"/>
                  </a:cubicBezTo>
                  <a:cubicBezTo>
                    <a:pt x="78951" y="17669"/>
                    <a:pt x="61271" y="0"/>
                    <a:pt x="394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5"/>
            <p:cNvSpPr/>
            <p:nvPr/>
          </p:nvSpPr>
          <p:spPr>
            <a:xfrm>
              <a:off x="4074121" y="2720881"/>
              <a:ext cx="1101343" cy="1310100"/>
            </a:xfrm>
            <a:custGeom>
              <a:avLst/>
              <a:gdLst/>
              <a:ahLst/>
              <a:cxnLst/>
              <a:rect l="l" t="t" r="r" b="b"/>
              <a:pathLst>
                <a:path w="35553" h="42292" extrusionOk="0">
                  <a:moveTo>
                    <a:pt x="22080" y="0"/>
                  </a:moveTo>
                  <a:cubicBezTo>
                    <a:pt x="19805" y="0"/>
                    <a:pt x="17661" y="921"/>
                    <a:pt x="17039" y="1240"/>
                  </a:cubicBezTo>
                  <a:cubicBezTo>
                    <a:pt x="17039" y="1240"/>
                    <a:pt x="16131" y="679"/>
                    <a:pt x="14656" y="679"/>
                  </a:cubicBezTo>
                  <a:cubicBezTo>
                    <a:pt x="13670" y="679"/>
                    <a:pt x="12430" y="929"/>
                    <a:pt x="11038" y="1763"/>
                  </a:cubicBezTo>
                  <a:cubicBezTo>
                    <a:pt x="7573" y="3859"/>
                    <a:pt x="7192" y="9026"/>
                    <a:pt x="6597" y="11372"/>
                  </a:cubicBezTo>
                  <a:cubicBezTo>
                    <a:pt x="6002" y="13729"/>
                    <a:pt x="2930" y="13955"/>
                    <a:pt x="2549" y="17765"/>
                  </a:cubicBezTo>
                  <a:cubicBezTo>
                    <a:pt x="2156" y="21575"/>
                    <a:pt x="4966" y="22945"/>
                    <a:pt x="4240" y="26135"/>
                  </a:cubicBezTo>
                  <a:cubicBezTo>
                    <a:pt x="3525" y="29338"/>
                    <a:pt x="1" y="32541"/>
                    <a:pt x="3859" y="36851"/>
                  </a:cubicBezTo>
                  <a:cubicBezTo>
                    <a:pt x="6555" y="39881"/>
                    <a:pt x="14268" y="42291"/>
                    <a:pt x="20492" y="42291"/>
                  </a:cubicBezTo>
                  <a:cubicBezTo>
                    <a:pt x="23145" y="42291"/>
                    <a:pt x="25527" y="41854"/>
                    <a:pt x="27135" y="40840"/>
                  </a:cubicBezTo>
                  <a:cubicBezTo>
                    <a:pt x="32493" y="37446"/>
                    <a:pt x="34315" y="34767"/>
                    <a:pt x="33600" y="31493"/>
                  </a:cubicBezTo>
                  <a:cubicBezTo>
                    <a:pt x="32886" y="28219"/>
                    <a:pt x="33993" y="26516"/>
                    <a:pt x="34315" y="25290"/>
                  </a:cubicBezTo>
                  <a:cubicBezTo>
                    <a:pt x="34553" y="24409"/>
                    <a:pt x="35553" y="21766"/>
                    <a:pt x="33207" y="19087"/>
                  </a:cubicBezTo>
                  <a:cubicBezTo>
                    <a:pt x="30850" y="16408"/>
                    <a:pt x="29814" y="15694"/>
                    <a:pt x="29814" y="12277"/>
                  </a:cubicBezTo>
                  <a:cubicBezTo>
                    <a:pt x="29814" y="8883"/>
                    <a:pt x="29350" y="4573"/>
                    <a:pt x="26278" y="1561"/>
                  </a:cubicBezTo>
                  <a:cubicBezTo>
                    <a:pt x="25073" y="384"/>
                    <a:pt x="23549" y="0"/>
                    <a:pt x="2208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5"/>
            <p:cNvSpPr/>
            <p:nvPr/>
          </p:nvSpPr>
          <p:spPr>
            <a:xfrm>
              <a:off x="5223386" y="3455388"/>
              <a:ext cx="471385" cy="1014885"/>
            </a:xfrm>
            <a:custGeom>
              <a:avLst/>
              <a:gdLst/>
              <a:ahLst/>
              <a:cxnLst/>
              <a:rect l="l" t="t" r="r" b="b"/>
              <a:pathLst>
                <a:path w="15217" h="32762" extrusionOk="0">
                  <a:moveTo>
                    <a:pt x="9689" y="1"/>
                  </a:moveTo>
                  <a:cubicBezTo>
                    <a:pt x="7408" y="1"/>
                    <a:pt x="4691" y="2197"/>
                    <a:pt x="2906" y="9294"/>
                  </a:cubicBezTo>
                  <a:cubicBezTo>
                    <a:pt x="1" y="20843"/>
                    <a:pt x="822" y="32762"/>
                    <a:pt x="822" y="32762"/>
                  </a:cubicBezTo>
                  <a:cubicBezTo>
                    <a:pt x="10538" y="23618"/>
                    <a:pt x="15217" y="4865"/>
                    <a:pt x="13133" y="1924"/>
                  </a:cubicBezTo>
                  <a:cubicBezTo>
                    <a:pt x="12381" y="864"/>
                    <a:pt x="11121" y="1"/>
                    <a:pt x="96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5"/>
            <p:cNvSpPr/>
            <p:nvPr/>
          </p:nvSpPr>
          <p:spPr>
            <a:xfrm>
              <a:off x="5248850" y="3461522"/>
              <a:ext cx="312036" cy="1008751"/>
            </a:xfrm>
            <a:custGeom>
              <a:avLst/>
              <a:gdLst/>
              <a:ahLst/>
              <a:cxnLst/>
              <a:rect l="l" t="t" r="r" b="b"/>
              <a:pathLst>
                <a:path w="10073" h="32564" fill="none" extrusionOk="0">
                  <a:moveTo>
                    <a:pt x="10073" y="0"/>
                  </a:moveTo>
                  <a:lnTo>
                    <a:pt x="0" y="32564"/>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a:off x="5373875" y="3575829"/>
              <a:ext cx="85591" cy="212846"/>
            </a:xfrm>
            <a:custGeom>
              <a:avLst/>
              <a:gdLst/>
              <a:ahLst/>
              <a:cxnLst/>
              <a:rect l="l" t="t" r="r" b="b"/>
              <a:pathLst>
                <a:path w="2763" h="6871" fill="none" extrusionOk="0">
                  <a:moveTo>
                    <a:pt x="1" y="1"/>
                  </a:moveTo>
                  <a:lnTo>
                    <a:pt x="2763" y="6871"/>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5"/>
            <p:cNvSpPr/>
            <p:nvPr/>
          </p:nvSpPr>
          <p:spPr>
            <a:xfrm>
              <a:off x="5416655" y="3817794"/>
              <a:ext cx="191100" cy="110311"/>
            </a:xfrm>
            <a:custGeom>
              <a:avLst/>
              <a:gdLst/>
              <a:ahLst/>
              <a:cxnLst/>
              <a:rect l="l" t="t" r="r" b="b"/>
              <a:pathLst>
                <a:path w="6169" h="3561" fill="none" extrusionOk="0">
                  <a:moveTo>
                    <a:pt x="1" y="3560"/>
                  </a:moveTo>
                  <a:lnTo>
                    <a:pt x="6168" y="0"/>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5"/>
            <p:cNvSpPr/>
            <p:nvPr/>
          </p:nvSpPr>
          <p:spPr>
            <a:xfrm>
              <a:off x="5282399" y="3890808"/>
              <a:ext cx="83020" cy="201787"/>
            </a:xfrm>
            <a:custGeom>
              <a:avLst/>
              <a:gdLst/>
              <a:ahLst/>
              <a:cxnLst/>
              <a:rect l="l" t="t" r="r" b="b"/>
              <a:pathLst>
                <a:path w="2680" h="6514" fill="none" extrusionOk="0">
                  <a:moveTo>
                    <a:pt x="1" y="1"/>
                  </a:moveTo>
                  <a:lnTo>
                    <a:pt x="2680" y="6514"/>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5"/>
            <p:cNvSpPr/>
            <p:nvPr/>
          </p:nvSpPr>
          <p:spPr>
            <a:xfrm>
              <a:off x="5244792" y="3605722"/>
              <a:ext cx="531512" cy="1038645"/>
            </a:xfrm>
            <a:custGeom>
              <a:avLst/>
              <a:gdLst/>
              <a:ahLst/>
              <a:cxnLst/>
              <a:rect l="l" t="t" r="r" b="b"/>
              <a:pathLst>
                <a:path w="17158" h="33529" extrusionOk="0">
                  <a:moveTo>
                    <a:pt x="15752" y="0"/>
                  </a:moveTo>
                  <a:cubicBezTo>
                    <a:pt x="15752" y="0"/>
                    <a:pt x="15062" y="524"/>
                    <a:pt x="13835" y="1405"/>
                  </a:cubicBezTo>
                  <a:cubicBezTo>
                    <a:pt x="12621" y="2274"/>
                    <a:pt x="12169" y="5334"/>
                    <a:pt x="10514" y="5942"/>
                  </a:cubicBezTo>
                  <a:cubicBezTo>
                    <a:pt x="8859" y="6549"/>
                    <a:pt x="7037" y="8466"/>
                    <a:pt x="6858" y="10478"/>
                  </a:cubicBezTo>
                  <a:cubicBezTo>
                    <a:pt x="6680" y="12478"/>
                    <a:pt x="4096" y="13740"/>
                    <a:pt x="3536" y="14466"/>
                  </a:cubicBezTo>
                  <a:cubicBezTo>
                    <a:pt x="2977" y="15216"/>
                    <a:pt x="4108" y="18503"/>
                    <a:pt x="2215" y="21372"/>
                  </a:cubicBezTo>
                  <a:cubicBezTo>
                    <a:pt x="0" y="24741"/>
                    <a:pt x="3191" y="33528"/>
                    <a:pt x="3191" y="33528"/>
                  </a:cubicBezTo>
                  <a:cubicBezTo>
                    <a:pt x="3191" y="33528"/>
                    <a:pt x="10335" y="29052"/>
                    <a:pt x="11918" y="27027"/>
                  </a:cubicBezTo>
                  <a:cubicBezTo>
                    <a:pt x="13490" y="25015"/>
                    <a:pt x="12180" y="23979"/>
                    <a:pt x="12002" y="21622"/>
                  </a:cubicBezTo>
                  <a:cubicBezTo>
                    <a:pt x="11823" y="19277"/>
                    <a:pt x="15490" y="19110"/>
                    <a:pt x="15395" y="16776"/>
                  </a:cubicBezTo>
                  <a:cubicBezTo>
                    <a:pt x="15324" y="14443"/>
                    <a:pt x="14181" y="12919"/>
                    <a:pt x="15050" y="12038"/>
                  </a:cubicBezTo>
                  <a:cubicBezTo>
                    <a:pt x="15931" y="11168"/>
                    <a:pt x="17157" y="8466"/>
                    <a:pt x="15752" y="6370"/>
                  </a:cubicBezTo>
                  <a:cubicBezTo>
                    <a:pt x="14359" y="4275"/>
                    <a:pt x="15752" y="1"/>
                    <a:pt x="15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5"/>
            <p:cNvSpPr/>
            <p:nvPr/>
          </p:nvSpPr>
          <p:spPr>
            <a:xfrm>
              <a:off x="5343641" y="3606094"/>
              <a:ext cx="388768" cy="1038273"/>
            </a:xfrm>
            <a:custGeom>
              <a:avLst/>
              <a:gdLst/>
              <a:ahLst/>
              <a:cxnLst/>
              <a:rect l="l" t="t" r="r" b="b"/>
              <a:pathLst>
                <a:path w="12550" h="33517" fill="none" extrusionOk="0">
                  <a:moveTo>
                    <a:pt x="0" y="33516"/>
                  </a:moveTo>
                  <a:cubicBezTo>
                    <a:pt x="0" y="33516"/>
                    <a:pt x="4322" y="19050"/>
                    <a:pt x="12549" y="0"/>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5"/>
            <p:cNvSpPr/>
            <p:nvPr/>
          </p:nvSpPr>
          <p:spPr>
            <a:xfrm>
              <a:off x="5334410" y="4224962"/>
              <a:ext cx="78218" cy="207332"/>
            </a:xfrm>
            <a:custGeom>
              <a:avLst/>
              <a:gdLst/>
              <a:ahLst/>
              <a:cxnLst/>
              <a:rect l="l" t="t" r="r" b="b"/>
              <a:pathLst>
                <a:path w="2525" h="6693" fill="none" extrusionOk="0">
                  <a:moveTo>
                    <a:pt x="1" y="1"/>
                  </a:moveTo>
                  <a:lnTo>
                    <a:pt x="2525" y="6692"/>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5"/>
            <p:cNvSpPr/>
            <p:nvPr/>
          </p:nvSpPr>
          <p:spPr>
            <a:xfrm>
              <a:off x="5468294" y="4210589"/>
              <a:ext cx="185555" cy="63845"/>
            </a:xfrm>
            <a:custGeom>
              <a:avLst/>
              <a:gdLst/>
              <a:ahLst/>
              <a:cxnLst/>
              <a:rect l="l" t="t" r="r" b="b"/>
              <a:pathLst>
                <a:path w="5990" h="2061" fill="none" extrusionOk="0">
                  <a:moveTo>
                    <a:pt x="1" y="2060"/>
                  </a:moveTo>
                  <a:lnTo>
                    <a:pt x="5989" y="1"/>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5"/>
            <p:cNvSpPr/>
            <p:nvPr/>
          </p:nvSpPr>
          <p:spPr>
            <a:xfrm>
              <a:off x="5474552" y="3875319"/>
              <a:ext cx="53901" cy="234624"/>
            </a:xfrm>
            <a:custGeom>
              <a:avLst/>
              <a:gdLst/>
              <a:ahLst/>
              <a:cxnLst/>
              <a:rect l="l" t="t" r="r" b="b"/>
              <a:pathLst>
                <a:path w="1740" h="7574" fill="none" extrusionOk="0">
                  <a:moveTo>
                    <a:pt x="1" y="1"/>
                  </a:moveTo>
                  <a:lnTo>
                    <a:pt x="1739" y="7573"/>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5"/>
            <p:cNvSpPr/>
            <p:nvPr/>
          </p:nvSpPr>
          <p:spPr>
            <a:xfrm>
              <a:off x="5613982" y="3803420"/>
              <a:ext cx="118427" cy="87419"/>
            </a:xfrm>
            <a:custGeom>
              <a:avLst/>
              <a:gdLst/>
              <a:ahLst/>
              <a:cxnLst/>
              <a:rect l="l" t="t" r="r" b="b"/>
              <a:pathLst>
                <a:path w="3823" h="2822" fill="none" extrusionOk="0">
                  <a:moveTo>
                    <a:pt x="0" y="2822"/>
                  </a:moveTo>
                  <a:lnTo>
                    <a:pt x="3822" y="0"/>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5"/>
            <p:cNvSpPr/>
            <p:nvPr/>
          </p:nvSpPr>
          <p:spPr>
            <a:xfrm>
              <a:off x="3277844" y="3758782"/>
              <a:ext cx="531884" cy="962657"/>
            </a:xfrm>
            <a:custGeom>
              <a:avLst/>
              <a:gdLst/>
              <a:ahLst/>
              <a:cxnLst/>
              <a:rect l="l" t="t" r="r" b="b"/>
              <a:pathLst>
                <a:path w="17170" h="31076" extrusionOk="0">
                  <a:moveTo>
                    <a:pt x="3394" y="0"/>
                  </a:moveTo>
                  <a:cubicBezTo>
                    <a:pt x="3394" y="0"/>
                    <a:pt x="2786" y="5192"/>
                    <a:pt x="1381" y="8692"/>
                  </a:cubicBezTo>
                  <a:cubicBezTo>
                    <a:pt x="0" y="12192"/>
                    <a:pt x="1905" y="13812"/>
                    <a:pt x="3394" y="15824"/>
                  </a:cubicBezTo>
                  <a:cubicBezTo>
                    <a:pt x="4882" y="17836"/>
                    <a:pt x="4358" y="20432"/>
                    <a:pt x="5489" y="24599"/>
                  </a:cubicBezTo>
                  <a:cubicBezTo>
                    <a:pt x="6620" y="28766"/>
                    <a:pt x="14216" y="31076"/>
                    <a:pt x="14216" y="31076"/>
                  </a:cubicBezTo>
                  <a:cubicBezTo>
                    <a:pt x="14216" y="31076"/>
                    <a:pt x="16657" y="26551"/>
                    <a:pt x="16919" y="24622"/>
                  </a:cubicBezTo>
                  <a:cubicBezTo>
                    <a:pt x="17169" y="22682"/>
                    <a:pt x="15955" y="17753"/>
                    <a:pt x="15431" y="15550"/>
                  </a:cubicBezTo>
                  <a:cubicBezTo>
                    <a:pt x="14895" y="13347"/>
                    <a:pt x="11930" y="12180"/>
                    <a:pt x="11502" y="11478"/>
                  </a:cubicBezTo>
                  <a:cubicBezTo>
                    <a:pt x="11073" y="10776"/>
                    <a:pt x="12288" y="6144"/>
                    <a:pt x="8454" y="5108"/>
                  </a:cubicBezTo>
                  <a:cubicBezTo>
                    <a:pt x="4608" y="4049"/>
                    <a:pt x="3394" y="0"/>
                    <a:pt x="33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5"/>
            <p:cNvSpPr/>
            <p:nvPr/>
          </p:nvSpPr>
          <p:spPr>
            <a:xfrm>
              <a:off x="3383323" y="3758782"/>
              <a:ext cx="334929" cy="962657"/>
            </a:xfrm>
            <a:custGeom>
              <a:avLst/>
              <a:gdLst/>
              <a:ahLst/>
              <a:cxnLst/>
              <a:rect l="l" t="t" r="r" b="b"/>
              <a:pathLst>
                <a:path w="10812" h="31076" fill="none" extrusionOk="0">
                  <a:moveTo>
                    <a:pt x="0" y="0"/>
                  </a:moveTo>
                  <a:cubicBezTo>
                    <a:pt x="0" y="0"/>
                    <a:pt x="6287" y="20955"/>
                    <a:pt x="10811" y="31076"/>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5"/>
            <p:cNvSpPr/>
            <p:nvPr/>
          </p:nvSpPr>
          <p:spPr>
            <a:xfrm>
              <a:off x="3306963" y="4112111"/>
              <a:ext cx="226507" cy="116568"/>
            </a:xfrm>
            <a:custGeom>
              <a:avLst/>
              <a:gdLst/>
              <a:ahLst/>
              <a:cxnLst/>
              <a:rect l="l" t="t" r="r" b="b"/>
              <a:pathLst>
                <a:path w="7312" h="3763" fill="none" extrusionOk="0">
                  <a:moveTo>
                    <a:pt x="1" y="1"/>
                  </a:moveTo>
                  <a:cubicBezTo>
                    <a:pt x="1" y="1"/>
                    <a:pt x="3692" y="2584"/>
                    <a:pt x="7311" y="3763"/>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5"/>
            <p:cNvSpPr/>
            <p:nvPr/>
          </p:nvSpPr>
          <p:spPr>
            <a:xfrm>
              <a:off x="3503918" y="3928817"/>
              <a:ext cx="65703" cy="211731"/>
            </a:xfrm>
            <a:custGeom>
              <a:avLst/>
              <a:gdLst/>
              <a:ahLst/>
              <a:cxnLst/>
              <a:rect l="l" t="t" r="r" b="b"/>
              <a:pathLst>
                <a:path w="2121" h="6835" fill="none" extrusionOk="0">
                  <a:moveTo>
                    <a:pt x="1" y="6834"/>
                  </a:moveTo>
                  <a:cubicBezTo>
                    <a:pt x="1" y="6834"/>
                    <a:pt x="989" y="3191"/>
                    <a:pt x="2120" y="0"/>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5"/>
            <p:cNvSpPr/>
            <p:nvPr/>
          </p:nvSpPr>
          <p:spPr>
            <a:xfrm>
              <a:off x="3427218" y="4415288"/>
              <a:ext cx="200672" cy="81533"/>
            </a:xfrm>
            <a:custGeom>
              <a:avLst/>
              <a:gdLst/>
              <a:ahLst/>
              <a:cxnLst/>
              <a:rect l="l" t="t" r="r" b="b"/>
              <a:pathLst>
                <a:path w="6478" h="2632" fill="none" extrusionOk="0">
                  <a:moveTo>
                    <a:pt x="0" y="0"/>
                  </a:moveTo>
                  <a:cubicBezTo>
                    <a:pt x="0" y="0"/>
                    <a:pt x="4775" y="2537"/>
                    <a:pt x="6477" y="2632"/>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5"/>
            <p:cNvSpPr/>
            <p:nvPr/>
          </p:nvSpPr>
          <p:spPr>
            <a:xfrm>
              <a:off x="3598338" y="4180355"/>
              <a:ext cx="120286" cy="234964"/>
            </a:xfrm>
            <a:custGeom>
              <a:avLst/>
              <a:gdLst/>
              <a:ahLst/>
              <a:cxnLst/>
              <a:rect l="l" t="t" r="r" b="b"/>
              <a:pathLst>
                <a:path w="3883" h="7585" fill="none" extrusionOk="0">
                  <a:moveTo>
                    <a:pt x="1" y="7584"/>
                  </a:moveTo>
                  <a:cubicBezTo>
                    <a:pt x="1" y="7584"/>
                    <a:pt x="2656" y="3429"/>
                    <a:pt x="3882" y="0"/>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5"/>
            <p:cNvSpPr/>
            <p:nvPr/>
          </p:nvSpPr>
          <p:spPr>
            <a:xfrm>
              <a:off x="4343378" y="2851110"/>
              <a:ext cx="506048" cy="711305"/>
            </a:xfrm>
            <a:custGeom>
              <a:avLst/>
              <a:gdLst/>
              <a:ahLst/>
              <a:cxnLst/>
              <a:rect l="l" t="t" r="r" b="b"/>
              <a:pathLst>
                <a:path w="16336" h="22962" extrusionOk="0">
                  <a:moveTo>
                    <a:pt x="8037" y="0"/>
                  </a:moveTo>
                  <a:cubicBezTo>
                    <a:pt x="8037" y="0"/>
                    <a:pt x="7323" y="3977"/>
                    <a:pt x="465" y="8680"/>
                  </a:cubicBezTo>
                  <a:cubicBezTo>
                    <a:pt x="465" y="8680"/>
                    <a:pt x="0" y="14550"/>
                    <a:pt x="977" y="16788"/>
                  </a:cubicBezTo>
                  <a:cubicBezTo>
                    <a:pt x="1965" y="19014"/>
                    <a:pt x="5227" y="22408"/>
                    <a:pt x="8502" y="22932"/>
                  </a:cubicBezTo>
                  <a:cubicBezTo>
                    <a:pt x="8627" y="22952"/>
                    <a:pt x="8753" y="22961"/>
                    <a:pt x="8882" y="22961"/>
                  </a:cubicBezTo>
                  <a:cubicBezTo>
                    <a:pt x="12117" y="22961"/>
                    <a:pt x="16336" y="16859"/>
                    <a:pt x="16336" y="16859"/>
                  </a:cubicBezTo>
                  <a:cubicBezTo>
                    <a:pt x="16336" y="16859"/>
                    <a:pt x="16014" y="13919"/>
                    <a:pt x="15681" y="10787"/>
                  </a:cubicBezTo>
                  <a:lnTo>
                    <a:pt x="15360" y="7644"/>
                  </a:lnTo>
                  <a:cubicBezTo>
                    <a:pt x="15360" y="7644"/>
                    <a:pt x="13062" y="6013"/>
                    <a:pt x="11561" y="3655"/>
                  </a:cubicBezTo>
                  <a:cubicBezTo>
                    <a:pt x="10061" y="1310"/>
                    <a:pt x="8037" y="0"/>
                    <a:pt x="8037" y="0"/>
                  </a:cubicBezTo>
                  <a:close/>
                </a:path>
              </a:pathLst>
            </a:custGeom>
            <a:solidFill>
              <a:srgbClr val="F2C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5"/>
            <p:cNvSpPr/>
            <p:nvPr/>
          </p:nvSpPr>
          <p:spPr>
            <a:xfrm>
              <a:off x="4273306" y="3173183"/>
              <a:ext cx="90764" cy="165544"/>
            </a:xfrm>
            <a:custGeom>
              <a:avLst/>
              <a:gdLst/>
              <a:ahLst/>
              <a:cxnLst/>
              <a:rect l="l" t="t" r="r" b="b"/>
              <a:pathLst>
                <a:path w="2930" h="5344" extrusionOk="0">
                  <a:moveTo>
                    <a:pt x="1563" y="0"/>
                  </a:moveTo>
                  <a:cubicBezTo>
                    <a:pt x="1472" y="0"/>
                    <a:pt x="1376" y="14"/>
                    <a:pt x="1274" y="45"/>
                  </a:cubicBezTo>
                  <a:cubicBezTo>
                    <a:pt x="429" y="319"/>
                    <a:pt x="0" y="4891"/>
                    <a:pt x="2929" y="5343"/>
                  </a:cubicBezTo>
                  <a:cubicBezTo>
                    <a:pt x="2643" y="4010"/>
                    <a:pt x="2584" y="2212"/>
                    <a:pt x="2620" y="759"/>
                  </a:cubicBezTo>
                  <a:cubicBezTo>
                    <a:pt x="2620" y="759"/>
                    <a:pt x="2240" y="0"/>
                    <a:pt x="1563" y="0"/>
                  </a:cubicBezTo>
                  <a:close/>
                </a:path>
              </a:pathLst>
            </a:custGeom>
            <a:solidFill>
              <a:srgbClr val="F2C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5"/>
            <p:cNvSpPr/>
            <p:nvPr/>
          </p:nvSpPr>
          <p:spPr>
            <a:xfrm>
              <a:off x="4445541" y="3144312"/>
              <a:ext cx="71217" cy="95937"/>
            </a:xfrm>
            <a:custGeom>
              <a:avLst/>
              <a:gdLst/>
              <a:ahLst/>
              <a:cxnLst/>
              <a:rect l="l" t="t" r="r" b="b"/>
              <a:pathLst>
                <a:path w="2299" h="3097" extrusionOk="0">
                  <a:moveTo>
                    <a:pt x="1155" y="1"/>
                  </a:moveTo>
                  <a:cubicBezTo>
                    <a:pt x="512" y="1"/>
                    <a:pt x="0" y="691"/>
                    <a:pt x="0" y="1548"/>
                  </a:cubicBezTo>
                  <a:cubicBezTo>
                    <a:pt x="0" y="2406"/>
                    <a:pt x="512" y="3096"/>
                    <a:pt x="1155" y="3096"/>
                  </a:cubicBezTo>
                  <a:cubicBezTo>
                    <a:pt x="1786" y="3096"/>
                    <a:pt x="2298" y="2406"/>
                    <a:pt x="2298" y="1548"/>
                  </a:cubicBezTo>
                  <a:cubicBezTo>
                    <a:pt x="2298" y="691"/>
                    <a:pt x="1786" y="1"/>
                    <a:pt x="115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5"/>
            <p:cNvSpPr/>
            <p:nvPr/>
          </p:nvSpPr>
          <p:spPr>
            <a:xfrm>
              <a:off x="4680103" y="3144312"/>
              <a:ext cx="71217" cy="95937"/>
            </a:xfrm>
            <a:custGeom>
              <a:avLst/>
              <a:gdLst/>
              <a:ahLst/>
              <a:cxnLst/>
              <a:rect l="l" t="t" r="r" b="b"/>
              <a:pathLst>
                <a:path w="2299" h="3097" extrusionOk="0">
                  <a:moveTo>
                    <a:pt x="1156" y="1"/>
                  </a:moveTo>
                  <a:cubicBezTo>
                    <a:pt x="525" y="1"/>
                    <a:pt x="1" y="691"/>
                    <a:pt x="1" y="1548"/>
                  </a:cubicBezTo>
                  <a:cubicBezTo>
                    <a:pt x="1" y="2406"/>
                    <a:pt x="525" y="3096"/>
                    <a:pt x="1156" y="3096"/>
                  </a:cubicBezTo>
                  <a:cubicBezTo>
                    <a:pt x="1787" y="3096"/>
                    <a:pt x="2299" y="2406"/>
                    <a:pt x="2299" y="1548"/>
                  </a:cubicBezTo>
                  <a:cubicBezTo>
                    <a:pt x="2299" y="691"/>
                    <a:pt x="1787" y="1"/>
                    <a:pt x="115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5"/>
            <p:cNvSpPr/>
            <p:nvPr/>
          </p:nvSpPr>
          <p:spPr>
            <a:xfrm>
              <a:off x="4548820" y="3107449"/>
              <a:ext cx="47241" cy="201013"/>
            </a:xfrm>
            <a:custGeom>
              <a:avLst/>
              <a:gdLst/>
              <a:ahLst/>
              <a:cxnLst/>
              <a:rect l="l" t="t" r="r" b="b"/>
              <a:pathLst>
                <a:path w="1525" h="6489" extrusionOk="0">
                  <a:moveTo>
                    <a:pt x="1310" y="0"/>
                  </a:moveTo>
                  <a:cubicBezTo>
                    <a:pt x="1215" y="0"/>
                    <a:pt x="1119" y="83"/>
                    <a:pt x="1119" y="191"/>
                  </a:cubicBezTo>
                  <a:cubicBezTo>
                    <a:pt x="1119" y="226"/>
                    <a:pt x="1072" y="2643"/>
                    <a:pt x="417" y="3798"/>
                  </a:cubicBezTo>
                  <a:cubicBezTo>
                    <a:pt x="84" y="4405"/>
                    <a:pt x="0" y="5013"/>
                    <a:pt x="215" y="5536"/>
                  </a:cubicBezTo>
                  <a:cubicBezTo>
                    <a:pt x="393" y="5977"/>
                    <a:pt x="798" y="6334"/>
                    <a:pt x="1250" y="6477"/>
                  </a:cubicBezTo>
                  <a:cubicBezTo>
                    <a:pt x="1274" y="6489"/>
                    <a:pt x="1298" y="6489"/>
                    <a:pt x="1310" y="6489"/>
                  </a:cubicBezTo>
                  <a:cubicBezTo>
                    <a:pt x="1393" y="6489"/>
                    <a:pt x="1477" y="6429"/>
                    <a:pt x="1489" y="6334"/>
                  </a:cubicBezTo>
                  <a:cubicBezTo>
                    <a:pt x="1524" y="6239"/>
                    <a:pt x="1465" y="6120"/>
                    <a:pt x="1358" y="6084"/>
                  </a:cubicBezTo>
                  <a:cubicBezTo>
                    <a:pt x="1012" y="5977"/>
                    <a:pt x="715" y="5727"/>
                    <a:pt x="584" y="5382"/>
                  </a:cubicBezTo>
                  <a:cubicBezTo>
                    <a:pt x="465" y="5108"/>
                    <a:pt x="405" y="4632"/>
                    <a:pt x="762" y="4001"/>
                  </a:cubicBezTo>
                  <a:cubicBezTo>
                    <a:pt x="1465" y="2750"/>
                    <a:pt x="1512" y="310"/>
                    <a:pt x="1512" y="202"/>
                  </a:cubicBezTo>
                  <a:cubicBezTo>
                    <a:pt x="1512" y="83"/>
                    <a:pt x="1417" y="0"/>
                    <a:pt x="13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5"/>
            <p:cNvSpPr/>
            <p:nvPr/>
          </p:nvSpPr>
          <p:spPr>
            <a:xfrm>
              <a:off x="4485378" y="3359575"/>
              <a:ext cx="31380" cy="18617"/>
            </a:xfrm>
            <a:custGeom>
              <a:avLst/>
              <a:gdLst/>
              <a:ahLst/>
              <a:cxnLst/>
              <a:rect l="l" t="t" r="r" b="b"/>
              <a:pathLst>
                <a:path w="1013" h="601" extrusionOk="0">
                  <a:moveTo>
                    <a:pt x="221" y="0"/>
                  </a:moveTo>
                  <a:cubicBezTo>
                    <a:pt x="140" y="0"/>
                    <a:pt x="66" y="54"/>
                    <a:pt x="48" y="136"/>
                  </a:cubicBezTo>
                  <a:cubicBezTo>
                    <a:pt x="0" y="243"/>
                    <a:pt x="60" y="362"/>
                    <a:pt x="167" y="386"/>
                  </a:cubicBezTo>
                  <a:lnTo>
                    <a:pt x="715" y="576"/>
                  </a:lnTo>
                  <a:cubicBezTo>
                    <a:pt x="727" y="600"/>
                    <a:pt x="762" y="600"/>
                    <a:pt x="774" y="600"/>
                  </a:cubicBezTo>
                  <a:cubicBezTo>
                    <a:pt x="858" y="600"/>
                    <a:pt x="941" y="553"/>
                    <a:pt x="965" y="457"/>
                  </a:cubicBezTo>
                  <a:cubicBezTo>
                    <a:pt x="1012" y="362"/>
                    <a:pt x="953" y="243"/>
                    <a:pt x="846" y="207"/>
                  </a:cubicBezTo>
                  <a:lnTo>
                    <a:pt x="298" y="17"/>
                  </a:lnTo>
                  <a:cubicBezTo>
                    <a:pt x="273" y="5"/>
                    <a:pt x="246" y="0"/>
                    <a:pt x="2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5"/>
            <p:cNvSpPr/>
            <p:nvPr/>
          </p:nvSpPr>
          <p:spPr>
            <a:xfrm>
              <a:off x="4520786" y="3359141"/>
              <a:ext cx="174837" cy="27167"/>
            </a:xfrm>
            <a:custGeom>
              <a:avLst/>
              <a:gdLst/>
              <a:ahLst/>
              <a:cxnLst/>
              <a:rect l="l" t="t" r="r" b="b"/>
              <a:pathLst>
                <a:path w="5644" h="877" extrusionOk="0">
                  <a:moveTo>
                    <a:pt x="5414" y="0"/>
                  </a:moveTo>
                  <a:cubicBezTo>
                    <a:pt x="5387" y="0"/>
                    <a:pt x="5360" y="6"/>
                    <a:pt x="5334" y="19"/>
                  </a:cubicBezTo>
                  <a:cubicBezTo>
                    <a:pt x="4484" y="369"/>
                    <a:pt x="3326" y="462"/>
                    <a:pt x="2328" y="462"/>
                  </a:cubicBezTo>
                  <a:cubicBezTo>
                    <a:pt x="1188" y="462"/>
                    <a:pt x="258" y="340"/>
                    <a:pt x="238" y="340"/>
                  </a:cubicBezTo>
                  <a:cubicBezTo>
                    <a:pt x="232" y="340"/>
                    <a:pt x="225" y="339"/>
                    <a:pt x="218" y="339"/>
                  </a:cubicBezTo>
                  <a:cubicBezTo>
                    <a:pt x="119" y="339"/>
                    <a:pt x="35" y="419"/>
                    <a:pt x="12" y="519"/>
                  </a:cubicBezTo>
                  <a:cubicBezTo>
                    <a:pt x="0" y="626"/>
                    <a:pt x="96" y="733"/>
                    <a:pt x="191" y="745"/>
                  </a:cubicBezTo>
                  <a:cubicBezTo>
                    <a:pt x="274" y="757"/>
                    <a:pt x="1191" y="876"/>
                    <a:pt x="2322" y="876"/>
                  </a:cubicBezTo>
                  <a:cubicBezTo>
                    <a:pt x="3346" y="876"/>
                    <a:pt x="4572" y="769"/>
                    <a:pt x="5489" y="388"/>
                  </a:cubicBezTo>
                  <a:cubicBezTo>
                    <a:pt x="5596" y="340"/>
                    <a:pt x="5644" y="221"/>
                    <a:pt x="5596" y="114"/>
                  </a:cubicBezTo>
                  <a:cubicBezTo>
                    <a:pt x="5561" y="44"/>
                    <a:pt x="5488" y="0"/>
                    <a:pt x="541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5"/>
            <p:cNvSpPr/>
            <p:nvPr/>
          </p:nvSpPr>
          <p:spPr>
            <a:xfrm>
              <a:off x="4409762" y="3055747"/>
              <a:ext cx="125056" cy="26641"/>
            </a:xfrm>
            <a:custGeom>
              <a:avLst/>
              <a:gdLst/>
              <a:ahLst/>
              <a:cxnLst/>
              <a:rect l="l" t="t" r="r" b="b"/>
              <a:pathLst>
                <a:path w="4037" h="860" extrusionOk="0">
                  <a:moveTo>
                    <a:pt x="2197" y="1"/>
                  </a:moveTo>
                  <a:cubicBezTo>
                    <a:pt x="1597" y="1"/>
                    <a:pt x="883" y="114"/>
                    <a:pt x="132" y="478"/>
                  </a:cubicBezTo>
                  <a:cubicBezTo>
                    <a:pt x="48" y="526"/>
                    <a:pt x="1" y="645"/>
                    <a:pt x="48" y="740"/>
                  </a:cubicBezTo>
                  <a:cubicBezTo>
                    <a:pt x="72" y="824"/>
                    <a:pt x="143" y="859"/>
                    <a:pt x="227" y="859"/>
                  </a:cubicBezTo>
                  <a:cubicBezTo>
                    <a:pt x="251" y="859"/>
                    <a:pt x="286" y="847"/>
                    <a:pt x="310" y="847"/>
                  </a:cubicBezTo>
                  <a:cubicBezTo>
                    <a:pt x="994" y="519"/>
                    <a:pt x="1652" y="418"/>
                    <a:pt x="2204" y="418"/>
                  </a:cubicBezTo>
                  <a:cubicBezTo>
                    <a:pt x="3093" y="418"/>
                    <a:pt x="3708" y="681"/>
                    <a:pt x="3715" y="681"/>
                  </a:cubicBezTo>
                  <a:cubicBezTo>
                    <a:pt x="3744" y="694"/>
                    <a:pt x="3774" y="699"/>
                    <a:pt x="3802" y="699"/>
                  </a:cubicBezTo>
                  <a:cubicBezTo>
                    <a:pt x="3881" y="699"/>
                    <a:pt x="3954" y="655"/>
                    <a:pt x="3989" y="586"/>
                  </a:cubicBezTo>
                  <a:cubicBezTo>
                    <a:pt x="4037" y="478"/>
                    <a:pt x="3989" y="359"/>
                    <a:pt x="3882" y="312"/>
                  </a:cubicBezTo>
                  <a:cubicBezTo>
                    <a:pt x="3838" y="297"/>
                    <a:pt x="3167" y="1"/>
                    <a:pt x="219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5"/>
            <p:cNvSpPr/>
            <p:nvPr/>
          </p:nvSpPr>
          <p:spPr>
            <a:xfrm>
              <a:off x="4662043" y="3051782"/>
              <a:ext cx="140917" cy="23357"/>
            </a:xfrm>
            <a:custGeom>
              <a:avLst/>
              <a:gdLst/>
              <a:ahLst/>
              <a:cxnLst/>
              <a:rect l="l" t="t" r="r" b="b"/>
              <a:pathLst>
                <a:path w="4549" h="754" extrusionOk="0">
                  <a:moveTo>
                    <a:pt x="2336" y="0"/>
                  </a:moveTo>
                  <a:cubicBezTo>
                    <a:pt x="1119" y="0"/>
                    <a:pt x="218" y="345"/>
                    <a:pt x="155" y="368"/>
                  </a:cubicBezTo>
                  <a:cubicBezTo>
                    <a:pt x="60" y="392"/>
                    <a:pt x="0" y="511"/>
                    <a:pt x="36" y="618"/>
                  </a:cubicBezTo>
                  <a:cubicBezTo>
                    <a:pt x="63" y="700"/>
                    <a:pt x="139" y="754"/>
                    <a:pt x="221" y="754"/>
                  </a:cubicBezTo>
                  <a:cubicBezTo>
                    <a:pt x="246" y="754"/>
                    <a:pt x="273" y="749"/>
                    <a:pt x="298" y="737"/>
                  </a:cubicBezTo>
                  <a:cubicBezTo>
                    <a:pt x="314" y="729"/>
                    <a:pt x="1175" y="407"/>
                    <a:pt x="2334" y="407"/>
                  </a:cubicBezTo>
                  <a:cubicBezTo>
                    <a:pt x="2920" y="407"/>
                    <a:pt x="3583" y="489"/>
                    <a:pt x="4251" y="737"/>
                  </a:cubicBezTo>
                  <a:cubicBezTo>
                    <a:pt x="4287" y="749"/>
                    <a:pt x="4299" y="749"/>
                    <a:pt x="4322" y="749"/>
                  </a:cubicBezTo>
                  <a:cubicBezTo>
                    <a:pt x="4418" y="749"/>
                    <a:pt x="4489" y="714"/>
                    <a:pt x="4513" y="618"/>
                  </a:cubicBezTo>
                  <a:cubicBezTo>
                    <a:pt x="4549" y="511"/>
                    <a:pt x="4501" y="416"/>
                    <a:pt x="4406" y="368"/>
                  </a:cubicBezTo>
                  <a:cubicBezTo>
                    <a:pt x="3680" y="92"/>
                    <a:pt x="2966" y="0"/>
                    <a:pt x="23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5"/>
            <p:cNvSpPr/>
            <p:nvPr/>
          </p:nvSpPr>
          <p:spPr>
            <a:xfrm>
              <a:off x="4113586" y="3193411"/>
              <a:ext cx="78218" cy="494958"/>
            </a:xfrm>
            <a:custGeom>
              <a:avLst/>
              <a:gdLst/>
              <a:ahLst/>
              <a:cxnLst/>
              <a:rect l="l" t="t" r="r" b="b"/>
              <a:pathLst>
                <a:path w="2525" h="15978" extrusionOk="0">
                  <a:moveTo>
                    <a:pt x="2288" y="1"/>
                  </a:moveTo>
                  <a:cubicBezTo>
                    <a:pt x="2246" y="1"/>
                    <a:pt x="2204" y="16"/>
                    <a:pt x="2168" y="47"/>
                  </a:cubicBezTo>
                  <a:cubicBezTo>
                    <a:pt x="2084" y="130"/>
                    <a:pt x="144" y="1773"/>
                    <a:pt x="48" y="4964"/>
                  </a:cubicBezTo>
                  <a:cubicBezTo>
                    <a:pt x="1" y="6643"/>
                    <a:pt x="465" y="7595"/>
                    <a:pt x="930" y="8500"/>
                  </a:cubicBezTo>
                  <a:cubicBezTo>
                    <a:pt x="1346" y="9357"/>
                    <a:pt x="1751" y="10155"/>
                    <a:pt x="1787" y="11560"/>
                  </a:cubicBezTo>
                  <a:cubicBezTo>
                    <a:pt x="1882" y="14441"/>
                    <a:pt x="1108" y="15644"/>
                    <a:pt x="1108" y="15668"/>
                  </a:cubicBezTo>
                  <a:cubicBezTo>
                    <a:pt x="1049" y="15751"/>
                    <a:pt x="1072" y="15882"/>
                    <a:pt x="1168" y="15942"/>
                  </a:cubicBezTo>
                  <a:cubicBezTo>
                    <a:pt x="1191" y="15965"/>
                    <a:pt x="1227" y="15977"/>
                    <a:pt x="1275" y="15977"/>
                  </a:cubicBezTo>
                  <a:cubicBezTo>
                    <a:pt x="1334" y="15977"/>
                    <a:pt x="1406" y="15942"/>
                    <a:pt x="1430" y="15882"/>
                  </a:cubicBezTo>
                  <a:cubicBezTo>
                    <a:pt x="1465" y="15823"/>
                    <a:pt x="2287" y="14572"/>
                    <a:pt x="2192" y="11536"/>
                  </a:cubicBezTo>
                  <a:cubicBezTo>
                    <a:pt x="2144" y="10048"/>
                    <a:pt x="1715" y="9179"/>
                    <a:pt x="1287" y="8322"/>
                  </a:cubicBezTo>
                  <a:cubicBezTo>
                    <a:pt x="834" y="7417"/>
                    <a:pt x="406" y="6560"/>
                    <a:pt x="453" y="4976"/>
                  </a:cubicBezTo>
                  <a:cubicBezTo>
                    <a:pt x="525" y="1976"/>
                    <a:pt x="2406" y="380"/>
                    <a:pt x="2418" y="368"/>
                  </a:cubicBezTo>
                  <a:cubicBezTo>
                    <a:pt x="2501" y="285"/>
                    <a:pt x="2525" y="166"/>
                    <a:pt x="2442" y="83"/>
                  </a:cubicBezTo>
                  <a:cubicBezTo>
                    <a:pt x="2401" y="28"/>
                    <a:pt x="2344" y="1"/>
                    <a:pt x="228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5"/>
            <p:cNvSpPr/>
            <p:nvPr/>
          </p:nvSpPr>
          <p:spPr>
            <a:xfrm>
              <a:off x="5088758" y="3380825"/>
              <a:ext cx="73819" cy="384617"/>
            </a:xfrm>
            <a:custGeom>
              <a:avLst/>
              <a:gdLst/>
              <a:ahLst/>
              <a:cxnLst/>
              <a:rect l="l" t="t" r="r" b="b"/>
              <a:pathLst>
                <a:path w="2383" h="12416" extrusionOk="0">
                  <a:moveTo>
                    <a:pt x="1020" y="1"/>
                  </a:moveTo>
                  <a:cubicBezTo>
                    <a:pt x="981" y="1"/>
                    <a:pt x="941" y="11"/>
                    <a:pt x="906" y="33"/>
                  </a:cubicBezTo>
                  <a:cubicBezTo>
                    <a:pt x="823" y="93"/>
                    <a:pt x="787" y="224"/>
                    <a:pt x="846" y="307"/>
                  </a:cubicBezTo>
                  <a:cubicBezTo>
                    <a:pt x="870" y="343"/>
                    <a:pt x="1977" y="2129"/>
                    <a:pt x="1977" y="4093"/>
                  </a:cubicBezTo>
                  <a:cubicBezTo>
                    <a:pt x="1977" y="6022"/>
                    <a:pt x="1656" y="7510"/>
                    <a:pt x="834" y="9237"/>
                  </a:cubicBezTo>
                  <a:cubicBezTo>
                    <a:pt x="49" y="10927"/>
                    <a:pt x="13" y="12154"/>
                    <a:pt x="13" y="12201"/>
                  </a:cubicBezTo>
                  <a:cubicBezTo>
                    <a:pt x="1" y="12320"/>
                    <a:pt x="96" y="12416"/>
                    <a:pt x="215" y="12416"/>
                  </a:cubicBezTo>
                  <a:cubicBezTo>
                    <a:pt x="311" y="12416"/>
                    <a:pt x="406" y="12320"/>
                    <a:pt x="418" y="12190"/>
                  </a:cubicBezTo>
                  <a:cubicBezTo>
                    <a:pt x="418" y="12178"/>
                    <a:pt x="453" y="10987"/>
                    <a:pt x="1204" y="9392"/>
                  </a:cubicBezTo>
                  <a:cubicBezTo>
                    <a:pt x="2037" y="7606"/>
                    <a:pt x="2382" y="6070"/>
                    <a:pt x="2382" y="4081"/>
                  </a:cubicBezTo>
                  <a:cubicBezTo>
                    <a:pt x="2382" y="1998"/>
                    <a:pt x="1239" y="164"/>
                    <a:pt x="1192" y="93"/>
                  </a:cubicBezTo>
                  <a:cubicBezTo>
                    <a:pt x="1154" y="32"/>
                    <a:pt x="1088" y="1"/>
                    <a:pt x="102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5"/>
            <p:cNvSpPr/>
            <p:nvPr/>
          </p:nvSpPr>
          <p:spPr>
            <a:xfrm>
              <a:off x="4584971" y="2844295"/>
              <a:ext cx="240478" cy="249152"/>
            </a:xfrm>
            <a:custGeom>
              <a:avLst/>
              <a:gdLst/>
              <a:ahLst/>
              <a:cxnLst/>
              <a:rect l="l" t="t" r="r" b="b"/>
              <a:pathLst>
                <a:path w="7763" h="8043" extrusionOk="0">
                  <a:moveTo>
                    <a:pt x="234" y="1"/>
                  </a:moveTo>
                  <a:cubicBezTo>
                    <a:pt x="198" y="1"/>
                    <a:pt x="163" y="10"/>
                    <a:pt x="131" y="30"/>
                  </a:cubicBezTo>
                  <a:cubicBezTo>
                    <a:pt x="48" y="65"/>
                    <a:pt x="0" y="208"/>
                    <a:pt x="60" y="292"/>
                  </a:cubicBezTo>
                  <a:cubicBezTo>
                    <a:pt x="71" y="327"/>
                    <a:pt x="1334" y="2590"/>
                    <a:pt x="2560" y="4149"/>
                  </a:cubicBezTo>
                  <a:cubicBezTo>
                    <a:pt x="4358" y="6471"/>
                    <a:pt x="7346" y="7971"/>
                    <a:pt x="7465" y="8031"/>
                  </a:cubicBezTo>
                  <a:cubicBezTo>
                    <a:pt x="7501" y="8043"/>
                    <a:pt x="7525" y="8043"/>
                    <a:pt x="7561" y="8043"/>
                  </a:cubicBezTo>
                  <a:cubicBezTo>
                    <a:pt x="7632" y="8043"/>
                    <a:pt x="7703" y="8007"/>
                    <a:pt x="7727" y="7924"/>
                  </a:cubicBezTo>
                  <a:cubicBezTo>
                    <a:pt x="7763" y="7828"/>
                    <a:pt x="7739" y="7709"/>
                    <a:pt x="7632" y="7662"/>
                  </a:cubicBezTo>
                  <a:cubicBezTo>
                    <a:pt x="7608" y="7650"/>
                    <a:pt x="4608" y="6138"/>
                    <a:pt x="2869" y="3899"/>
                  </a:cubicBezTo>
                  <a:cubicBezTo>
                    <a:pt x="1667" y="2351"/>
                    <a:pt x="417" y="125"/>
                    <a:pt x="405" y="101"/>
                  </a:cubicBezTo>
                  <a:cubicBezTo>
                    <a:pt x="373" y="38"/>
                    <a:pt x="304" y="1"/>
                    <a:pt x="23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5"/>
            <p:cNvSpPr/>
            <p:nvPr/>
          </p:nvSpPr>
          <p:spPr>
            <a:xfrm>
              <a:off x="4193632" y="3457464"/>
              <a:ext cx="812540" cy="570637"/>
            </a:xfrm>
            <a:custGeom>
              <a:avLst/>
              <a:gdLst/>
              <a:ahLst/>
              <a:cxnLst/>
              <a:rect l="l" t="t" r="r" b="b"/>
              <a:pathLst>
                <a:path w="26230" h="18421" extrusionOk="0">
                  <a:moveTo>
                    <a:pt x="18955" y="0"/>
                  </a:moveTo>
                  <a:lnTo>
                    <a:pt x="18955" y="0"/>
                  </a:lnTo>
                  <a:cubicBezTo>
                    <a:pt x="17457" y="1620"/>
                    <a:pt x="15442" y="3374"/>
                    <a:pt x="13710" y="3374"/>
                  </a:cubicBezTo>
                  <a:cubicBezTo>
                    <a:pt x="13584" y="3374"/>
                    <a:pt x="13459" y="3365"/>
                    <a:pt x="13336" y="3346"/>
                  </a:cubicBezTo>
                  <a:cubicBezTo>
                    <a:pt x="12062" y="3131"/>
                    <a:pt x="10799" y="2512"/>
                    <a:pt x="9668" y="1679"/>
                  </a:cubicBezTo>
                  <a:lnTo>
                    <a:pt x="9668" y="1679"/>
                  </a:lnTo>
                  <a:cubicBezTo>
                    <a:pt x="9716" y="3774"/>
                    <a:pt x="9716" y="8072"/>
                    <a:pt x="8990" y="9727"/>
                  </a:cubicBezTo>
                  <a:cubicBezTo>
                    <a:pt x="8013" y="11966"/>
                    <a:pt x="1" y="13097"/>
                    <a:pt x="1" y="13097"/>
                  </a:cubicBezTo>
                  <a:cubicBezTo>
                    <a:pt x="1" y="13097"/>
                    <a:pt x="5954" y="17716"/>
                    <a:pt x="13728" y="18371"/>
                  </a:cubicBezTo>
                  <a:cubicBezTo>
                    <a:pt x="14135" y="18405"/>
                    <a:pt x="14533" y="18421"/>
                    <a:pt x="14923" y="18421"/>
                  </a:cubicBezTo>
                  <a:cubicBezTo>
                    <a:pt x="21995" y="18421"/>
                    <a:pt x="26230" y="13180"/>
                    <a:pt x="26230" y="13180"/>
                  </a:cubicBezTo>
                  <a:cubicBezTo>
                    <a:pt x="26230" y="13180"/>
                    <a:pt x="20277" y="12930"/>
                    <a:pt x="18812" y="9727"/>
                  </a:cubicBezTo>
                  <a:cubicBezTo>
                    <a:pt x="18098" y="8180"/>
                    <a:pt x="18634" y="2691"/>
                    <a:pt x="18955" y="0"/>
                  </a:cubicBezTo>
                  <a:close/>
                </a:path>
              </a:pathLst>
            </a:custGeom>
            <a:solidFill>
              <a:srgbClr val="F2C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5"/>
            <p:cNvSpPr/>
            <p:nvPr/>
          </p:nvSpPr>
          <p:spPr>
            <a:xfrm>
              <a:off x="3513521" y="3570624"/>
              <a:ext cx="437093" cy="912938"/>
            </a:xfrm>
            <a:custGeom>
              <a:avLst/>
              <a:gdLst/>
              <a:ahLst/>
              <a:cxnLst/>
              <a:rect l="l" t="t" r="r" b="b"/>
              <a:pathLst>
                <a:path w="14110" h="29471" extrusionOk="0">
                  <a:moveTo>
                    <a:pt x="6358" y="0"/>
                  </a:moveTo>
                  <a:cubicBezTo>
                    <a:pt x="6137" y="0"/>
                    <a:pt x="5903" y="24"/>
                    <a:pt x="5656" y="74"/>
                  </a:cubicBezTo>
                  <a:cubicBezTo>
                    <a:pt x="1917" y="836"/>
                    <a:pt x="0" y="9599"/>
                    <a:pt x="2263" y="16314"/>
                  </a:cubicBezTo>
                  <a:cubicBezTo>
                    <a:pt x="4525" y="23029"/>
                    <a:pt x="10442" y="27815"/>
                    <a:pt x="10442" y="27815"/>
                  </a:cubicBezTo>
                  <a:cubicBezTo>
                    <a:pt x="12371" y="29220"/>
                    <a:pt x="14109" y="29470"/>
                    <a:pt x="14109" y="29470"/>
                  </a:cubicBezTo>
                  <a:lnTo>
                    <a:pt x="12704" y="27256"/>
                  </a:lnTo>
                  <a:cubicBezTo>
                    <a:pt x="11323" y="25041"/>
                    <a:pt x="10883" y="13349"/>
                    <a:pt x="10442" y="8920"/>
                  </a:cubicBezTo>
                  <a:cubicBezTo>
                    <a:pt x="10042" y="4772"/>
                    <a:pt x="9486" y="0"/>
                    <a:pt x="63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5"/>
            <p:cNvSpPr/>
            <p:nvPr/>
          </p:nvSpPr>
          <p:spPr>
            <a:xfrm>
              <a:off x="3602396" y="3573629"/>
              <a:ext cx="348218" cy="910305"/>
            </a:xfrm>
            <a:custGeom>
              <a:avLst/>
              <a:gdLst/>
              <a:ahLst/>
              <a:cxnLst/>
              <a:rect l="l" t="t" r="r" b="b"/>
              <a:pathLst>
                <a:path w="11241" h="29386" fill="none" extrusionOk="0">
                  <a:moveTo>
                    <a:pt x="2787" y="0"/>
                  </a:moveTo>
                  <a:cubicBezTo>
                    <a:pt x="2787" y="0"/>
                    <a:pt x="1" y="19717"/>
                    <a:pt x="11240" y="29385"/>
                  </a:cubicBez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5"/>
            <p:cNvSpPr/>
            <p:nvPr/>
          </p:nvSpPr>
          <p:spPr>
            <a:xfrm>
              <a:off x="3563302" y="3770956"/>
              <a:ext cx="129858" cy="178183"/>
            </a:xfrm>
            <a:custGeom>
              <a:avLst/>
              <a:gdLst/>
              <a:ahLst/>
              <a:cxnLst/>
              <a:rect l="l" t="t" r="r" b="b"/>
              <a:pathLst>
                <a:path w="4192" h="5752" fill="none" extrusionOk="0">
                  <a:moveTo>
                    <a:pt x="1" y="0"/>
                  </a:moveTo>
                  <a:lnTo>
                    <a:pt x="4192" y="5751"/>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5"/>
            <p:cNvSpPr/>
            <p:nvPr/>
          </p:nvSpPr>
          <p:spPr>
            <a:xfrm>
              <a:off x="3718221" y="3846944"/>
              <a:ext cx="118799" cy="232362"/>
            </a:xfrm>
            <a:custGeom>
              <a:avLst/>
              <a:gdLst/>
              <a:ahLst/>
              <a:cxnLst/>
              <a:rect l="l" t="t" r="r" b="b"/>
              <a:pathLst>
                <a:path w="3835" h="7501" fill="none" extrusionOk="0">
                  <a:moveTo>
                    <a:pt x="0" y="7501"/>
                  </a:moveTo>
                  <a:lnTo>
                    <a:pt x="3834" y="0"/>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5"/>
            <p:cNvSpPr/>
            <p:nvPr/>
          </p:nvSpPr>
          <p:spPr>
            <a:xfrm>
              <a:off x="3615685" y="4154519"/>
              <a:ext cx="174125" cy="119914"/>
            </a:xfrm>
            <a:custGeom>
              <a:avLst/>
              <a:gdLst/>
              <a:ahLst/>
              <a:cxnLst/>
              <a:rect l="l" t="t" r="r" b="b"/>
              <a:pathLst>
                <a:path w="5621" h="3871" fill="none" extrusionOk="0">
                  <a:moveTo>
                    <a:pt x="0" y="1"/>
                  </a:moveTo>
                  <a:lnTo>
                    <a:pt x="5620" y="3870"/>
                  </a:lnTo>
                </a:path>
              </a:pathLst>
            </a:custGeom>
            <a:noFill/>
            <a:ln w="3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5"/>
            <p:cNvSpPr/>
            <p:nvPr/>
          </p:nvSpPr>
          <p:spPr>
            <a:xfrm>
              <a:off x="3620858" y="3862959"/>
              <a:ext cx="1947060" cy="1050013"/>
            </a:xfrm>
            <a:custGeom>
              <a:avLst/>
              <a:gdLst/>
              <a:ahLst/>
              <a:cxnLst/>
              <a:rect l="l" t="t" r="r" b="b"/>
              <a:pathLst>
                <a:path w="62854" h="33896" extrusionOk="0">
                  <a:moveTo>
                    <a:pt x="18242" y="1"/>
                  </a:moveTo>
                  <a:cubicBezTo>
                    <a:pt x="17215" y="1"/>
                    <a:pt x="13256" y="259"/>
                    <a:pt x="10990" y="4091"/>
                  </a:cubicBezTo>
                  <a:cubicBezTo>
                    <a:pt x="8370" y="8544"/>
                    <a:pt x="3322" y="19962"/>
                    <a:pt x="1655" y="25796"/>
                  </a:cubicBezTo>
                  <a:cubicBezTo>
                    <a:pt x="0" y="31630"/>
                    <a:pt x="4965" y="33547"/>
                    <a:pt x="12275" y="33547"/>
                  </a:cubicBezTo>
                  <a:cubicBezTo>
                    <a:pt x="17157" y="33547"/>
                    <a:pt x="32617" y="33896"/>
                    <a:pt x="43647" y="33896"/>
                  </a:cubicBezTo>
                  <a:cubicBezTo>
                    <a:pt x="49162" y="33896"/>
                    <a:pt x="53570" y="33809"/>
                    <a:pt x="54995" y="33547"/>
                  </a:cubicBezTo>
                  <a:cubicBezTo>
                    <a:pt x="59269" y="32761"/>
                    <a:pt x="62139" y="32939"/>
                    <a:pt x="62496" y="28665"/>
                  </a:cubicBezTo>
                  <a:cubicBezTo>
                    <a:pt x="62853" y="24415"/>
                    <a:pt x="54650" y="6531"/>
                    <a:pt x="53793" y="4436"/>
                  </a:cubicBezTo>
                  <a:cubicBezTo>
                    <a:pt x="52942" y="2413"/>
                    <a:pt x="49263" y="69"/>
                    <a:pt x="45164" y="69"/>
                  </a:cubicBezTo>
                  <a:cubicBezTo>
                    <a:pt x="45017" y="69"/>
                    <a:pt x="44869" y="72"/>
                    <a:pt x="44720" y="78"/>
                  </a:cubicBezTo>
                  <a:cubicBezTo>
                    <a:pt x="44720" y="78"/>
                    <a:pt x="40495" y="5319"/>
                    <a:pt x="33415" y="5319"/>
                  </a:cubicBezTo>
                  <a:cubicBezTo>
                    <a:pt x="33025" y="5319"/>
                    <a:pt x="32626" y="5303"/>
                    <a:pt x="32218" y="5269"/>
                  </a:cubicBezTo>
                  <a:cubicBezTo>
                    <a:pt x="24444" y="4626"/>
                    <a:pt x="18491" y="7"/>
                    <a:pt x="18491" y="7"/>
                  </a:cubicBezTo>
                  <a:cubicBezTo>
                    <a:pt x="18491" y="7"/>
                    <a:pt x="18402" y="1"/>
                    <a:pt x="182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5"/>
            <p:cNvSpPr/>
            <p:nvPr/>
          </p:nvSpPr>
          <p:spPr>
            <a:xfrm>
              <a:off x="4026199" y="4373251"/>
              <a:ext cx="1136379" cy="279882"/>
            </a:xfrm>
            <a:custGeom>
              <a:avLst/>
              <a:gdLst/>
              <a:ahLst/>
              <a:cxnLst/>
              <a:rect l="l" t="t" r="r" b="b"/>
              <a:pathLst>
                <a:path w="36684" h="9035" extrusionOk="0">
                  <a:moveTo>
                    <a:pt x="0" y="0"/>
                  </a:moveTo>
                  <a:lnTo>
                    <a:pt x="976" y="7108"/>
                  </a:lnTo>
                  <a:lnTo>
                    <a:pt x="3608" y="7823"/>
                  </a:lnTo>
                  <a:cubicBezTo>
                    <a:pt x="3608" y="7823"/>
                    <a:pt x="14348" y="9034"/>
                    <a:pt x="21478" y="9034"/>
                  </a:cubicBezTo>
                  <a:cubicBezTo>
                    <a:pt x="23316" y="9034"/>
                    <a:pt x="24914" y="8954"/>
                    <a:pt x="26027" y="8751"/>
                  </a:cubicBezTo>
                  <a:cubicBezTo>
                    <a:pt x="31444" y="7775"/>
                    <a:pt x="36278" y="6251"/>
                    <a:pt x="36278" y="6251"/>
                  </a:cubicBezTo>
                  <a:lnTo>
                    <a:pt x="36683" y="1357"/>
                  </a:lnTo>
                  <a:lnTo>
                    <a:pt x="36683" y="1357"/>
                  </a:lnTo>
                  <a:cubicBezTo>
                    <a:pt x="36683" y="1358"/>
                    <a:pt x="31563" y="8017"/>
                    <a:pt x="20765" y="8017"/>
                  </a:cubicBezTo>
                  <a:cubicBezTo>
                    <a:pt x="20167" y="8017"/>
                    <a:pt x="19552" y="7997"/>
                    <a:pt x="18919" y="7954"/>
                  </a:cubicBezTo>
                  <a:cubicBezTo>
                    <a:pt x="6823" y="7132"/>
                    <a:pt x="0" y="1"/>
                    <a:pt x="0" y="0"/>
                  </a:cubicBezTo>
                  <a:close/>
                </a:path>
              </a:pathLst>
            </a:custGeom>
            <a:solidFill>
              <a:srgbClr val="5F51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5"/>
            <p:cNvSpPr/>
            <p:nvPr/>
          </p:nvSpPr>
          <p:spPr>
            <a:xfrm>
              <a:off x="3779432" y="4555058"/>
              <a:ext cx="359649" cy="64588"/>
            </a:xfrm>
            <a:custGeom>
              <a:avLst/>
              <a:gdLst/>
              <a:ahLst/>
              <a:cxnLst/>
              <a:rect l="l" t="t" r="r" b="b"/>
              <a:pathLst>
                <a:path w="11610" h="2085" extrusionOk="0">
                  <a:moveTo>
                    <a:pt x="4621" y="0"/>
                  </a:moveTo>
                  <a:cubicBezTo>
                    <a:pt x="2066" y="0"/>
                    <a:pt x="174" y="1672"/>
                    <a:pt x="96" y="1739"/>
                  </a:cubicBezTo>
                  <a:cubicBezTo>
                    <a:pt x="13" y="1811"/>
                    <a:pt x="1" y="1930"/>
                    <a:pt x="72" y="2025"/>
                  </a:cubicBezTo>
                  <a:cubicBezTo>
                    <a:pt x="117" y="2064"/>
                    <a:pt x="173" y="2085"/>
                    <a:pt x="228" y="2085"/>
                  </a:cubicBezTo>
                  <a:cubicBezTo>
                    <a:pt x="274" y="2085"/>
                    <a:pt x="320" y="2070"/>
                    <a:pt x="358" y="2037"/>
                  </a:cubicBezTo>
                  <a:cubicBezTo>
                    <a:pt x="369" y="2015"/>
                    <a:pt x="2208" y="394"/>
                    <a:pt x="4613" y="394"/>
                  </a:cubicBezTo>
                  <a:cubicBezTo>
                    <a:pt x="4776" y="394"/>
                    <a:pt x="4941" y="402"/>
                    <a:pt x="5109" y="418"/>
                  </a:cubicBezTo>
                  <a:cubicBezTo>
                    <a:pt x="7787" y="668"/>
                    <a:pt x="11264" y="2049"/>
                    <a:pt x="11300" y="2073"/>
                  </a:cubicBezTo>
                  <a:cubicBezTo>
                    <a:pt x="11324" y="2085"/>
                    <a:pt x="11347" y="2085"/>
                    <a:pt x="11371" y="2085"/>
                  </a:cubicBezTo>
                  <a:cubicBezTo>
                    <a:pt x="11467" y="2085"/>
                    <a:pt x="11538" y="2025"/>
                    <a:pt x="11562" y="1977"/>
                  </a:cubicBezTo>
                  <a:cubicBezTo>
                    <a:pt x="11609" y="1870"/>
                    <a:pt x="11562" y="1751"/>
                    <a:pt x="11467" y="1715"/>
                  </a:cubicBezTo>
                  <a:cubicBezTo>
                    <a:pt x="11419" y="1692"/>
                    <a:pt x="7895" y="299"/>
                    <a:pt x="5156" y="25"/>
                  </a:cubicBezTo>
                  <a:cubicBezTo>
                    <a:pt x="4975" y="8"/>
                    <a:pt x="4796" y="0"/>
                    <a:pt x="46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5"/>
            <p:cNvSpPr/>
            <p:nvPr/>
          </p:nvSpPr>
          <p:spPr>
            <a:xfrm>
              <a:off x="3882339" y="4489975"/>
              <a:ext cx="99624" cy="83206"/>
            </a:xfrm>
            <a:custGeom>
              <a:avLst/>
              <a:gdLst/>
              <a:ahLst/>
              <a:cxnLst/>
              <a:rect l="l" t="t" r="r" b="b"/>
              <a:pathLst>
                <a:path w="3216" h="2686" extrusionOk="0">
                  <a:moveTo>
                    <a:pt x="240" y="1"/>
                  </a:moveTo>
                  <a:cubicBezTo>
                    <a:pt x="169" y="1"/>
                    <a:pt x="99" y="35"/>
                    <a:pt x="60" y="90"/>
                  </a:cubicBezTo>
                  <a:cubicBezTo>
                    <a:pt x="1" y="185"/>
                    <a:pt x="24" y="316"/>
                    <a:pt x="120" y="376"/>
                  </a:cubicBezTo>
                  <a:cubicBezTo>
                    <a:pt x="132" y="387"/>
                    <a:pt x="1679" y="1447"/>
                    <a:pt x="2870" y="2614"/>
                  </a:cubicBezTo>
                  <a:cubicBezTo>
                    <a:pt x="2906" y="2662"/>
                    <a:pt x="2965" y="2685"/>
                    <a:pt x="3001" y="2685"/>
                  </a:cubicBezTo>
                  <a:cubicBezTo>
                    <a:pt x="3061" y="2685"/>
                    <a:pt x="3108" y="2662"/>
                    <a:pt x="3144" y="2602"/>
                  </a:cubicBezTo>
                  <a:cubicBezTo>
                    <a:pt x="3215" y="2531"/>
                    <a:pt x="3215" y="2400"/>
                    <a:pt x="3144" y="2316"/>
                  </a:cubicBezTo>
                  <a:cubicBezTo>
                    <a:pt x="1929" y="1114"/>
                    <a:pt x="358" y="42"/>
                    <a:pt x="346" y="30"/>
                  </a:cubicBezTo>
                  <a:cubicBezTo>
                    <a:pt x="313" y="10"/>
                    <a:pt x="277" y="1"/>
                    <a:pt x="24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5"/>
            <p:cNvSpPr/>
            <p:nvPr/>
          </p:nvSpPr>
          <p:spPr>
            <a:xfrm>
              <a:off x="4016968" y="4346642"/>
              <a:ext cx="45754" cy="246829"/>
            </a:xfrm>
            <a:custGeom>
              <a:avLst/>
              <a:gdLst/>
              <a:ahLst/>
              <a:cxnLst/>
              <a:rect l="l" t="t" r="r" b="b"/>
              <a:pathLst>
                <a:path w="1477" h="7968" extrusionOk="0">
                  <a:moveTo>
                    <a:pt x="202" y="1"/>
                  </a:moveTo>
                  <a:cubicBezTo>
                    <a:pt x="195" y="1"/>
                    <a:pt x="187" y="1"/>
                    <a:pt x="179" y="2"/>
                  </a:cubicBezTo>
                  <a:cubicBezTo>
                    <a:pt x="72" y="14"/>
                    <a:pt x="0" y="121"/>
                    <a:pt x="12" y="228"/>
                  </a:cubicBezTo>
                  <a:lnTo>
                    <a:pt x="1072" y="7789"/>
                  </a:lnTo>
                  <a:cubicBezTo>
                    <a:pt x="1084" y="7884"/>
                    <a:pt x="1155" y="7967"/>
                    <a:pt x="1262" y="7967"/>
                  </a:cubicBezTo>
                  <a:cubicBezTo>
                    <a:pt x="1262" y="7967"/>
                    <a:pt x="1274" y="7967"/>
                    <a:pt x="1298" y="7943"/>
                  </a:cubicBezTo>
                  <a:cubicBezTo>
                    <a:pt x="1393" y="7931"/>
                    <a:pt x="1477" y="7824"/>
                    <a:pt x="1453" y="7729"/>
                  </a:cubicBezTo>
                  <a:lnTo>
                    <a:pt x="405" y="169"/>
                  </a:lnTo>
                  <a:cubicBezTo>
                    <a:pt x="383" y="69"/>
                    <a:pt x="300" y="1"/>
                    <a:pt x="20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5"/>
            <p:cNvSpPr/>
            <p:nvPr/>
          </p:nvSpPr>
          <p:spPr>
            <a:xfrm>
              <a:off x="5086559" y="4542234"/>
              <a:ext cx="291777" cy="51237"/>
            </a:xfrm>
            <a:custGeom>
              <a:avLst/>
              <a:gdLst/>
              <a:ahLst/>
              <a:cxnLst/>
              <a:rect l="l" t="t" r="r" b="b"/>
              <a:pathLst>
                <a:path w="9419" h="1654" extrusionOk="0">
                  <a:moveTo>
                    <a:pt x="5405" y="0"/>
                  </a:moveTo>
                  <a:cubicBezTo>
                    <a:pt x="2775" y="0"/>
                    <a:pt x="288" y="1182"/>
                    <a:pt x="132" y="1260"/>
                  </a:cubicBezTo>
                  <a:cubicBezTo>
                    <a:pt x="48" y="1308"/>
                    <a:pt x="1" y="1427"/>
                    <a:pt x="48" y="1534"/>
                  </a:cubicBezTo>
                  <a:cubicBezTo>
                    <a:pt x="72" y="1606"/>
                    <a:pt x="143" y="1653"/>
                    <a:pt x="227" y="1653"/>
                  </a:cubicBezTo>
                  <a:cubicBezTo>
                    <a:pt x="251" y="1653"/>
                    <a:pt x="286" y="1629"/>
                    <a:pt x="310" y="1629"/>
                  </a:cubicBezTo>
                  <a:cubicBezTo>
                    <a:pt x="350" y="1614"/>
                    <a:pt x="2849" y="421"/>
                    <a:pt x="5434" y="421"/>
                  </a:cubicBezTo>
                  <a:cubicBezTo>
                    <a:pt x="6724" y="421"/>
                    <a:pt x="8035" y="718"/>
                    <a:pt x="9073" y="1606"/>
                  </a:cubicBezTo>
                  <a:cubicBezTo>
                    <a:pt x="9115" y="1632"/>
                    <a:pt x="9162" y="1647"/>
                    <a:pt x="9207" y="1647"/>
                  </a:cubicBezTo>
                  <a:cubicBezTo>
                    <a:pt x="9264" y="1647"/>
                    <a:pt x="9319" y="1623"/>
                    <a:pt x="9359" y="1570"/>
                  </a:cubicBezTo>
                  <a:cubicBezTo>
                    <a:pt x="9418" y="1487"/>
                    <a:pt x="9418" y="1367"/>
                    <a:pt x="9335" y="1296"/>
                  </a:cubicBezTo>
                  <a:cubicBezTo>
                    <a:pt x="8195" y="323"/>
                    <a:pt x="6780" y="0"/>
                    <a:pt x="54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5"/>
            <p:cNvSpPr/>
            <p:nvPr/>
          </p:nvSpPr>
          <p:spPr>
            <a:xfrm>
              <a:off x="5143743" y="4372880"/>
              <a:ext cx="22149" cy="194012"/>
            </a:xfrm>
            <a:custGeom>
              <a:avLst/>
              <a:gdLst/>
              <a:ahLst/>
              <a:cxnLst/>
              <a:rect l="l" t="t" r="r" b="b"/>
              <a:pathLst>
                <a:path w="715" h="6263" extrusionOk="0">
                  <a:moveTo>
                    <a:pt x="500" y="0"/>
                  </a:moveTo>
                  <a:cubicBezTo>
                    <a:pt x="405" y="0"/>
                    <a:pt x="310" y="96"/>
                    <a:pt x="310" y="191"/>
                  </a:cubicBezTo>
                  <a:lnTo>
                    <a:pt x="12" y="6061"/>
                  </a:lnTo>
                  <a:cubicBezTo>
                    <a:pt x="0" y="6168"/>
                    <a:pt x="83" y="6263"/>
                    <a:pt x="202" y="6263"/>
                  </a:cubicBezTo>
                  <a:cubicBezTo>
                    <a:pt x="310" y="6263"/>
                    <a:pt x="405" y="6180"/>
                    <a:pt x="417" y="6072"/>
                  </a:cubicBezTo>
                  <a:lnTo>
                    <a:pt x="714" y="215"/>
                  </a:lnTo>
                  <a:cubicBezTo>
                    <a:pt x="714" y="107"/>
                    <a:pt x="619" y="0"/>
                    <a:pt x="52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5"/>
            <p:cNvSpPr/>
            <p:nvPr/>
          </p:nvSpPr>
          <p:spPr>
            <a:xfrm>
              <a:off x="5186895" y="4451810"/>
              <a:ext cx="132801" cy="103279"/>
            </a:xfrm>
            <a:custGeom>
              <a:avLst/>
              <a:gdLst/>
              <a:ahLst/>
              <a:cxnLst/>
              <a:rect l="l" t="t" r="r" b="b"/>
              <a:pathLst>
                <a:path w="4287" h="3334" extrusionOk="0">
                  <a:moveTo>
                    <a:pt x="4077" y="1"/>
                  </a:moveTo>
                  <a:cubicBezTo>
                    <a:pt x="4055" y="1"/>
                    <a:pt x="4033" y="4"/>
                    <a:pt x="4012" y="12"/>
                  </a:cubicBezTo>
                  <a:cubicBezTo>
                    <a:pt x="2012" y="679"/>
                    <a:pt x="143" y="2917"/>
                    <a:pt x="60" y="3001"/>
                  </a:cubicBezTo>
                  <a:cubicBezTo>
                    <a:pt x="0" y="3096"/>
                    <a:pt x="0" y="3215"/>
                    <a:pt x="95" y="3286"/>
                  </a:cubicBezTo>
                  <a:cubicBezTo>
                    <a:pt x="143" y="3322"/>
                    <a:pt x="179" y="3334"/>
                    <a:pt x="226" y="3334"/>
                  </a:cubicBezTo>
                  <a:cubicBezTo>
                    <a:pt x="286" y="3334"/>
                    <a:pt x="333" y="3298"/>
                    <a:pt x="357" y="3251"/>
                  </a:cubicBezTo>
                  <a:cubicBezTo>
                    <a:pt x="381" y="3239"/>
                    <a:pt x="2238" y="1024"/>
                    <a:pt x="4132" y="393"/>
                  </a:cubicBezTo>
                  <a:cubicBezTo>
                    <a:pt x="4251" y="369"/>
                    <a:pt x="4286" y="250"/>
                    <a:pt x="4262" y="143"/>
                  </a:cubicBezTo>
                  <a:cubicBezTo>
                    <a:pt x="4235" y="50"/>
                    <a:pt x="4156" y="1"/>
                    <a:pt x="40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5"/>
            <p:cNvSpPr/>
            <p:nvPr/>
          </p:nvSpPr>
          <p:spPr>
            <a:xfrm>
              <a:off x="4493123" y="3457464"/>
              <a:ext cx="287719" cy="137881"/>
            </a:xfrm>
            <a:custGeom>
              <a:avLst/>
              <a:gdLst/>
              <a:ahLst/>
              <a:cxnLst/>
              <a:rect l="l" t="t" r="r" b="b"/>
              <a:pathLst>
                <a:path w="9288" h="4451" extrusionOk="0">
                  <a:moveTo>
                    <a:pt x="9287" y="0"/>
                  </a:moveTo>
                  <a:lnTo>
                    <a:pt x="9287" y="0"/>
                  </a:lnTo>
                  <a:cubicBezTo>
                    <a:pt x="7789" y="1620"/>
                    <a:pt x="5774" y="3374"/>
                    <a:pt x="4042" y="3374"/>
                  </a:cubicBezTo>
                  <a:cubicBezTo>
                    <a:pt x="3916" y="3374"/>
                    <a:pt x="3791" y="3365"/>
                    <a:pt x="3668" y="3346"/>
                  </a:cubicBezTo>
                  <a:cubicBezTo>
                    <a:pt x="2394" y="3131"/>
                    <a:pt x="1131" y="2512"/>
                    <a:pt x="0" y="1679"/>
                  </a:cubicBezTo>
                  <a:lnTo>
                    <a:pt x="0" y="1679"/>
                  </a:lnTo>
                  <a:cubicBezTo>
                    <a:pt x="1" y="1679"/>
                    <a:pt x="3310" y="4451"/>
                    <a:pt x="6910" y="4451"/>
                  </a:cubicBezTo>
                  <a:cubicBezTo>
                    <a:pt x="7564" y="4451"/>
                    <a:pt x="8228" y="4359"/>
                    <a:pt x="8882" y="4143"/>
                  </a:cubicBezTo>
                  <a:cubicBezTo>
                    <a:pt x="8990" y="2596"/>
                    <a:pt x="9156" y="1084"/>
                    <a:pt x="928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5"/>
            <p:cNvSpPr/>
            <p:nvPr/>
          </p:nvSpPr>
          <p:spPr>
            <a:xfrm>
              <a:off x="4363668" y="3255335"/>
              <a:ext cx="92963" cy="60871"/>
            </a:xfrm>
            <a:custGeom>
              <a:avLst/>
              <a:gdLst/>
              <a:ahLst/>
              <a:cxnLst/>
              <a:rect l="l" t="t" r="r" b="b"/>
              <a:pathLst>
                <a:path w="3001" h="1965" extrusionOk="0">
                  <a:moveTo>
                    <a:pt x="1500" y="0"/>
                  </a:moveTo>
                  <a:cubicBezTo>
                    <a:pt x="667" y="0"/>
                    <a:pt x="0" y="441"/>
                    <a:pt x="0" y="977"/>
                  </a:cubicBezTo>
                  <a:cubicBezTo>
                    <a:pt x="0" y="1524"/>
                    <a:pt x="667" y="1965"/>
                    <a:pt x="1500" y="1965"/>
                  </a:cubicBezTo>
                  <a:cubicBezTo>
                    <a:pt x="2334" y="1965"/>
                    <a:pt x="3001" y="1524"/>
                    <a:pt x="3001" y="977"/>
                  </a:cubicBezTo>
                  <a:cubicBezTo>
                    <a:pt x="3001" y="441"/>
                    <a:pt x="2334" y="0"/>
                    <a:pt x="1500" y="0"/>
                  </a:cubicBezTo>
                  <a:close/>
                </a:path>
              </a:pathLst>
            </a:custGeom>
            <a:solidFill>
              <a:srgbClr val="DF7E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5"/>
            <p:cNvSpPr/>
            <p:nvPr/>
          </p:nvSpPr>
          <p:spPr>
            <a:xfrm>
              <a:off x="3620858" y="4566520"/>
              <a:ext cx="1937828" cy="347010"/>
            </a:xfrm>
            <a:custGeom>
              <a:avLst/>
              <a:gdLst/>
              <a:ahLst/>
              <a:cxnLst/>
              <a:rect l="l" t="t" r="r" b="b"/>
              <a:pathLst>
                <a:path w="62556" h="11202" extrusionOk="0">
                  <a:moveTo>
                    <a:pt x="2655" y="0"/>
                  </a:moveTo>
                  <a:cubicBezTo>
                    <a:pt x="2250" y="1131"/>
                    <a:pt x="1905" y="2179"/>
                    <a:pt x="1655" y="3096"/>
                  </a:cubicBezTo>
                  <a:cubicBezTo>
                    <a:pt x="0" y="8930"/>
                    <a:pt x="4965" y="10847"/>
                    <a:pt x="12275" y="10847"/>
                  </a:cubicBezTo>
                  <a:cubicBezTo>
                    <a:pt x="17157" y="10847"/>
                    <a:pt x="32617" y="11201"/>
                    <a:pt x="43647" y="11201"/>
                  </a:cubicBezTo>
                  <a:cubicBezTo>
                    <a:pt x="49162" y="11201"/>
                    <a:pt x="53570" y="11113"/>
                    <a:pt x="54995" y="10847"/>
                  </a:cubicBezTo>
                  <a:cubicBezTo>
                    <a:pt x="59269" y="10061"/>
                    <a:pt x="62139" y="10239"/>
                    <a:pt x="62496" y="5965"/>
                  </a:cubicBezTo>
                  <a:cubicBezTo>
                    <a:pt x="62556" y="5179"/>
                    <a:pt x="62329" y="3929"/>
                    <a:pt x="61913" y="2417"/>
                  </a:cubicBezTo>
                  <a:cubicBezTo>
                    <a:pt x="61091" y="4513"/>
                    <a:pt x="59448" y="7382"/>
                    <a:pt x="56317" y="8227"/>
                  </a:cubicBezTo>
                  <a:cubicBezTo>
                    <a:pt x="53729" y="8939"/>
                    <a:pt x="42122" y="9400"/>
                    <a:pt x="30686" y="9400"/>
                  </a:cubicBezTo>
                  <a:cubicBezTo>
                    <a:pt x="19551" y="9400"/>
                    <a:pt x="8577" y="8963"/>
                    <a:pt x="6251" y="7894"/>
                  </a:cubicBezTo>
                  <a:cubicBezTo>
                    <a:pt x="3846" y="6775"/>
                    <a:pt x="2953" y="3215"/>
                    <a:pt x="26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5"/>
            <p:cNvSpPr/>
            <p:nvPr/>
          </p:nvSpPr>
          <p:spPr>
            <a:xfrm>
              <a:off x="4734345" y="3255335"/>
              <a:ext cx="92963" cy="60871"/>
            </a:xfrm>
            <a:custGeom>
              <a:avLst/>
              <a:gdLst/>
              <a:ahLst/>
              <a:cxnLst/>
              <a:rect l="l" t="t" r="r" b="b"/>
              <a:pathLst>
                <a:path w="3001" h="1965" extrusionOk="0">
                  <a:moveTo>
                    <a:pt x="1500" y="0"/>
                  </a:moveTo>
                  <a:cubicBezTo>
                    <a:pt x="667" y="0"/>
                    <a:pt x="0" y="441"/>
                    <a:pt x="0" y="977"/>
                  </a:cubicBezTo>
                  <a:cubicBezTo>
                    <a:pt x="0" y="1524"/>
                    <a:pt x="667" y="1965"/>
                    <a:pt x="1500" y="1965"/>
                  </a:cubicBezTo>
                  <a:cubicBezTo>
                    <a:pt x="2334" y="1965"/>
                    <a:pt x="3000" y="1524"/>
                    <a:pt x="3000" y="977"/>
                  </a:cubicBezTo>
                  <a:cubicBezTo>
                    <a:pt x="3000" y="441"/>
                    <a:pt x="2334" y="0"/>
                    <a:pt x="1500" y="0"/>
                  </a:cubicBezTo>
                  <a:close/>
                </a:path>
              </a:pathLst>
            </a:custGeom>
            <a:solidFill>
              <a:srgbClr val="DF7E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5"/>
            <p:cNvSpPr/>
            <p:nvPr/>
          </p:nvSpPr>
          <p:spPr>
            <a:xfrm>
              <a:off x="4093327" y="4335614"/>
              <a:ext cx="1037158" cy="618187"/>
            </a:xfrm>
            <a:custGeom>
              <a:avLst/>
              <a:gdLst/>
              <a:ahLst/>
              <a:cxnLst/>
              <a:rect l="l" t="t" r="r" b="b"/>
              <a:pathLst>
                <a:path w="33481" h="19956" extrusionOk="0">
                  <a:moveTo>
                    <a:pt x="0" y="1"/>
                  </a:moveTo>
                  <a:lnTo>
                    <a:pt x="2750" y="19956"/>
                  </a:lnTo>
                  <a:lnTo>
                    <a:pt x="30563" y="19956"/>
                  </a:lnTo>
                  <a:lnTo>
                    <a:pt x="33480" y="1"/>
                  </a:lnTo>
                  <a:close/>
                </a:path>
              </a:pathLst>
            </a:custGeom>
            <a:solidFill>
              <a:srgbClr val="EAE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5"/>
            <p:cNvSpPr/>
            <p:nvPr/>
          </p:nvSpPr>
          <p:spPr>
            <a:xfrm>
              <a:off x="4093327" y="4302437"/>
              <a:ext cx="1037158" cy="33208"/>
            </a:xfrm>
            <a:custGeom>
              <a:avLst/>
              <a:gdLst/>
              <a:ahLst/>
              <a:cxnLst/>
              <a:rect l="l" t="t" r="r" b="b"/>
              <a:pathLst>
                <a:path w="33481" h="1072" extrusionOk="0">
                  <a:moveTo>
                    <a:pt x="619" y="0"/>
                  </a:moveTo>
                  <a:lnTo>
                    <a:pt x="0" y="1072"/>
                  </a:lnTo>
                  <a:lnTo>
                    <a:pt x="33480" y="1072"/>
                  </a:lnTo>
                  <a:lnTo>
                    <a:pt x="3307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5"/>
            <p:cNvSpPr/>
            <p:nvPr/>
          </p:nvSpPr>
          <p:spPr>
            <a:xfrm>
              <a:off x="4507496" y="4570578"/>
              <a:ext cx="184440" cy="184440"/>
            </a:xfrm>
            <a:custGeom>
              <a:avLst/>
              <a:gdLst/>
              <a:ahLst/>
              <a:cxnLst/>
              <a:rect l="l" t="t" r="r" b="b"/>
              <a:pathLst>
                <a:path w="5954" h="5954" extrusionOk="0">
                  <a:moveTo>
                    <a:pt x="2977" y="0"/>
                  </a:moveTo>
                  <a:cubicBezTo>
                    <a:pt x="1334" y="0"/>
                    <a:pt x="1" y="1334"/>
                    <a:pt x="1" y="2977"/>
                  </a:cubicBezTo>
                  <a:cubicBezTo>
                    <a:pt x="1" y="4620"/>
                    <a:pt x="1334" y="5953"/>
                    <a:pt x="2977" y="5953"/>
                  </a:cubicBezTo>
                  <a:cubicBezTo>
                    <a:pt x="4620" y="5953"/>
                    <a:pt x="5954" y="4620"/>
                    <a:pt x="5954" y="2977"/>
                  </a:cubicBezTo>
                  <a:cubicBezTo>
                    <a:pt x="5954" y="1334"/>
                    <a:pt x="4620" y="0"/>
                    <a:pt x="29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9" name="Google Shape;589;p25"/>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SETUP YOUR OWN TEAM</a:t>
            </a:r>
            <a:endParaRPr/>
          </a:p>
        </p:txBody>
      </p:sp>
      <p:grpSp>
        <p:nvGrpSpPr>
          <p:cNvPr id="590" name="Google Shape;590;p25"/>
          <p:cNvGrpSpPr/>
          <p:nvPr/>
        </p:nvGrpSpPr>
        <p:grpSpPr>
          <a:xfrm>
            <a:off x="944550" y="1879125"/>
            <a:ext cx="1189800" cy="611607"/>
            <a:chOff x="944550" y="1879125"/>
            <a:chExt cx="1189800" cy="611607"/>
          </a:xfrm>
        </p:grpSpPr>
        <p:sp>
          <p:nvSpPr>
            <p:cNvPr id="591" name="Google Shape;591;p25"/>
            <p:cNvSpPr txBox="1"/>
            <p:nvPr/>
          </p:nvSpPr>
          <p:spPr>
            <a:xfrm>
              <a:off x="944550" y="1879125"/>
              <a:ext cx="1189800" cy="183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b="1">
                  <a:solidFill>
                    <a:schemeClr val="dk1"/>
                  </a:solidFill>
                  <a:latin typeface="Fira Sans"/>
                  <a:ea typeface="Fira Sans"/>
                  <a:cs typeface="Fira Sans"/>
                  <a:sym typeface="Fira Sans"/>
                </a:rPr>
                <a:t>A</a:t>
              </a:r>
              <a:endParaRPr b="1">
                <a:solidFill>
                  <a:schemeClr val="dk1"/>
                </a:solidFill>
                <a:latin typeface="Fira Sans"/>
                <a:ea typeface="Fira Sans"/>
                <a:cs typeface="Fira Sans"/>
                <a:sym typeface="Fira Sans"/>
              </a:endParaRPr>
            </a:p>
          </p:txBody>
        </p:sp>
        <p:sp>
          <p:nvSpPr>
            <p:cNvPr id="592" name="Google Shape;592;p25"/>
            <p:cNvSpPr txBox="1"/>
            <p:nvPr/>
          </p:nvSpPr>
          <p:spPr>
            <a:xfrm>
              <a:off x="944550" y="2084832"/>
              <a:ext cx="1189800" cy="405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Fira Sans"/>
                  <a:ea typeface="Fira Sans"/>
                  <a:cs typeface="Fira Sans"/>
                  <a:sym typeface="Fira Sans"/>
                </a:rPr>
                <a:t>Handle soal forensic</a:t>
              </a:r>
              <a:endParaRPr sz="1200">
                <a:solidFill>
                  <a:schemeClr val="dk1"/>
                </a:solidFill>
                <a:latin typeface="Fira Sans"/>
                <a:ea typeface="Fira Sans"/>
                <a:cs typeface="Fira Sans"/>
                <a:sym typeface="Fira Sans"/>
              </a:endParaRPr>
            </a:p>
          </p:txBody>
        </p:sp>
      </p:grpSp>
      <p:grpSp>
        <p:nvGrpSpPr>
          <p:cNvPr id="593" name="Google Shape;593;p25"/>
          <p:cNvGrpSpPr/>
          <p:nvPr/>
        </p:nvGrpSpPr>
        <p:grpSpPr>
          <a:xfrm>
            <a:off x="7009575" y="1879125"/>
            <a:ext cx="1189800" cy="611607"/>
            <a:chOff x="7009575" y="1879125"/>
            <a:chExt cx="1189800" cy="611607"/>
          </a:xfrm>
        </p:grpSpPr>
        <p:sp>
          <p:nvSpPr>
            <p:cNvPr id="594" name="Google Shape;594;p25"/>
            <p:cNvSpPr txBox="1"/>
            <p:nvPr/>
          </p:nvSpPr>
          <p:spPr>
            <a:xfrm>
              <a:off x="7009575" y="1879125"/>
              <a:ext cx="1189800" cy="183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b="1">
                  <a:solidFill>
                    <a:schemeClr val="dk1"/>
                  </a:solidFill>
                  <a:latin typeface="Fira Sans"/>
                  <a:ea typeface="Fira Sans"/>
                  <a:cs typeface="Fira Sans"/>
                  <a:sym typeface="Fira Sans"/>
                </a:rPr>
                <a:t>B</a:t>
              </a:r>
              <a:endParaRPr b="1">
                <a:solidFill>
                  <a:schemeClr val="dk1"/>
                </a:solidFill>
                <a:latin typeface="Fira Sans"/>
                <a:ea typeface="Fira Sans"/>
                <a:cs typeface="Fira Sans"/>
                <a:sym typeface="Fira Sans"/>
              </a:endParaRPr>
            </a:p>
          </p:txBody>
        </p:sp>
        <p:sp>
          <p:nvSpPr>
            <p:cNvPr id="595" name="Google Shape;595;p25"/>
            <p:cNvSpPr txBox="1"/>
            <p:nvPr/>
          </p:nvSpPr>
          <p:spPr>
            <a:xfrm>
              <a:off x="7009575" y="2084832"/>
              <a:ext cx="1189800" cy="405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Fira Sans"/>
                  <a:ea typeface="Fira Sans"/>
                  <a:cs typeface="Fira Sans"/>
                  <a:sym typeface="Fira Sans"/>
                </a:rPr>
                <a:t>Handle soal web exploitation &amp; reverse</a:t>
              </a:r>
              <a:endParaRPr sz="1200">
                <a:solidFill>
                  <a:schemeClr val="dk1"/>
                </a:solidFill>
                <a:latin typeface="Fira Sans"/>
                <a:ea typeface="Fira Sans"/>
                <a:cs typeface="Fira Sans"/>
                <a:sym typeface="Fira Sans"/>
              </a:endParaRPr>
            </a:p>
          </p:txBody>
        </p:sp>
      </p:grpSp>
      <p:grpSp>
        <p:nvGrpSpPr>
          <p:cNvPr id="596" name="Google Shape;596;p25"/>
          <p:cNvGrpSpPr/>
          <p:nvPr/>
        </p:nvGrpSpPr>
        <p:grpSpPr>
          <a:xfrm>
            <a:off x="944550" y="3744024"/>
            <a:ext cx="1189800" cy="611607"/>
            <a:chOff x="944550" y="3750125"/>
            <a:chExt cx="1189800" cy="611607"/>
          </a:xfrm>
        </p:grpSpPr>
        <p:sp>
          <p:nvSpPr>
            <p:cNvPr id="597" name="Google Shape;597;p25"/>
            <p:cNvSpPr txBox="1"/>
            <p:nvPr/>
          </p:nvSpPr>
          <p:spPr>
            <a:xfrm>
              <a:off x="944550" y="3750125"/>
              <a:ext cx="1189800" cy="183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b="1">
                  <a:solidFill>
                    <a:schemeClr val="dk1"/>
                  </a:solidFill>
                  <a:latin typeface="Fira Sans"/>
                  <a:ea typeface="Fira Sans"/>
                  <a:cs typeface="Fira Sans"/>
                  <a:sym typeface="Fira Sans"/>
                </a:rPr>
                <a:t>C</a:t>
              </a:r>
              <a:endParaRPr b="1">
                <a:solidFill>
                  <a:schemeClr val="dk1"/>
                </a:solidFill>
                <a:latin typeface="Fira Sans"/>
                <a:ea typeface="Fira Sans"/>
                <a:cs typeface="Fira Sans"/>
                <a:sym typeface="Fira Sans"/>
              </a:endParaRPr>
            </a:p>
          </p:txBody>
        </p:sp>
        <p:sp>
          <p:nvSpPr>
            <p:cNvPr id="598" name="Google Shape;598;p25"/>
            <p:cNvSpPr txBox="1"/>
            <p:nvPr/>
          </p:nvSpPr>
          <p:spPr>
            <a:xfrm>
              <a:off x="944550" y="3955832"/>
              <a:ext cx="1189800" cy="405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Fira Sans"/>
                  <a:ea typeface="Fira Sans"/>
                  <a:cs typeface="Fira Sans"/>
                  <a:sym typeface="Fira Sans"/>
                </a:rPr>
                <a:t>Handle soal pwn &amp; Crypto</a:t>
              </a:r>
              <a:endParaRPr sz="1200">
                <a:solidFill>
                  <a:schemeClr val="dk1"/>
                </a:solidFill>
                <a:latin typeface="Fira Sans"/>
                <a:ea typeface="Fira Sans"/>
                <a:cs typeface="Fira Sans"/>
                <a:sym typeface="Fira Sans"/>
              </a:endParaRPr>
            </a:p>
            <a:p>
              <a:pPr marL="0" lvl="0" indent="0" algn="l" rtl="0">
                <a:spcBef>
                  <a:spcPts val="0"/>
                </a:spcBef>
                <a:spcAft>
                  <a:spcPts val="0"/>
                </a:spcAft>
                <a:buNone/>
              </a:pPr>
              <a:endParaRPr sz="1200">
                <a:solidFill>
                  <a:schemeClr val="dk1"/>
                </a:solidFill>
                <a:latin typeface="Fira Sans"/>
                <a:ea typeface="Fira Sans"/>
                <a:cs typeface="Fira Sans"/>
                <a:sym typeface="Fira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26"/>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Tools</a:t>
            </a:r>
            <a:endParaRPr/>
          </a:p>
        </p:txBody>
      </p:sp>
      <p:sp>
        <p:nvSpPr>
          <p:cNvPr id="604" name="Google Shape;604;p26"/>
          <p:cNvSpPr/>
          <p:nvPr/>
        </p:nvSpPr>
        <p:spPr>
          <a:xfrm>
            <a:off x="738425" y="1784775"/>
            <a:ext cx="7948345" cy="1602264"/>
          </a:xfrm>
          <a:custGeom>
            <a:avLst/>
            <a:gdLst/>
            <a:ahLst/>
            <a:cxnLst/>
            <a:rect l="l" t="t" r="r" b="b"/>
            <a:pathLst>
              <a:path w="42077" h="48352" extrusionOk="0">
                <a:moveTo>
                  <a:pt x="1619" y="0"/>
                </a:moveTo>
                <a:cubicBezTo>
                  <a:pt x="714" y="0"/>
                  <a:pt x="0" y="714"/>
                  <a:pt x="0" y="1607"/>
                </a:cubicBezTo>
                <a:lnTo>
                  <a:pt x="0" y="46744"/>
                </a:lnTo>
                <a:cubicBezTo>
                  <a:pt x="0" y="47637"/>
                  <a:pt x="714" y="48351"/>
                  <a:pt x="1619" y="48351"/>
                </a:cubicBezTo>
                <a:lnTo>
                  <a:pt x="40458" y="48351"/>
                </a:lnTo>
                <a:cubicBezTo>
                  <a:pt x="41350" y="48351"/>
                  <a:pt x="42077" y="47637"/>
                  <a:pt x="42077" y="46744"/>
                </a:cubicBezTo>
                <a:lnTo>
                  <a:pt x="42077" y="1607"/>
                </a:lnTo>
                <a:cubicBezTo>
                  <a:pt x="42077" y="714"/>
                  <a:pt x="41350" y="0"/>
                  <a:pt x="40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5" name="Google Shape;605;p26"/>
          <p:cNvGrpSpPr/>
          <p:nvPr/>
        </p:nvGrpSpPr>
        <p:grpSpPr>
          <a:xfrm>
            <a:off x="887878" y="2003800"/>
            <a:ext cx="7629819" cy="1211700"/>
            <a:chOff x="218550" y="3445625"/>
            <a:chExt cx="1809000" cy="1211700"/>
          </a:xfrm>
        </p:grpSpPr>
        <p:sp>
          <p:nvSpPr>
            <p:cNvPr id="606" name="Google Shape;606;p26"/>
            <p:cNvSpPr txBox="1"/>
            <p:nvPr/>
          </p:nvSpPr>
          <p:spPr>
            <a:xfrm>
              <a:off x="450676" y="3445625"/>
              <a:ext cx="1349400" cy="37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Fira Sans"/>
                  <a:ea typeface="Fira Sans"/>
                  <a:cs typeface="Fira Sans"/>
                  <a:sym typeface="Fira Sans"/>
                </a:rPr>
                <a:t>CTF TOOLS REPOSITORY</a:t>
              </a:r>
              <a:endParaRPr b="1">
                <a:solidFill>
                  <a:srgbClr val="000000"/>
                </a:solidFill>
                <a:latin typeface="Fira Sans"/>
                <a:ea typeface="Fira Sans"/>
                <a:cs typeface="Fira Sans"/>
                <a:sym typeface="Fira Sans"/>
              </a:endParaRPr>
            </a:p>
          </p:txBody>
        </p:sp>
        <p:sp>
          <p:nvSpPr>
            <p:cNvPr id="607" name="Google Shape;607;p26"/>
            <p:cNvSpPr txBox="1"/>
            <p:nvPr/>
          </p:nvSpPr>
          <p:spPr>
            <a:xfrm>
              <a:off x="218550" y="3925925"/>
              <a:ext cx="1809000" cy="731400"/>
            </a:xfrm>
            <a:prstGeom prst="rect">
              <a:avLst/>
            </a:prstGeom>
            <a:noFill/>
            <a:ln>
              <a:noFill/>
            </a:ln>
          </p:spPr>
          <p:txBody>
            <a:bodyPr spcFirstLastPara="1" wrap="square" lIns="182875" tIns="91425" rIns="182875" bIns="91425" anchor="ctr" anchorCtr="0">
              <a:noAutofit/>
            </a:bodyPr>
            <a:lstStyle/>
            <a:p>
              <a:pPr marL="0" lvl="0" indent="0" algn="ctr" rtl="0">
                <a:spcBef>
                  <a:spcPts val="0"/>
                </a:spcBef>
                <a:spcAft>
                  <a:spcPts val="0"/>
                </a:spcAft>
                <a:buNone/>
              </a:pPr>
              <a:r>
                <a:rPr lang="en" sz="1100" u="sng">
                  <a:solidFill>
                    <a:schemeClr val="hlink"/>
                  </a:solidFill>
                  <a:latin typeface="Fira Sans"/>
                  <a:ea typeface="Fira Sans"/>
                  <a:cs typeface="Fira Sans"/>
                  <a:sym typeface="Fira Sans"/>
                  <a:hlinkClick r:id="rId3"/>
                </a:rPr>
                <a:t>https://github.com/zardus/ctf-tools</a:t>
              </a:r>
              <a:endParaRPr sz="1100">
                <a:latin typeface="Fira Sans"/>
                <a:ea typeface="Fira Sans"/>
                <a:cs typeface="Fira Sans"/>
                <a:sym typeface="Fira Sans"/>
              </a:endParaRPr>
            </a:p>
            <a:p>
              <a:pPr marL="0" lvl="0" indent="0" algn="ctr" rtl="0">
                <a:spcBef>
                  <a:spcPts val="0"/>
                </a:spcBef>
                <a:spcAft>
                  <a:spcPts val="0"/>
                </a:spcAft>
                <a:buNone/>
              </a:pPr>
              <a:r>
                <a:rPr lang="en" sz="1100" u="sng">
                  <a:solidFill>
                    <a:schemeClr val="hlink"/>
                  </a:solidFill>
                  <a:latin typeface="Fira Sans"/>
                  <a:ea typeface="Fira Sans"/>
                  <a:cs typeface="Fira Sans"/>
                  <a:sym typeface="Fira Sans"/>
                  <a:hlinkClick r:id="rId4"/>
                </a:rPr>
                <a:t>https://github.com/apsdehal/awesome-ctf</a:t>
              </a:r>
              <a:endParaRPr sz="1100">
                <a:latin typeface="Fira Sans"/>
                <a:ea typeface="Fira Sans"/>
                <a:cs typeface="Fira Sans"/>
                <a:sym typeface="Fira Sans"/>
              </a:endParaRPr>
            </a:p>
            <a:p>
              <a:pPr marL="0" lvl="0" indent="0" algn="ctr" rtl="0">
                <a:spcBef>
                  <a:spcPts val="0"/>
                </a:spcBef>
                <a:spcAft>
                  <a:spcPts val="0"/>
                </a:spcAft>
                <a:buNone/>
              </a:pPr>
              <a:endParaRPr sz="1100">
                <a:latin typeface="Fira Sans"/>
                <a:ea typeface="Fira Sans"/>
                <a:cs typeface="Fira Sans"/>
                <a:sym typeface="Fira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27"/>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Tips &amp; Trick</a:t>
            </a:r>
            <a:endParaRPr/>
          </a:p>
        </p:txBody>
      </p:sp>
      <p:grpSp>
        <p:nvGrpSpPr>
          <p:cNvPr id="613" name="Google Shape;613;p27"/>
          <p:cNvGrpSpPr/>
          <p:nvPr/>
        </p:nvGrpSpPr>
        <p:grpSpPr>
          <a:xfrm>
            <a:off x="2668850" y="1091359"/>
            <a:ext cx="3894575" cy="547591"/>
            <a:chOff x="4590600" y="2297159"/>
            <a:chExt cx="3894575" cy="547591"/>
          </a:xfrm>
        </p:grpSpPr>
        <p:sp>
          <p:nvSpPr>
            <p:cNvPr id="614" name="Google Shape;614;p27"/>
            <p:cNvSpPr/>
            <p:nvPr/>
          </p:nvSpPr>
          <p:spPr>
            <a:xfrm>
              <a:off x="4875875" y="2298150"/>
              <a:ext cx="3609300" cy="546600"/>
            </a:xfrm>
            <a:prstGeom prst="roundRect">
              <a:avLst>
                <a:gd name="adj" fmla="val 16667"/>
              </a:avLst>
            </a:prstGeom>
            <a:solidFill>
              <a:schemeClr val="lt2"/>
            </a:solidFill>
            <a:ln>
              <a:noFill/>
            </a:ln>
          </p:spPr>
          <p:txBody>
            <a:bodyPr spcFirstLastPara="1" wrap="square" lIns="182875" tIns="91425" rIns="274300" bIns="91425" anchor="ctr" anchorCtr="0">
              <a:noAutofit/>
            </a:bodyPr>
            <a:lstStyle/>
            <a:p>
              <a:pPr marL="0" lvl="0" indent="0" algn="ctr" rtl="0">
                <a:spcBef>
                  <a:spcPts val="0"/>
                </a:spcBef>
                <a:spcAft>
                  <a:spcPts val="0"/>
                </a:spcAft>
                <a:buClr>
                  <a:srgbClr val="000000"/>
                </a:buClr>
                <a:buSzPts val="1100"/>
                <a:buFont typeface="Arial"/>
                <a:buNone/>
              </a:pPr>
              <a:r>
                <a:rPr lang="en" sz="1200">
                  <a:solidFill>
                    <a:schemeClr val="dk1"/>
                  </a:solidFill>
                  <a:latin typeface="Fira Sans"/>
                  <a:ea typeface="Fira Sans"/>
                  <a:cs typeface="Fira Sans"/>
                  <a:sym typeface="Fira Sans"/>
                </a:rPr>
                <a:t>Basic skill</a:t>
              </a:r>
              <a:endParaRPr sz="1200">
                <a:solidFill>
                  <a:schemeClr val="dk1"/>
                </a:solidFill>
                <a:latin typeface="Fira Sans"/>
                <a:ea typeface="Fira Sans"/>
                <a:cs typeface="Fira Sans"/>
                <a:sym typeface="Fira Sans"/>
              </a:endParaRPr>
            </a:p>
          </p:txBody>
        </p:sp>
        <p:sp>
          <p:nvSpPr>
            <p:cNvPr id="615" name="Google Shape;615;p27"/>
            <p:cNvSpPr/>
            <p:nvPr/>
          </p:nvSpPr>
          <p:spPr>
            <a:xfrm>
              <a:off x="4590600" y="2297159"/>
              <a:ext cx="547291" cy="546636"/>
            </a:xfrm>
            <a:custGeom>
              <a:avLst/>
              <a:gdLst/>
              <a:ahLst/>
              <a:cxnLst/>
              <a:rect l="l" t="t" r="r" b="b"/>
              <a:pathLst>
                <a:path w="27554" h="27521" extrusionOk="0">
                  <a:moveTo>
                    <a:pt x="27553" y="13777"/>
                  </a:moveTo>
                  <a:cubicBezTo>
                    <a:pt x="27553" y="21349"/>
                    <a:pt x="21382" y="27520"/>
                    <a:pt x="13777" y="27520"/>
                  </a:cubicBezTo>
                  <a:cubicBezTo>
                    <a:pt x="6171" y="27520"/>
                    <a:pt x="0" y="21349"/>
                    <a:pt x="0" y="13777"/>
                  </a:cubicBezTo>
                  <a:cubicBezTo>
                    <a:pt x="0" y="6172"/>
                    <a:pt x="6171" y="1"/>
                    <a:pt x="13777" y="1"/>
                  </a:cubicBezTo>
                  <a:cubicBezTo>
                    <a:pt x="21382" y="1"/>
                    <a:pt x="27553" y="6172"/>
                    <a:pt x="27553" y="13777"/>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2500" b="1">
                  <a:solidFill>
                    <a:schemeClr val="lt1"/>
                  </a:solidFill>
                  <a:latin typeface="Fira Sans"/>
                  <a:ea typeface="Fira Sans"/>
                  <a:cs typeface="Fira Sans"/>
                  <a:sym typeface="Fira Sans"/>
                </a:rPr>
                <a:t>1</a:t>
              </a:r>
              <a:endParaRPr b="1">
                <a:solidFill>
                  <a:schemeClr val="lt1"/>
                </a:solidFill>
                <a:latin typeface="Fira Sans"/>
                <a:ea typeface="Fira Sans"/>
                <a:cs typeface="Fira Sans"/>
                <a:sym typeface="Fira Sans"/>
              </a:endParaRPr>
            </a:p>
          </p:txBody>
        </p:sp>
      </p:grpSp>
      <p:grpSp>
        <p:nvGrpSpPr>
          <p:cNvPr id="616" name="Google Shape;616;p27"/>
          <p:cNvGrpSpPr/>
          <p:nvPr/>
        </p:nvGrpSpPr>
        <p:grpSpPr>
          <a:xfrm>
            <a:off x="2668850" y="1908389"/>
            <a:ext cx="3894575" cy="548787"/>
            <a:chOff x="4590600" y="3114189"/>
            <a:chExt cx="3894575" cy="548787"/>
          </a:xfrm>
        </p:grpSpPr>
        <p:sp>
          <p:nvSpPr>
            <p:cNvPr id="617" name="Google Shape;617;p27"/>
            <p:cNvSpPr/>
            <p:nvPr/>
          </p:nvSpPr>
          <p:spPr>
            <a:xfrm>
              <a:off x="4875875" y="3116376"/>
              <a:ext cx="3609300" cy="546600"/>
            </a:xfrm>
            <a:prstGeom prst="roundRect">
              <a:avLst>
                <a:gd name="adj" fmla="val 16667"/>
              </a:avLst>
            </a:prstGeom>
            <a:solidFill>
              <a:schemeClr val="lt2"/>
            </a:solidFill>
            <a:ln>
              <a:noFill/>
            </a:ln>
          </p:spPr>
          <p:txBody>
            <a:bodyPr spcFirstLastPara="1" wrap="square" lIns="182875" tIns="91425" rIns="274300" bIns="91425" anchor="ctr" anchorCtr="0">
              <a:noAutofit/>
            </a:bodyPr>
            <a:lstStyle/>
            <a:p>
              <a:pPr marL="0" lvl="0" indent="0" algn="ctr" rtl="0">
                <a:spcBef>
                  <a:spcPts val="0"/>
                </a:spcBef>
                <a:spcAft>
                  <a:spcPts val="0"/>
                </a:spcAft>
                <a:buClr>
                  <a:srgbClr val="000000"/>
                </a:buClr>
                <a:buSzPts val="1100"/>
                <a:buFont typeface="Arial"/>
                <a:buNone/>
              </a:pPr>
              <a:r>
                <a:rPr lang="en" sz="1200">
                  <a:solidFill>
                    <a:schemeClr val="dk1"/>
                  </a:solidFill>
                  <a:latin typeface="Fira Sans"/>
                  <a:ea typeface="Fira Sans"/>
                  <a:cs typeface="Fira Sans"/>
                  <a:sym typeface="Fira Sans"/>
                </a:rPr>
                <a:t>Perbanyak belajar soal CTF dari tahun sebelumnya</a:t>
              </a:r>
              <a:endParaRPr sz="1200">
                <a:solidFill>
                  <a:schemeClr val="dk1"/>
                </a:solidFill>
                <a:latin typeface="Fira Sans"/>
                <a:ea typeface="Fira Sans"/>
                <a:cs typeface="Fira Sans"/>
                <a:sym typeface="Fira Sans"/>
              </a:endParaRPr>
            </a:p>
          </p:txBody>
        </p:sp>
        <p:sp>
          <p:nvSpPr>
            <p:cNvPr id="618" name="Google Shape;618;p27"/>
            <p:cNvSpPr/>
            <p:nvPr/>
          </p:nvSpPr>
          <p:spPr>
            <a:xfrm>
              <a:off x="4590600" y="3114189"/>
              <a:ext cx="547291" cy="546616"/>
            </a:xfrm>
            <a:custGeom>
              <a:avLst/>
              <a:gdLst/>
              <a:ahLst/>
              <a:cxnLst/>
              <a:rect l="l" t="t" r="r" b="b"/>
              <a:pathLst>
                <a:path w="27554" h="27520" extrusionOk="0">
                  <a:moveTo>
                    <a:pt x="27553" y="13777"/>
                  </a:moveTo>
                  <a:cubicBezTo>
                    <a:pt x="27553" y="21349"/>
                    <a:pt x="21382" y="27520"/>
                    <a:pt x="13777" y="27520"/>
                  </a:cubicBezTo>
                  <a:cubicBezTo>
                    <a:pt x="6171" y="27520"/>
                    <a:pt x="0" y="21349"/>
                    <a:pt x="0" y="13777"/>
                  </a:cubicBezTo>
                  <a:cubicBezTo>
                    <a:pt x="0" y="6171"/>
                    <a:pt x="6171" y="0"/>
                    <a:pt x="13777" y="0"/>
                  </a:cubicBezTo>
                  <a:cubicBezTo>
                    <a:pt x="21382" y="0"/>
                    <a:pt x="27553" y="6171"/>
                    <a:pt x="27553" y="13777"/>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2500" b="1">
                  <a:solidFill>
                    <a:schemeClr val="lt1"/>
                  </a:solidFill>
                  <a:latin typeface="Fira Sans"/>
                  <a:ea typeface="Fira Sans"/>
                  <a:cs typeface="Fira Sans"/>
                  <a:sym typeface="Fira Sans"/>
                </a:rPr>
                <a:t>2</a:t>
              </a:r>
              <a:endParaRPr b="1">
                <a:solidFill>
                  <a:schemeClr val="lt1"/>
                </a:solidFill>
                <a:latin typeface="Fira Sans"/>
                <a:ea typeface="Fira Sans"/>
                <a:cs typeface="Fira Sans"/>
                <a:sym typeface="Fira Sans"/>
              </a:endParaRPr>
            </a:p>
          </p:txBody>
        </p:sp>
      </p:grpSp>
      <p:grpSp>
        <p:nvGrpSpPr>
          <p:cNvPr id="619" name="Google Shape;619;p27"/>
          <p:cNvGrpSpPr/>
          <p:nvPr/>
        </p:nvGrpSpPr>
        <p:grpSpPr>
          <a:xfrm>
            <a:off x="2668850" y="2724317"/>
            <a:ext cx="3894575" cy="549908"/>
            <a:chOff x="4590600" y="3930117"/>
            <a:chExt cx="3894575" cy="549908"/>
          </a:xfrm>
        </p:grpSpPr>
        <p:sp>
          <p:nvSpPr>
            <p:cNvPr id="620" name="Google Shape;620;p27"/>
            <p:cNvSpPr/>
            <p:nvPr/>
          </p:nvSpPr>
          <p:spPr>
            <a:xfrm>
              <a:off x="4875875" y="3933425"/>
              <a:ext cx="3609300" cy="546600"/>
            </a:xfrm>
            <a:prstGeom prst="roundRect">
              <a:avLst>
                <a:gd name="adj" fmla="val 16667"/>
              </a:avLst>
            </a:prstGeom>
            <a:solidFill>
              <a:schemeClr val="lt2"/>
            </a:solidFill>
            <a:ln>
              <a:noFill/>
            </a:ln>
          </p:spPr>
          <p:txBody>
            <a:bodyPr spcFirstLastPara="1" wrap="square" lIns="182875" tIns="91425" rIns="274300" bIns="91425" anchor="ctr" anchorCtr="0">
              <a:noAutofit/>
            </a:bodyPr>
            <a:lstStyle/>
            <a:p>
              <a:pPr marL="0" lvl="0" indent="0" algn="ctr" rtl="0">
                <a:spcBef>
                  <a:spcPts val="0"/>
                </a:spcBef>
                <a:spcAft>
                  <a:spcPts val="0"/>
                </a:spcAft>
                <a:buClr>
                  <a:srgbClr val="000000"/>
                </a:buClr>
                <a:buSzPts val="1100"/>
                <a:buFont typeface="Arial"/>
                <a:buNone/>
              </a:pPr>
              <a:r>
                <a:rPr lang="en" sz="1200">
                  <a:solidFill>
                    <a:schemeClr val="dk1"/>
                  </a:solidFill>
                  <a:latin typeface="Fira Sans"/>
                  <a:ea typeface="Fira Sans"/>
                  <a:cs typeface="Fira Sans"/>
                  <a:sym typeface="Fira Sans"/>
                </a:rPr>
                <a:t>Belajar dari writeup orang lain</a:t>
              </a:r>
              <a:endParaRPr sz="1200">
                <a:solidFill>
                  <a:schemeClr val="dk1"/>
                </a:solidFill>
                <a:latin typeface="Fira Sans"/>
                <a:ea typeface="Fira Sans"/>
                <a:cs typeface="Fira Sans"/>
                <a:sym typeface="Fira Sans"/>
              </a:endParaRPr>
            </a:p>
          </p:txBody>
        </p:sp>
        <p:sp>
          <p:nvSpPr>
            <p:cNvPr id="621" name="Google Shape;621;p27"/>
            <p:cNvSpPr/>
            <p:nvPr/>
          </p:nvSpPr>
          <p:spPr>
            <a:xfrm>
              <a:off x="4590600" y="3930117"/>
              <a:ext cx="547291" cy="546636"/>
            </a:xfrm>
            <a:custGeom>
              <a:avLst/>
              <a:gdLst/>
              <a:ahLst/>
              <a:cxnLst/>
              <a:rect l="l" t="t" r="r" b="b"/>
              <a:pathLst>
                <a:path w="27554" h="27521" extrusionOk="0">
                  <a:moveTo>
                    <a:pt x="27553" y="13777"/>
                  </a:moveTo>
                  <a:cubicBezTo>
                    <a:pt x="27553" y="21349"/>
                    <a:pt x="21382" y="27520"/>
                    <a:pt x="13777" y="27520"/>
                  </a:cubicBezTo>
                  <a:cubicBezTo>
                    <a:pt x="6171" y="27520"/>
                    <a:pt x="0" y="21349"/>
                    <a:pt x="0" y="13777"/>
                  </a:cubicBezTo>
                  <a:cubicBezTo>
                    <a:pt x="0" y="6172"/>
                    <a:pt x="6171" y="0"/>
                    <a:pt x="13777" y="0"/>
                  </a:cubicBezTo>
                  <a:cubicBezTo>
                    <a:pt x="21382" y="0"/>
                    <a:pt x="27553" y="6172"/>
                    <a:pt x="27553" y="13777"/>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2500" b="1">
                  <a:solidFill>
                    <a:schemeClr val="lt1"/>
                  </a:solidFill>
                  <a:latin typeface="Fira Sans"/>
                  <a:ea typeface="Fira Sans"/>
                  <a:cs typeface="Fira Sans"/>
                  <a:sym typeface="Fira Sans"/>
                </a:rPr>
                <a:t>3</a:t>
              </a:r>
              <a:endParaRPr b="1">
                <a:solidFill>
                  <a:schemeClr val="lt1"/>
                </a:solidFill>
                <a:latin typeface="Fira Sans"/>
                <a:ea typeface="Fira Sans"/>
                <a:cs typeface="Fira Sans"/>
                <a:sym typeface="Fira Sans"/>
              </a:endParaRPr>
            </a:p>
          </p:txBody>
        </p:sp>
      </p:grpSp>
      <p:grpSp>
        <p:nvGrpSpPr>
          <p:cNvPr id="622" name="Google Shape;622;p27"/>
          <p:cNvGrpSpPr/>
          <p:nvPr/>
        </p:nvGrpSpPr>
        <p:grpSpPr>
          <a:xfrm>
            <a:off x="-1938722" y="245525"/>
            <a:ext cx="4357952" cy="5991287"/>
            <a:chOff x="-1006072" y="1271750"/>
            <a:chExt cx="4357952" cy="5991287"/>
          </a:xfrm>
        </p:grpSpPr>
        <p:sp>
          <p:nvSpPr>
            <p:cNvPr id="623" name="Google Shape;623;p27"/>
            <p:cNvSpPr/>
            <p:nvPr/>
          </p:nvSpPr>
          <p:spPr>
            <a:xfrm>
              <a:off x="1068003" y="1271750"/>
              <a:ext cx="486039" cy="429385"/>
            </a:xfrm>
            <a:custGeom>
              <a:avLst/>
              <a:gdLst/>
              <a:ahLst/>
              <a:cxnLst/>
              <a:rect l="l" t="t" r="r" b="b"/>
              <a:pathLst>
                <a:path w="11942" h="10550" extrusionOk="0">
                  <a:moveTo>
                    <a:pt x="7370" y="0"/>
                  </a:moveTo>
                  <a:lnTo>
                    <a:pt x="0" y="10549"/>
                  </a:lnTo>
                  <a:lnTo>
                    <a:pt x="4572" y="10549"/>
                  </a:lnTo>
                  <a:lnTo>
                    <a:pt x="119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7"/>
            <p:cNvSpPr/>
            <p:nvPr/>
          </p:nvSpPr>
          <p:spPr>
            <a:xfrm>
              <a:off x="1368409"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7"/>
            <p:cNvSpPr/>
            <p:nvPr/>
          </p:nvSpPr>
          <p:spPr>
            <a:xfrm>
              <a:off x="1668856"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7"/>
            <p:cNvSpPr/>
            <p:nvPr/>
          </p:nvSpPr>
          <p:spPr>
            <a:xfrm>
              <a:off x="1968814" y="1271750"/>
              <a:ext cx="486080" cy="429385"/>
            </a:xfrm>
            <a:custGeom>
              <a:avLst/>
              <a:gdLst/>
              <a:ahLst/>
              <a:cxnLst/>
              <a:rect l="l" t="t" r="r" b="b"/>
              <a:pathLst>
                <a:path w="11943" h="10550" extrusionOk="0">
                  <a:moveTo>
                    <a:pt x="7371" y="0"/>
                  </a:moveTo>
                  <a:lnTo>
                    <a:pt x="1" y="10549"/>
                  </a:lnTo>
                  <a:lnTo>
                    <a:pt x="4573" y="10549"/>
                  </a:lnTo>
                  <a:lnTo>
                    <a:pt x="119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7"/>
            <p:cNvSpPr/>
            <p:nvPr/>
          </p:nvSpPr>
          <p:spPr>
            <a:xfrm>
              <a:off x="2269261" y="1271750"/>
              <a:ext cx="485103" cy="429385"/>
            </a:xfrm>
            <a:custGeom>
              <a:avLst/>
              <a:gdLst/>
              <a:ahLst/>
              <a:cxnLst/>
              <a:rect l="l" t="t" r="r" b="b"/>
              <a:pathLst>
                <a:path w="11919" h="10550" extrusionOk="0">
                  <a:moveTo>
                    <a:pt x="7359" y="0"/>
                  </a:moveTo>
                  <a:lnTo>
                    <a:pt x="1" y="10549"/>
                  </a:lnTo>
                  <a:lnTo>
                    <a:pt x="4573"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7"/>
            <p:cNvSpPr/>
            <p:nvPr/>
          </p:nvSpPr>
          <p:spPr>
            <a:xfrm>
              <a:off x="2569708" y="1271750"/>
              <a:ext cx="485103" cy="429385"/>
            </a:xfrm>
            <a:custGeom>
              <a:avLst/>
              <a:gdLst/>
              <a:ahLst/>
              <a:cxnLst/>
              <a:rect l="l" t="t" r="r" b="b"/>
              <a:pathLst>
                <a:path w="11919" h="10550" extrusionOk="0">
                  <a:moveTo>
                    <a:pt x="7359" y="0"/>
                  </a:moveTo>
                  <a:lnTo>
                    <a:pt x="1" y="10549"/>
                  </a:lnTo>
                  <a:lnTo>
                    <a:pt x="4561"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7"/>
            <p:cNvSpPr/>
            <p:nvPr/>
          </p:nvSpPr>
          <p:spPr>
            <a:xfrm>
              <a:off x="2866777" y="1271750"/>
              <a:ext cx="485103" cy="429385"/>
            </a:xfrm>
            <a:custGeom>
              <a:avLst/>
              <a:gdLst/>
              <a:ahLst/>
              <a:cxnLst/>
              <a:rect l="l" t="t" r="r" b="b"/>
              <a:pathLst>
                <a:path w="11919" h="10550" extrusionOk="0">
                  <a:moveTo>
                    <a:pt x="7346" y="0"/>
                  </a:moveTo>
                  <a:lnTo>
                    <a:pt x="0" y="10549"/>
                  </a:lnTo>
                  <a:lnTo>
                    <a:pt x="4560" y="10549"/>
                  </a:lnTo>
                  <a:lnTo>
                    <a:pt x="119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7"/>
            <p:cNvSpPr/>
            <p:nvPr/>
          </p:nvSpPr>
          <p:spPr>
            <a:xfrm>
              <a:off x="1055875" y="4208223"/>
              <a:ext cx="502564" cy="182865"/>
            </a:xfrm>
            <a:custGeom>
              <a:avLst/>
              <a:gdLst/>
              <a:ahLst/>
              <a:cxnLst/>
              <a:rect l="l" t="t" r="r" b="b"/>
              <a:pathLst>
                <a:path w="12348" h="4493" extrusionOk="0">
                  <a:moveTo>
                    <a:pt x="9838" y="0"/>
                  </a:moveTo>
                  <a:cubicBezTo>
                    <a:pt x="9200" y="0"/>
                    <a:pt x="8568" y="272"/>
                    <a:pt x="8132" y="800"/>
                  </a:cubicBezTo>
                  <a:cubicBezTo>
                    <a:pt x="7799" y="1192"/>
                    <a:pt x="7620" y="1669"/>
                    <a:pt x="7608" y="2145"/>
                  </a:cubicBezTo>
                  <a:lnTo>
                    <a:pt x="2941" y="2181"/>
                  </a:lnTo>
                  <a:cubicBezTo>
                    <a:pt x="2906" y="1847"/>
                    <a:pt x="2739" y="1514"/>
                    <a:pt x="2465" y="1264"/>
                  </a:cubicBezTo>
                  <a:cubicBezTo>
                    <a:pt x="2206" y="1047"/>
                    <a:pt x="1887" y="940"/>
                    <a:pt x="1570" y="940"/>
                  </a:cubicBezTo>
                  <a:cubicBezTo>
                    <a:pt x="1173" y="940"/>
                    <a:pt x="778" y="1107"/>
                    <a:pt x="500" y="1431"/>
                  </a:cubicBezTo>
                  <a:cubicBezTo>
                    <a:pt x="0" y="2002"/>
                    <a:pt x="84" y="2883"/>
                    <a:pt x="655" y="3395"/>
                  </a:cubicBezTo>
                  <a:cubicBezTo>
                    <a:pt x="915" y="3612"/>
                    <a:pt x="1233" y="3719"/>
                    <a:pt x="1550" y="3719"/>
                  </a:cubicBezTo>
                  <a:cubicBezTo>
                    <a:pt x="1947" y="3719"/>
                    <a:pt x="2342" y="3552"/>
                    <a:pt x="2620" y="3228"/>
                  </a:cubicBezTo>
                  <a:cubicBezTo>
                    <a:pt x="2822" y="3002"/>
                    <a:pt x="2917" y="2728"/>
                    <a:pt x="2953" y="2443"/>
                  </a:cubicBezTo>
                  <a:lnTo>
                    <a:pt x="7620" y="2395"/>
                  </a:lnTo>
                  <a:cubicBezTo>
                    <a:pt x="7668" y="2978"/>
                    <a:pt x="7918" y="3562"/>
                    <a:pt x="8418" y="3955"/>
                  </a:cubicBezTo>
                  <a:cubicBezTo>
                    <a:pt x="8832" y="4316"/>
                    <a:pt x="9346" y="4492"/>
                    <a:pt x="9859" y="4492"/>
                  </a:cubicBezTo>
                  <a:cubicBezTo>
                    <a:pt x="10496" y="4492"/>
                    <a:pt x="11131" y="4220"/>
                    <a:pt x="11573" y="3693"/>
                  </a:cubicBezTo>
                  <a:cubicBezTo>
                    <a:pt x="12347" y="2752"/>
                    <a:pt x="12228" y="1335"/>
                    <a:pt x="11288" y="538"/>
                  </a:cubicBezTo>
                  <a:cubicBezTo>
                    <a:pt x="10868" y="176"/>
                    <a:pt x="10351" y="0"/>
                    <a:pt x="9838" y="0"/>
                  </a:cubicBez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7"/>
            <p:cNvSpPr/>
            <p:nvPr/>
          </p:nvSpPr>
          <p:spPr>
            <a:xfrm>
              <a:off x="1063608" y="2410971"/>
              <a:ext cx="94546" cy="94546"/>
            </a:xfrm>
            <a:custGeom>
              <a:avLst/>
              <a:gdLst/>
              <a:ahLst/>
              <a:cxnLst/>
              <a:rect l="l" t="t" r="r" b="b"/>
              <a:pathLst>
                <a:path w="2323" h="2323" extrusionOk="0">
                  <a:moveTo>
                    <a:pt x="1168" y="1"/>
                  </a:moveTo>
                  <a:cubicBezTo>
                    <a:pt x="525" y="1"/>
                    <a:pt x="1" y="525"/>
                    <a:pt x="1" y="1167"/>
                  </a:cubicBezTo>
                  <a:cubicBezTo>
                    <a:pt x="1" y="1799"/>
                    <a:pt x="525" y="2322"/>
                    <a:pt x="1168" y="2322"/>
                  </a:cubicBezTo>
                  <a:cubicBezTo>
                    <a:pt x="1811" y="2322"/>
                    <a:pt x="2323" y="1799"/>
                    <a:pt x="2323" y="1167"/>
                  </a:cubicBezTo>
                  <a:cubicBezTo>
                    <a:pt x="2323" y="525"/>
                    <a:pt x="1811" y="1"/>
                    <a:pt x="11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7"/>
            <p:cNvSpPr/>
            <p:nvPr/>
          </p:nvSpPr>
          <p:spPr>
            <a:xfrm>
              <a:off x="1063608" y="2277721"/>
              <a:ext cx="94546" cy="94546"/>
            </a:xfrm>
            <a:custGeom>
              <a:avLst/>
              <a:gdLst/>
              <a:ahLst/>
              <a:cxnLst/>
              <a:rect l="l" t="t" r="r" b="b"/>
              <a:pathLst>
                <a:path w="2323" h="2323" extrusionOk="0">
                  <a:moveTo>
                    <a:pt x="1168" y="0"/>
                  </a:moveTo>
                  <a:cubicBezTo>
                    <a:pt x="525" y="0"/>
                    <a:pt x="1" y="524"/>
                    <a:pt x="1" y="1167"/>
                  </a:cubicBezTo>
                  <a:cubicBezTo>
                    <a:pt x="1" y="1798"/>
                    <a:pt x="525" y="2322"/>
                    <a:pt x="1168" y="2322"/>
                  </a:cubicBezTo>
                  <a:cubicBezTo>
                    <a:pt x="1811" y="2322"/>
                    <a:pt x="2323" y="1798"/>
                    <a:pt x="2323" y="1167"/>
                  </a:cubicBezTo>
                  <a:cubicBezTo>
                    <a:pt x="2323" y="524"/>
                    <a:pt x="1811" y="0"/>
                    <a:pt x="1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7"/>
            <p:cNvSpPr/>
            <p:nvPr/>
          </p:nvSpPr>
          <p:spPr>
            <a:xfrm>
              <a:off x="1069916" y="1822700"/>
              <a:ext cx="914936" cy="110053"/>
            </a:xfrm>
            <a:custGeom>
              <a:avLst/>
              <a:gdLst/>
              <a:ahLst/>
              <a:cxnLst/>
              <a:rect l="l" t="t" r="r" b="b"/>
              <a:pathLst>
                <a:path w="22480" h="2704" extrusionOk="0">
                  <a:moveTo>
                    <a:pt x="1" y="1"/>
                  </a:moveTo>
                  <a:lnTo>
                    <a:pt x="1" y="2703"/>
                  </a:lnTo>
                  <a:lnTo>
                    <a:pt x="22480" y="2703"/>
                  </a:lnTo>
                  <a:lnTo>
                    <a:pt x="224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7"/>
            <p:cNvSpPr/>
            <p:nvPr/>
          </p:nvSpPr>
          <p:spPr>
            <a:xfrm>
              <a:off x="1069916" y="1981143"/>
              <a:ext cx="745828" cy="54335"/>
            </a:xfrm>
            <a:custGeom>
              <a:avLst/>
              <a:gdLst/>
              <a:ahLst/>
              <a:cxnLst/>
              <a:rect l="l" t="t" r="r" b="b"/>
              <a:pathLst>
                <a:path w="18325" h="1335" extrusionOk="0">
                  <a:moveTo>
                    <a:pt x="1" y="1"/>
                  </a:moveTo>
                  <a:lnTo>
                    <a:pt x="1" y="1334"/>
                  </a:lnTo>
                  <a:lnTo>
                    <a:pt x="18324" y="1334"/>
                  </a:lnTo>
                  <a:lnTo>
                    <a:pt x="183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7"/>
            <p:cNvSpPr/>
            <p:nvPr/>
          </p:nvSpPr>
          <p:spPr>
            <a:xfrm>
              <a:off x="1069916" y="2069828"/>
              <a:ext cx="745828" cy="54823"/>
            </a:xfrm>
            <a:custGeom>
              <a:avLst/>
              <a:gdLst/>
              <a:ahLst/>
              <a:cxnLst/>
              <a:rect l="l" t="t" r="r" b="b"/>
              <a:pathLst>
                <a:path w="18325" h="1347" extrusionOk="0">
                  <a:moveTo>
                    <a:pt x="1" y="1"/>
                  </a:moveTo>
                  <a:lnTo>
                    <a:pt x="1" y="1346"/>
                  </a:lnTo>
                  <a:lnTo>
                    <a:pt x="18324" y="1346"/>
                  </a:lnTo>
                  <a:lnTo>
                    <a:pt x="183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7"/>
            <p:cNvSpPr/>
            <p:nvPr/>
          </p:nvSpPr>
          <p:spPr>
            <a:xfrm>
              <a:off x="1069916" y="2158512"/>
              <a:ext cx="489947" cy="54335"/>
            </a:xfrm>
            <a:custGeom>
              <a:avLst/>
              <a:gdLst/>
              <a:ahLst/>
              <a:cxnLst/>
              <a:rect l="l" t="t" r="r" b="b"/>
              <a:pathLst>
                <a:path w="12038" h="1335" extrusionOk="0">
                  <a:moveTo>
                    <a:pt x="1" y="1"/>
                  </a:moveTo>
                  <a:lnTo>
                    <a:pt x="1" y="1334"/>
                  </a:lnTo>
                  <a:lnTo>
                    <a:pt x="12038" y="1334"/>
                  </a:lnTo>
                  <a:lnTo>
                    <a:pt x="120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7"/>
            <p:cNvSpPr/>
            <p:nvPr/>
          </p:nvSpPr>
          <p:spPr>
            <a:xfrm>
              <a:off x="1130966" y="5001539"/>
              <a:ext cx="220065" cy="194831"/>
            </a:xfrm>
            <a:custGeom>
              <a:avLst/>
              <a:gdLst/>
              <a:ahLst/>
              <a:cxnLst/>
              <a:rect l="l" t="t" r="r" b="b"/>
              <a:pathLst>
                <a:path w="5407" h="4787" extrusionOk="0">
                  <a:moveTo>
                    <a:pt x="3335" y="0"/>
                  </a:moveTo>
                  <a:lnTo>
                    <a:pt x="1" y="4787"/>
                  </a:lnTo>
                  <a:lnTo>
                    <a:pt x="2073"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7"/>
            <p:cNvSpPr/>
            <p:nvPr/>
          </p:nvSpPr>
          <p:spPr>
            <a:xfrm>
              <a:off x="1267636" y="5001539"/>
              <a:ext cx="219536" cy="194831"/>
            </a:xfrm>
            <a:custGeom>
              <a:avLst/>
              <a:gdLst/>
              <a:ahLst/>
              <a:cxnLst/>
              <a:rect l="l" t="t" r="r" b="b"/>
              <a:pathLst>
                <a:path w="5394" h="4787" extrusionOk="0">
                  <a:moveTo>
                    <a:pt x="3334" y="0"/>
                  </a:moveTo>
                  <a:lnTo>
                    <a:pt x="0" y="4787"/>
                  </a:lnTo>
                  <a:lnTo>
                    <a:pt x="2060" y="4787"/>
                  </a:lnTo>
                  <a:lnTo>
                    <a:pt x="5394"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7"/>
            <p:cNvSpPr/>
            <p:nvPr/>
          </p:nvSpPr>
          <p:spPr>
            <a:xfrm>
              <a:off x="1403330" y="5001539"/>
              <a:ext cx="220513" cy="194831"/>
            </a:xfrm>
            <a:custGeom>
              <a:avLst/>
              <a:gdLst/>
              <a:ahLst/>
              <a:cxnLst/>
              <a:rect l="l" t="t" r="r" b="b"/>
              <a:pathLst>
                <a:path w="5418" h="4787" extrusionOk="0">
                  <a:moveTo>
                    <a:pt x="3346" y="0"/>
                  </a:moveTo>
                  <a:lnTo>
                    <a:pt x="0" y="4787"/>
                  </a:lnTo>
                  <a:lnTo>
                    <a:pt x="2084" y="4787"/>
                  </a:lnTo>
                  <a:lnTo>
                    <a:pt x="5418"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7"/>
            <p:cNvSpPr/>
            <p:nvPr/>
          </p:nvSpPr>
          <p:spPr>
            <a:xfrm>
              <a:off x="1539471" y="5001539"/>
              <a:ext cx="220065" cy="194831"/>
            </a:xfrm>
            <a:custGeom>
              <a:avLst/>
              <a:gdLst/>
              <a:ahLst/>
              <a:cxnLst/>
              <a:rect l="l" t="t" r="r" b="b"/>
              <a:pathLst>
                <a:path w="5407" h="4787" extrusionOk="0">
                  <a:moveTo>
                    <a:pt x="3335" y="0"/>
                  </a:moveTo>
                  <a:lnTo>
                    <a:pt x="1" y="4787"/>
                  </a:lnTo>
                  <a:lnTo>
                    <a:pt x="2073"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7"/>
            <p:cNvSpPr/>
            <p:nvPr/>
          </p:nvSpPr>
          <p:spPr>
            <a:xfrm>
              <a:off x="1675653" y="5001539"/>
              <a:ext cx="220024" cy="194831"/>
            </a:xfrm>
            <a:custGeom>
              <a:avLst/>
              <a:gdLst/>
              <a:ahLst/>
              <a:cxnLst/>
              <a:rect l="l" t="t" r="r" b="b"/>
              <a:pathLst>
                <a:path w="5406" h="4787" extrusionOk="0">
                  <a:moveTo>
                    <a:pt x="3334" y="0"/>
                  </a:moveTo>
                  <a:lnTo>
                    <a:pt x="0" y="4787"/>
                  </a:lnTo>
                  <a:lnTo>
                    <a:pt x="2072"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7"/>
            <p:cNvSpPr/>
            <p:nvPr/>
          </p:nvSpPr>
          <p:spPr>
            <a:xfrm>
              <a:off x="1811835" y="5001539"/>
              <a:ext cx="220024" cy="194831"/>
            </a:xfrm>
            <a:custGeom>
              <a:avLst/>
              <a:gdLst/>
              <a:ahLst/>
              <a:cxnLst/>
              <a:rect l="l" t="t" r="r" b="b"/>
              <a:pathLst>
                <a:path w="5406" h="4787" extrusionOk="0">
                  <a:moveTo>
                    <a:pt x="3334" y="0"/>
                  </a:moveTo>
                  <a:lnTo>
                    <a:pt x="0" y="4787"/>
                  </a:lnTo>
                  <a:lnTo>
                    <a:pt x="2072"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7"/>
            <p:cNvSpPr/>
            <p:nvPr/>
          </p:nvSpPr>
          <p:spPr>
            <a:xfrm>
              <a:off x="1598120" y="4774272"/>
              <a:ext cx="1247862" cy="2488764"/>
            </a:xfrm>
            <a:custGeom>
              <a:avLst/>
              <a:gdLst/>
              <a:ahLst/>
              <a:cxnLst/>
              <a:rect l="l" t="t" r="r" b="b"/>
              <a:pathLst>
                <a:path w="30660" h="61149" extrusionOk="0">
                  <a:moveTo>
                    <a:pt x="727" y="0"/>
                  </a:moveTo>
                  <a:cubicBezTo>
                    <a:pt x="0" y="11014"/>
                    <a:pt x="3072" y="44744"/>
                    <a:pt x="4144" y="56293"/>
                  </a:cubicBezTo>
                  <a:cubicBezTo>
                    <a:pt x="4168" y="56603"/>
                    <a:pt x="4453" y="56960"/>
                    <a:pt x="4477" y="57245"/>
                  </a:cubicBezTo>
                  <a:cubicBezTo>
                    <a:pt x="4644" y="59019"/>
                    <a:pt x="4751" y="60091"/>
                    <a:pt x="4751" y="60258"/>
                  </a:cubicBezTo>
                  <a:cubicBezTo>
                    <a:pt x="4779" y="60847"/>
                    <a:pt x="6567" y="61148"/>
                    <a:pt x="8454" y="61148"/>
                  </a:cubicBezTo>
                  <a:cubicBezTo>
                    <a:pt x="10570" y="61148"/>
                    <a:pt x="12810" y="60770"/>
                    <a:pt x="12835" y="59996"/>
                  </a:cubicBezTo>
                  <a:lnTo>
                    <a:pt x="12871" y="57055"/>
                  </a:lnTo>
                  <a:lnTo>
                    <a:pt x="13276" y="56186"/>
                  </a:lnTo>
                  <a:lnTo>
                    <a:pt x="15633" y="14514"/>
                  </a:lnTo>
                  <a:cubicBezTo>
                    <a:pt x="15615" y="14003"/>
                    <a:pt x="15763" y="13674"/>
                    <a:pt x="15908" y="13674"/>
                  </a:cubicBezTo>
                  <a:cubicBezTo>
                    <a:pt x="16040" y="13674"/>
                    <a:pt x="16169" y="13945"/>
                    <a:pt x="16169" y="14597"/>
                  </a:cubicBezTo>
                  <a:cubicBezTo>
                    <a:pt x="16122" y="24872"/>
                    <a:pt x="18622" y="46697"/>
                    <a:pt x="19003" y="55733"/>
                  </a:cubicBezTo>
                  <a:cubicBezTo>
                    <a:pt x="19027" y="55948"/>
                    <a:pt x="19348" y="56162"/>
                    <a:pt x="19348" y="56364"/>
                  </a:cubicBezTo>
                  <a:cubicBezTo>
                    <a:pt x="19455" y="58567"/>
                    <a:pt x="19527" y="59936"/>
                    <a:pt x="19539" y="60079"/>
                  </a:cubicBezTo>
                  <a:cubicBezTo>
                    <a:pt x="19635" y="60525"/>
                    <a:pt x="21296" y="60734"/>
                    <a:pt x="23092" y="60734"/>
                  </a:cubicBezTo>
                  <a:cubicBezTo>
                    <a:pt x="25274" y="60734"/>
                    <a:pt x="27656" y="60426"/>
                    <a:pt x="27683" y="59865"/>
                  </a:cubicBezTo>
                  <a:cubicBezTo>
                    <a:pt x="27683" y="59734"/>
                    <a:pt x="27790" y="58424"/>
                    <a:pt x="27921" y="56257"/>
                  </a:cubicBezTo>
                  <a:cubicBezTo>
                    <a:pt x="27933" y="56007"/>
                    <a:pt x="28171" y="55733"/>
                    <a:pt x="28194" y="55448"/>
                  </a:cubicBezTo>
                  <a:cubicBezTo>
                    <a:pt x="28921" y="44041"/>
                    <a:pt x="30659" y="13573"/>
                    <a:pt x="29385" y="48"/>
                  </a:cubicBezTo>
                  <a:cubicBezTo>
                    <a:pt x="29385" y="48"/>
                    <a:pt x="15360" y="0"/>
                    <a:pt x="7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7"/>
            <p:cNvSpPr/>
            <p:nvPr/>
          </p:nvSpPr>
          <p:spPr>
            <a:xfrm>
              <a:off x="1615091" y="4944844"/>
              <a:ext cx="1192103" cy="155596"/>
            </a:xfrm>
            <a:custGeom>
              <a:avLst/>
              <a:gdLst/>
              <a:ahLst/>
              <a:cxnLst/>
              <a:rect l="l" t="t" r="r" b="b"/>
              <a:pathLst>
                <a:path w="29290" h="3823" extrusionOk="0">
                  <a:moveTo>
                    <a:pt x="16252" y="0"/>
                  </a:moveTo>
                  <a:lnTo>
                    <a:pt x="0" y="1310"/>
                  </a:lnTo>
                  <a:cubicBezTo>
                    <a:pt x="0" y="1310"/>
                    <a:pt x="5668" y="3822"/>
                    <a:pt x="15443" y="3822"/>
                  </a:cubicBezTo>
                  <a:cubicBezTo>
                    <a:pt x="25230" y="3822"/>
                    <a:pt x="29290" y="1310"/>
                    <a:pt x="29290" y="1310"/>
                  </a:cubicBezTo>
                  <a:lnTo>
                    <a:pt x="162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7"/>
            <p:cNvSpPr/>
            <p:nvPr/>
          </p:nvSpPr>
          <p:spPr>
            <a:xfrm>
              <a:off x="1944598" y="1693805"/>
              <a:ext cx="632885" cy="1078224"/>
            </a:xfrm>
            <a:custGeom>
              <a:avLst/>
              <a:gdLst/>
              <a:ahLst/>
              <a:cxnLst/>
              <a:rect l="l" t="t" r="r" b="b"/>
              <a:pathLst>
                <a:path w="15550" h="26492" extrusionOk="0">
                  <a:moveTo>
                    <a:pt x="7870" y="0"/>
                  </a:moveTo>
                  <a:cubicBezTo>
                    <a:pt x="7870" y="0"/>
                    <a:pt x="131" y="3787"/>
                    <a:pt x="131" y="7335"/>
                  </a:cubicBezTo>
                  <a:cubicBezTo>
                    <a:pt x="131" y="10907"/>
                    <a:pt x="0" y="21860"/>
                    <a:pt x="1977" y="26492"/>
                  </a:cubicBezTo>
                  <a:lnTo>
                    <a:pt x="13657" y="26492"/>
                  </a:lnTo>
                  <a:cubicBezTo>
                    <a:pt x="15348" y="23587"/>
                    <a:pt x="15550" y="10918"/>
                    <a:pt x="15550" y="7370"/>
                  </a:cubicBezTo>
                  <a:cubicBezTo>
                    <a:pt x="15550" y="3822"/>
                    <a:pt x="7870" y="0"/>
                    <a:pt x="7870" y="0"/>
                  </a:cubicBezTo>
                  <a:close/>
                </a:path>
              </a:pathLst>
            </a:custGeom>
            <a:solidFill>
              <a:srgbClr val="031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7"/>
            <p:cNvSpPr/>
            <p:nvPr/>
          </p:nvSpPr>
          <p:spPr>
            <a:xfrm>
              <a:off x="2657416" y="3209578"/>
              <a:ext cx="399348" cy="940170"/>
            </a:xfrm>
            <a:custGeom>
              <a:avLst/>
              <a:gdLst/>
              <a:ahLst/>
              <a:cxnLst/>
              <a:rect l="l" t="t" r="r" b="b"/>
              <a:pathLst>
                <a:path w="9812" h="23100" extrusionOk="0">
                  <a:moveTo>
                    <a:pt x="7287" y="0"/>
                  </a:moveTo>
                  <a:lnTo>
                    <a:pt x="310" y="5215"/>
                  </a:lnTo>
                  <a:lnTo>
                    <a:pt x="4287" y="15097"/>
                  </a:lnTo>
                  <a:lnTo>
                    <a:pt x="1" y="20014"/>
                  </a:lnTo>
                  <a:cubicBezTo>
                    <a:pt x="1" y="20014"/>
                    <a:pt x="897" y="23099"/>
                    <a:pt x="1032" y="23099"/>
                  </a:cubicBezTo>
                  <a:cubicBezTo>
                    <a:pt x="1034" y="23099"/>
                    <a:pt x="1035" y="23099"/>
                    <a:pt x="1036" y="23098"/>
                  </a:cubicBezTo>
                  <a:cubicBezTo>
                    <a:pt x="1155" y="23039"/>
                    <a:pt x="8978" y="18074"/>
                    <a:pt x="9395" y="16038"/>
                  </a:cubicBezTo>
                  <a:cubicBezTo>
                    <a:pt x="9811" y="14002"/>
                    <a:pt x="7287" y="0"/>
                    <a:pt x="7287" y="0"/>
                  </a:cubicBezTo>
                  <a:close/>
                </a:path>
              </a:pathLst>
            </a:custGeom>
            <a:solidFill>
              <a:srgbClr val="0E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7"/>
            <p:cNvSpPr/>
            <p:nvPr/>
          </p:nvSpPr>
          <p:spPr>
            <a:xfrm>
              <a:off x="1425104" y="3226997"/>
              <a:ext cx="400814" cy="942124"/>
            </a:xfrm>
            <a:custGeom>
              <a:avLst/>
              <a:gdLst/>
              <a:ahLst/>
              <a:cxnLst/>
              <a:rect l="l" t="t" r="r" b="b"/>
              <a:pathLst>
                <a:path w="9848" h="23148" extrusionOk="0">
                  <a:moveTo>
                    <a:pt x="2835" y="1"/>
                  </a:moveTo>
                  <a:cubicBezTo>
                    <a:pt x="2835" y="1"/>
                    <a:pt x="1" y="13538"/>
                    <a:pt x="418" y="15562"/>
                  </a:cubicBezTo>
                  <a:cubicBezTo>
                    <a:pt x="834" y="17610"/>
                    <a:pt x="8704" y="23087"/>
                    <a:pt x="8823" y="23146"/>
                  </a:cubicBezTo>
                  <a:cubicBezTo>
                    <a:pt x="8825" y="23147"/>
                    <a:pt x="8826" y="23148"/>
                    <a:pt x="8828" y="23148"/>
                  </a:cubicBezTo>
                  <a:cubicBezTo>
                    <a:pt x="8963" y="23148"/>
                    <a:pt x="9847" y="20063"/>
                    <a:pt x="9847" y="20063"/>
                  </a:cubicBezTo>
                  <a:lnTo>
                    <a:pt x="5561" y="15145"/>
                  </a:lnTo>
                  <a:lnTo>
                    <a:pt x="9538" y="5263"/>
                  </a:lnTo>
                  <a:lnTo>
                    <a:pt x="2835" y="1"/>
                  </a:lnTo>
                  <a:close/>
                </a:path>
              </a:pathLst>
            </a:custGeom>
            <a:solidFill>
              <a:srgbClr val="0E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7"/>
            <p:cNvSpPr/>
            <p:nvPr/>
          </p:nvSpPr>
          <p:spPr>
            <a:xfrm>
              <a:off x="1367473" y="2660053"/>
              <a:ext cx="1682009" cy="2371589"/>
            </a:xfrm>
            <a:custGeom>
              <a:avLst/>
              <a:gdLst/>
              <a:ahLst/>
              <a:cxnLst/>
              <a:rect l="l" t="t" r="r" b="b"/>
              <a:pathLst>
                <a:path w="41327" h="58270" extrusionOk="0">
                  <a:moveTo>
                    <a:pt x="17026" y="0"/>
                  </a:moveTo>
                  <a:cubicBezTo>
                    <a:pt x="17026" y="0"/>
                    <a:pt x="9489" y="2917"/>
                    <a:pt x="6930" y="4656"/>
                  </a:cubicBezTo>
                  <a:cubicBezTo>
                    <a:pt x="3524" y="6966"/>
                    <a:pt x="107" y="15717"/>
                    <a:pt x="0" y="18515"/>
                  </a:cubicBezTo>
                  <a:cubicBezTo>
                    <a:pt x="0" y="18515"/>
                    <a:pt x="4929" y="19693"/>
                    <a:pt x="9156" y="20836"/>
                  </a:cubicBezTo>
                  <a:cubicBezTo>
                    <a:pt x="9275" y="22872"/>
                    <a:pt x="9192" y="25194"/>
                    <a:pt x="8799" y="27873"/>
                  </a:cubicBezTo>
                  <a:cubicBezTo>
                    <a:pt x="8585" y="29230"/>
                    <a:pt x="6179" y="44482"/>
                    <a:pt x="5298" y="52090"/>
                  </a:cubicBezTo>
                  <a:cubicBezTo>
                    <a:pt x="5239" y="52566"/>
                    <a:pt x="6358" y="53614"/>
                    <a:pt x="6299" y="54067"/>
                  </a:cubicBezTo>
                  <a:cubicBezTo>
                    <a:pt x="6120" y="55543"/>
                    <a:pt x="5906" y="57150"/>
                    <a:pt x="6096" y="57436"/>
                  </a:cubicBezTo>
                  <a:cubicBezTo>
                    <a:pt x="6346" y="57817"/>
                    <a:pt x="13299" y="58270"/>
                    <a:pt x="21443" y="58270"/>
                  </a:cubicBezTo>
                  <a:cubicBezTo>
                    <a:pt x="28730" y="58270"/>
                    <a:pt x="35147" y="57615"/>
                    <a:pt x="35421" y="57353"/>
                  </a:cubicBezTo>
                  <a:cubicBezTo>
                    <a:pt x="35671" y="57162"/>
                    <a:pt x="35445" y="56210"/>
                    <a:pt x="35338" y="54531"/>
                  </a:cubicBezTo>
                  <a:cubicBezTo>
                    <a:pt x="35326" y="54186"/>
                    <a:pt x="36445" y="53305"/>
                    <a:pt x="36409" y="52924"/>
                  </a:cubicBezTo>
                  <a:cubicBezTo>
                    <a:pt x="36017" y="46613"/>
                    <a:pt x="33873" y="32183"/>
                    <a:pt x="33814" y="31326"/>
                  </a:cubicBezTo>
                  <a:cubicBezTo>
                    <a:pt x="33552" y="27218"/>
                    <a:pt x="33683" y="23813"/>
                    <a:pt x="33992" y="20967"/>
                  </a:cubicBezTo>
                  <a:cubicBezTo>
                    <a:pt x="38576" y="20265"/>
                    <a:pt x="41327" y="15955"/>
                    <a:pt x="41327" y="15955"/>
                  </a:cubicBezTo>
                  <a:cubicBezTo>
                    <a:pt x="41208" y="12633"/>
                    <a:pt x="39803" y="7489"/>
                    <a:pt x="37005" y="5715"/>
                  </a:cubicBezTo>
                  <a:cubicBezTo>
                    <a:pt x="35135" y="4037"/>
                    <a:pt x="28349" y="1263"/>
                    <a:pt x="26480" y="715"/>
                  </a:cubicBezTo>
                  <a:cubicBezTo>
                    <a:pt x="25721" y="492"/>
                    <a:pt x="25006" y="422"/>
                    <a:pt x="24298" y="422"/>
                  </a:cubicBezTo>
                  <a:cubicBezTo>
                    <a:pt x="23141" y="422"/>
                    <a:pt x="22001" y="607"/>
                    <a:pt x="20706" y="607"/>
                  </a:cubicBezTo>
                  <a:cubicBezTo>
                    <a:pt x="19621" y="607"/>
                    <a:pt x="18427" y="477"/>
                    <a:pt x="170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7"/>
            <p:cNvSpPr/>
            <p:nvPr/>
          </p:nvSpPr>
          <p:spPr>
            <a:xfrm>
              <a:off x="2053022" y="2400797"/>
              <a:ext cx="384615" cy="318925"/>
            </a:xfrm>
            <a:custGeom>
              <a:avLst/>
              <a:gdLst/>
              <a:ahLst/>
              <a:cxnLst/>
              <a:rect l="l" t="t" r="r" b="b"/>
              <a:pathLst>
                <a:path w="9450" h="7836" extrusionOk="0">
                  <a:moveTo>
                    <a:pt x="587" y="1"/>
                  </a:moveTo>
                  <a:lnTo>
                    <a:pt x="587" y="1"/>
                  </a:lnTo>
                  <a:cubicBezTo>
                    <a:pt x="599" y="1477"/>
                    <a:pt x="492" y="4513"/>
                    <a:pt x="182" y="6370"/>
                  </a:cubicBezTo>
                  <a:cubicBezTo>
                    <a:pt x="0" y="7389"/>
                    <a:pt x="2797" y="7835"/>
                    <a:pt x="5353" y="7835"/>
                  </a:cubicBezTo>
                  <a:cubicBezTo>
                    <a:pt x="7485" y="7835"/>
                    <a:pt x="9449" y="7525"/>
                    <a:pt x="9374" y="6978"/>
                  </a:cubicBezTo>
                  <a:cubicBezTo>
                    <a:pt x="9255" y="6644"/>
                    <a:pt x="8909" y="2549"/>
                    <a:pt x="9016" y="382"/>
                  </a:cubicBez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7"/>
            <p:cNvSpPr/>
            <p:nvPr/>
          </p:nvSpPr>
          <p:spPr>
            <a:xfrm>
              <a:off x="2076873" y="2363963"/>
              <a:ext cx="343142" cy="217135"/>
            </a:xfrm>
            <a:custGeom>
              <a:avLst/>
              <a:gdLst/>
              <a:ahLst/>
              <a:cxnLst/>
              <a:rect l="l" t="t" r="r" b="b"/>
              <a:pathLst>
                <a:path w="8431" h="5335" extrusionOk="0">
                  <a:moveTo>
                    <a:pt x="8430" y="1"/>
                  </a:moveTo>
                  <a:lnTo>
                    <a:pt x="1" y="906"/>
                  </a:lnTo>
                  <a:cubicBezTo>
                    <a:pt x="1" y="906"/>
                    <a:pt x="72" y="1441"/>
                    <a:pt x="13" y="2382"/>
                  </a:cubicBezTo>
                  <a:cubicBezTo>
                    <a:pt x="13" y="2382"/>
                    <a:pt x="2525" y="5335"/>
                    <a:pt x="4311" y="5335"/>
                  </a:cubicBezTo>
                  <a:cubicBezTo>
                    <a:pt x="6097" y="5335"/>
                    <a:pt x="8395" y="2596"/>
                    <a:pt x="8395" y="2596"/>
                  </a:cubicBezTo>
                  <a:cubicBezTo>
                    <a:pt x="8395" y="2596"/>
                    <a:pt x="8347" y="775"/>
                    <a:pt x="8430"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7"/>
            <p:cNvSpPr/>
            <p:nvPr/>
          </p:nvSpPr>
          <p:spPr>
            <a:xfrm>
              <a:off x="2493640" y="1956032"/>
              <a:ext cx="179528" cy="223443"/>
            </a:xfrm>
            <a:custGeom>
              <a:avLst/>
              <a:gdLst/>
              <a:ahLst/>
              <a:cxnLst/>
              <a:rect l="l" t="t" r="r" b="b"/>
              <a:pathLst>
                <a:path w="4411" h="5490" extrusionOk="0">
                  <a:moveTo>
                    <a:pt x="2769" y="0"/>
                  </a:moveTo>
                  <a:cubicBezTo>
                    <a:pt x="2657" y="0"/>
                    <a:pt x="2540" y="11"/>
                    <a:pt x="2417" y="34"/>
                  </a:cubicBezTo>
                  <a:cubicBezTo>
                    <a:pt x="1215" y="273"/>
                    <a:pt x="405" y="1035"/>
                    <a:pt x="203" y="2559"/>
                  </a:cubicBezTo>
                  <a:cubicBezTo>
                    <a:pt x="0" y="4094"/>
                    <a:pt x="762" y="4904"/>
                    <a:pt x="1691" y="5380"/>
                  </a:cubicBezTo>
                  <a:cubicBezTo>
                    <a:pt x="1833" y="5455"/>
                    <a:pt x="1976" y="5489"/>
                    <a:pt x="2117" y="5489"/>
                  </a:cubicBezTo>
                  <a:cubicBezTo>
                    <a:pt x="3105" y="5489"/>
                    <a:pt x="4040" y="3818"/>
                    <a:pt x="4227" y="2475"/>
                  </a:cubicBezTo>
                  <a:cubicBezTo>
                    <a:pt x="4411" y="1081"/>
                    <a:pt x="3868" y="0"/>
                    <a:pt x="2769"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7"/>
            <p:cNvSpPr/>
            <p:nvPr/>
          </p:nvSpPr>
          <p:spPr>
            <a:xfrm>
              <a:off x="2572150" y="1956113"/>
              <a:ext cx="78999" cy="49817"/>
            </a:xfrm>
            <a:custGeom>
              <a:avLst/>
              <a:gdLst/>
              <a:ahLst/>
              <a:cxnLst/>
              <a:rect l="l" t="t" r="r" b="b"/>
              <a:pathLst>
                <a:path w="1941" h="1224" extrusionOk="0">
                  <a:moveTo>
                    <a:pt x="820" y="0"/>
                  </a:moveTo>
                  <a:cubicBezTo>
                    <a:pt x="433" y="0"/>
                    <a:pt x="155" y="140"/>
                    <a:pt x="155" y="140"/>
                  </a:cubicBezTo>
                  <a:lnTo>
                    <a:pt x="0" y="1223"/>
                  </a:lnTo>
                  <a:cubicBezTo>
                    <a:pt x="222" y="536"/>
                    <a:pt x="784" y="318"/>
                    <a:pt x="1254" y="318"/>
                  </a:cubicBezTo>
                  <a:cubicBezTo>
                    <a:pt x="1565" y="318"/>
                    <a:pt x="1836" y="414"/>
                    <a:pt x="1941" y="533"/>
                  </a:cubicBezTo>
                  <a:cubicBezTo>
                    <a:pt x="1941" y="533"/>
                    <a:pt x="1715" y="116"/>
                    <a:pt x="1072" y="21"/>
                  </a:cubicBezTo>
                  <a:cubicBezTo>
                    <a:pt x="984" y="6"/>
                    <a:pt x="900" y="0"/>
                    <a:pt x="820"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7"/>
            <p:cNvSpPr/>
            <p:nvPr/>
          </p:nvSpPr>
          <p:spPr>
            <a:xfrm>
              <a:off x="1852779" y="1956520"/>
              <a:ext cx="179080" cy="223443"/>
            </a:xfrm>
            <a:custGeom>
              <a:avLst/>
              <a:gdLst/>
              <a:ahLst/>
              <a:cxnLst/>
              <a:rect l="l" t="t" r="r" b="b"/>
              <a:pathLst>
                <a:path w="4400" h="5490" extrusionOk="0">
                  <a:moveTo>
                    <a:pt x="1625" y="0"/>
                  </a:moveTo>
                  <a:cubicBezTo>
                    <a:pt x="544" y="0"/>
                    <a:pt x="1" y="1081"/>
                    <a:pt x="185" y="2475"/>
                  </a:cubicBezTo>
                  <a:cubicBezTo>
                    <a:pt x="372" y="3818"/>
                    <a:pt x="1306" y="5489"/>
                    <a:pt x="2294" y="5489"/>
                  </a:cubicBezTo>
                  <a:cubicBezTo>
                    <a:pt x="2436" y="5489"/>
                    <a:pt x="2579" y="5455"/>
                    <a:pt x="2721" y="5380"/>
                  </a:cubicBezTo>
                  <a:cubicBezTo>
                    <a:pt x="3638" y="4904"/>
                    <a:pt x="4400" y="4094"/>
                    <a:pt x="4209" y="2570"/>
                  </a:cubicBezTo>
                  <a:cubicBezTo>
                    <a:pt x="3995" y="1034"/>
                    <a:pt x="3197" y="284"/>
                    <a:pt x="1971" y="34"/>
                  </a:cubicBezTo>
                  <a:cubicBezTo>
                    <a:pt x="1850" y="11"/>
                    <a:pt x="1735" y="0"/>
                    <a:pt x="1625"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7"/>
            <p:cNvSpPr/>
            <p:nvPr/>
          </p:nvSpPr>
          <p:spPr>
            <a:xfrm>
              <a:off x="1874798" y="1956764"/>
              <a:ext cx="79039" cy="49613"/>
            </a:xfrm>
            <a:custGeom>
              <a:avLst/>
              <a:gdLst/>
              <a:ahLst/>
              <a:cxnLst/>
              <a:rect l="l" t="t" r="r" b="b"/>
              <a:pathLst>
                <a:path w="1942" h="1219" extrusionOk="0">
                  <a:moveTo>
                    <a:pt x="1099" y="0"/>
                  </a:moveTo>
                  <a:cubicBezTo>
                    <a:pt x="1026" y="0"/>
                    <a:pt x="949" y="5"/>
                    <a:pt x="870" y="16"/>
                  </a:cubicBezTo>
                  <a:cubicBezTo>
                    <a:pt x="227" y="124"/>
                    <a:pt x="1" y="540"/>
                    <a:pt x="1" y="540"/>
                  </a:cubicBezTo>
                  <a:cubicBezTo>
                    <a:pt x="107" y="420"/>
                    <a:pt x="383" y="321"/>
                    <a:pt x="699" y="321"/>
                  </a:cubicBezTo>
                  <a:cubicBezTo>
                    <a:pt x="1167" y="321"/>
                    <a:pt x="1722" y="537"/>
                    <a:pt x="1942" y="1219"/>
                  </a:cubicBezTo>
                  <a:lnTo>
                    <a:pt x="1787" y="136"/>
                  </a:lnTo>
                  <a:cubicBezTo>
                    <a:pt x="1787" y="136"/>
                    <a:pt x="1491" y="0"/>
                    <a:pt x="1099"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7"/>
            <p:cNvSpPr/>
            <p:nvPr/>
          </p:nvSpPr>
          <p:spPr>
            <a:xfrm>
              <a:off x="1948953" y="1581881"/>
              <a:ext cx="628530" cy="659544"/>
            </a:xfrm>
            <a:custGeom>
              <a:avLst/>
              <a:gdLst/>
              <a:ahLst/>
              <a:cxnLst/>
              <a:rect l="l" t="t" r="r" b="b"/>
              <a:pathLst>
                <a:path w="15443" h="16205" extrusionOk="0">
                  <a:moveTo>
                    <a:pt x="7728" y="0"/>
                  </a:moveTo>
                  <a:cubicBezTo>
                    <a:pt x="3453" y="0"/>
                    <a:pt x="1" y="2750"/>
                    <a:pt x="1" y="8477"/>
                  </a:cubicBezTo>
                  <a:cubicBezTo>
                    <a:pt x="1" y="12752"/>
                    <a:pt x="3453" y="16204"/>
                    <a:pt x="7728" y="16204"/>
                  </a:cubicBezTo>
                  <a:cubicBezTo>
                    <a:pt x="11990" y="16204"/>
                    <a:pt x="15443" y="12752"/>
                    <a:pt x="15443" y="8477"/>
                  </a:cubicBezTo>
                  <a:cubicBezTo>
                    <a:pt x="15443" y="2870"/>
                    <a:pt x="11978" y="0"/>
                    <a:pt x="7728"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7"/>
            <p:cNvSpPr/>
            <p:nvPr/>
          </p:nvSpPr>
          <p:spPr>
            <a:xfrm>
              <a:off x="1947976" y="1926891"/>
              <a:ext cx="629507" cy="577777"/>
            </a:xfrm>
            <a:custGeom>
              <a:avLst/>
              <a:gdLst/>
              <a:ahLst/>
              <a:cxnLst/>
              <a:rect l="l" t="t" r="r" b="b"/>
              <a:pathLst>
                <a:path w="15467" h="14196" extrusionOk="0">
                  <a:moveTo>
                    <a:pt x="15467" y="0"/>
                  </a:moveTo>
                  <a:lnTo>
                    <a:pt x="1" y="24"/>
                  </a:lnTo>
                  <a:cubicBezTo>
                    <a:pt x="1" y="4156"/>
                    <a:pt x="1" y="7608"/>
                    <a:pt x="1584" y="9859"/>
                  </a:cubicBezTo>
                  <a:cubicBezTo>
                    <a:pt x="2489" y="11156"/>
                    <a:pt x="4775" y="13419"/>
                    <a:pt x="6537" y="14038"/>
                  </a:cubicBezTo>
                  <a:cubicBezTo>
                    <a:pt x="6813" y="14132"/>
                    <a:pt x="7390" y="14196"/>
                    <a:pt x="7901" y="14196"/>
                  </a:cubicBezTo>
                  <a:cubicBezTo>
                    <a:pt x="8228" y="14196"/>
                    <a:pt x="8528" y="14170"/>
                    <a:pt x="8704" y="14109"/>
                  </a:cubicBezTo>
                  <a:cubicBezTo>
                    <a:pt x="10490" y="13514"/>
                    <a:pt x="12943" y="11192"/>
                    <a:pt x="13895" y="9847"/>
                  </a:cubicBezTo>
                  <a:cubicBezTo>
                    <a:pt x="15467" y="7597"/>
                    <a:pt x="15467" y="4144"/>
                    <a:pt x="154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7"/>
            <p:cNvSpPr/>
            <p:nvPr/>
          </p:nvSpPr>
          <p:spPr>
            <a:xfrm>
              <a:off x="2346794" y="2016511"/>
              <a:ext cx="137647" cy="28287"/>
            </a:xfrm>
            <a:custGeom>
              <a:avLst/>
              <a:gdLst/>
              <a:ahLst/>
              <a:cxnLst/>
              <a:rect l="l" t="t" r="r" b="b"/>
              <a:pathLst>
                <a:path w="3382" h="695" extrusionOk="0">
                  <a:moveTo>
                    <a:pt x="2477" y="1"/>
                  </a:moveTo>
                  <a:cubicBezTo>
                    <a:pt x="2191" y="25"/>
                    <a:pt x="1918" y="37"/>
                    <a:pt x="1656" y="84"/>
                  </a:cubicBezTo>
                  <a:cubicBezTo>
                    <a:pt x="1382" y="120"/>
                    <a:pt x="1120" y="168"/>
                    <a:pt x="846" y="239"/>
                  </a:cubicBezTo>
                  <a:cubicBezTo>
                    <a:pt x="584" y="322"/>
                    <a:pt x="334" y="406"/>
                    <a:pt x="72" y="513"/>
                  </a:cubicBezTo>
                  <a:cubicBezTo>
                    <a:pt x="36" y="537"/>
                    <a:pt x="1" y="584"/>
                    <a:pt x="36" y="620"/>
                  </a:cubicBezTo>
                  <a:cubicBezTo>
                    <a:pt x="46" y="670"/>
                    <a:pt x="89" y="695"/>
                    <a:pt x="138" y="695"/>
                  </a:cubicBezTo>
                  <a:cubicBezTo>
                    <a:pt x="147" y="695"/>
                    <a:pt x="157" y="694"/>
                    <a:pt x="167" y="692"/>
                  </a:cubicBezTo>
                  <a:cubicBezTo>
                    <a:pt x="405" y="620"/>
                    <a:pt x="667" y="549"/>
                    <a:pt x="929" y="501"/>
                  </a:cubicBezTo>
                  <a:cubicBezTo>
                    <a:pt x="1179" y="453"/>
                    <a:pt x="1441" y="394"/>
                    <a:pt x="1703" y="358"/>
                  </a:cubicBezTo>
                  <a:cubicBezTo>
                    <a:pt x="1965" y="334"/>
                    <a:pt x="2215" y="299"/>
                    <a:pt x="2489" y="287"/>
                  </a:cubicBezTo>
                  <a:cubicBezTo>
                    <a:pt x="2751" y="263"/>
                    <a:pt x="3013" y="263"/>
                    <a:pt x="3275" y="263"/>
                  </a:cubicBezTo>
                  <a:cubicBezTo>
                    <a:pt x="3334" y="263"/>
                    <a:pt x="3382" y="215"/>
                    <a:pt x="3382" y="168"/>
                  </a:cubicBezTo>
                  <a:cubicBezTo>
                    <a:pt x="3382" y="108"/>
                    <a:pt x="3346" y="61"/>
                    <a:pt x="3287" y="49"/>
                  </a:cubicBezTo>
                  <a:cubicBezTo>
                    <a:pt x="3025" y="25"/>
                    <a:pt x="2739" y="1"/>
                    <a:pt x="2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7"/>
            <p:cNvSpPr/>
            <p:nvPr/>
          </p:nvSpPr>
          <p:spPr>
            <a:xfrm>
              <a:off x="2023596" y="2020541"/>
              <a:ext cx="137159" cy="19780"/>
            </a:xfrm>
            <a:custGeom>
              <a:avLst/>
              <a:gdLst/>
              <a:ahLst/>
              <a:cxnLst/>
              <a:rect l="l" t="t" r="r" b="b"/>
              <a:pathLst>
                <a:path w="3370" h="486" extrusionOk="0">
                  <a:moveTo>
                    <a:pt x="1280" y="0"/>
                  </a:moveTo>
                  <a:cubicBezTo>
                    <a:pt x="1143" y="0"/>
                    <a:pt x="1006" y="3"/>
                    <a:pt x="869" y="9"/>
                  </a:cubicBezTo>
                  <a:cubicBezTo>
                    <a:pt x="607" y="21"/>
                    <a:pt x="334" y="69"/>
                    <a:pt x="72" y="128"/>
                  </a:cubicBezTo>
                  <a:cubicBezTo>
                    <a:pt x="24" y="128"/>
                    <a:pt x="0" y="188"/>
                    <a:pt x="0" y="235"/>
                  </a:cubicBezTo>
                  <a:cubicBezTo>
                    <a:pt x="0" y="283"/>
                    <a:pt x="36" y="319"/>
                    <a:pt x="95" y="319"/>
                  </a:cubicBezTo>
                  <a:cubicBezTo>
                    <a:pt x="369" y="307"/>
                    <a:pt x="619" y="283"/>
                    <a:pt x="893" y="283"/>
                  </a:cubicBezTo>
                  <a:cubicBezTo>
                    <a:pt x="1155" y="283"/>
                    <a:pt x="1405" y="283"/>
                    <a:pt x="1679" y="295"/>
                  </a:cubicBezTo>
                  <a:cubicBezTo>
                    <a:pt x="1941" y="307"/>
                    <a:pt x="2203" y="343"/>
                    <a:pt x="2465" y="366"/>
                  </a:cubicBezTo>
                  <a:cubicBezTo>
                    <a:pt x="2715" y="402"/>
                    <a:pt x="2989" y="438"/>
                    <a:pt x="3239" y="485"/>
                  </a:cubicBezTo>
                  <a:cubicBezTo>
                    <a:pt x="3298" y="485"/>
                    <a:pt x="3358" y="462"/>
                    <a:pt x="3346" y="426"/>
                  </a:cubicBezTo>
                  <a:cubicBezTo>
                    <a:pt x="3370" y="366"/>
                    <a:pt x="3346" y="307"/>
                    <a:pt x="3286" y="295"/>
                  </a:cubicBezTo>
                  <a:cubicBezTo>
                    <a:pt x="3024" y="200"/>
                    <a:pt x="2762" y="140"/>
                    <a:pt x="2489" y="104"/>
                  </a:cubicBezTo>
                  <a:cubicBezTo>
                    <a:pt x="2227" y="57"/>
                    <a:pt x="1965" y="21"/>
                    <a:pt x="1691" y="9"/>
                  </a:cubicBezTo>
                  <a:cubicBezTo>
                    <a:pt x="1554" y="3"/>
                    <a:pt x="1417" y="0"/>
                    <a:pt x="12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7"/>
            <p:cNvSpPr/>
            <p:nvPr/>
          </p:nvSpPr>
          <p:spPr>
            <a:xfrm>
              <a:off x="2191728" y="2273977"/>
              <a:ext cx="142979" cy="31909"/>
            </a:xfrm>
            <a:custGeom>
              <a:avLst/>
              <a:gdLst/>
              <a:ahLst/>
              <a:cxnLst/>
              <a:rect l="l" t="t" r="r" b="b"/>
              <a:pathLst>
                <a:path w="3513" h="784" extrusionOk="0">
                  <a:moveTo>
                    <a:pt x="1818" y="0"/>
                  </a:moveTo>
                  <a:cubicBezTo>
                    <a:pt x="1245" y="0"/>
                    <a:pt x="655" y="66"/>
                    <a:pt x="405" y="188"/>
                  </a:cubicBezTo>
                  <a:cubicBezTo>
                    <a:pt x="1" y="402"/>
                    <a:pt x="1298" y="783"/>
                    <a:pt x="1739" y="783"/>
                  </a:cubicBezTo>
                  <a:cubicBezTo>
                    <a:pt x="2203" y="783"/>
                    <a:pt x="3513" y="438"/>
                    <a:pt x="3096" y="188"/>
                  </a:cubicBezTo>
                  <a:cubicBezTo>
                    <a:pt x="2893" y="60"/>
                    <a:pt x="2363" y="0"/>
                    <a:pt x="1818"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7"/>
            <p:cNvSpPr/>
            <p:nvPr/>
          </p:nvSpPr>
          <p:spPr>
            <a:xfrm>
              <a:off x="2206258" y="2424565"/>
              <a:ext cx="115385" cy="10216"/>
            </a:xfrm>
            <a:custGeom>
              <a:avLst/>
              <a:gdLst/>
              <a:ahLst/>
              <a:cxnLst/>
              <a:rect l="l" t="t" r="r" b="b"/>
              <a:pathLst>
                <a:path w="2835" h="251" extrusionOk="0">
                  <a:moveTo>
                    <a:pt x="1382" y="0"/>
                  </a:moveTo>
                  <a:cubicBezTo>
                    <a:pt x="1013" y="0"/>
                    <a:pt x="1" y="131"/>
                    <a:pt x="346" y="238"/>
                  </a:cubicBezTo>
                  <a:cubicBezTo>
                    <a:pt x="346" y="238"/>
                    <a:pt x="906" y="155"/>
                    <a:pt x="1370" y="155"/>
                  </a:cubicBezTo>
                  <a:cubicBezTo>
                    <a:pt x="1834" y="155"/>
                    <a:pt x="2501" y="250"/>
                    <a:pt x="2501" y="250"/>
                  </a:cubicBezTo>
                  <a:cubicBezTo>
                    <a:pt x="2835" y="155"/>
                    <a:pt x="1775" y="12"/>
                    <a:pt x="1382"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7"/>
            <p:cNvSpPr/>
            <p:nvPr/>
          </p:nvSpPr>
          <p:spPr>
            <a:xfrm>
              <a:off x="2151028" y="2349067"/>
              <a:ext cx="225844" cy="30077"/>
            </a:xfrm>
            <a:custGeom>
              <a:avLst/>
              <a:gdLst/>
              <a:ahLst/>
              <a:cxnLst/>
              <a:rect l="l" t="t" r="r" b="b"/>
              <a:pathLst>
                <a:path w="5549" h="739" extrusionOk="0">
                  <a:moveTo>
                    <a:pt x="2311" y="1"/>
                  </a:moveTo>
                  <a:cubicBezTo>
                    <a:pt x="1737" y="1"/>
                    <a:pt x="1046" y="324"/>
                    <a:pt x="490" y="324"/>
                  </a:cubicBezTo>
                  <a:cubicBezTo>
                    <a:pt x="310" y="324"/>
                    <a:pt x="144" y="290"/>
                    <a:pt x="1" y="200"/>
                  </a:cubicBezTo>
                  <a:lnTo>
                    <a:pt x="1" y="200"/>
                  </a:lnTo>
                  <a:cubicBezTo>
                    <a:pt x="282" y="526"/>
                    <a:pt x="1696" y="739"/>
                    <a:pt x="3033" y="739"/>
                  </a:cubicBezTo>
                  <a:cubicBezTo>
                    <a:pt x="4187" y="739"/>
                    <a:pt x="5284" y="581"/>
                    <a:pt x="5549" y="200"/>
                  </a:cubicBezTo>
                  <a:lnTo>
                    <a:pt x="5549" y="200"/>
                  </a:lnTo>
                  <a:cubicBezTo>
                    <a:pt x="5406" y="290"/>
                    <a:pt x="5240" y="324"/>
                    <a:pt x="5061" y="324"/>
                  </a:cubicBezTo>
                  <a:cubicBezTo>
                    <a:pt x="4507" y="324"/>
                    <a:pt x="3822" y="1"/>
                    <a:pt x="3249" y="1"/>
                  </a:cubicBezTo>
                  <a:cubicBezTo>
                    <a:pt x="3097" y="1"/>
                    <a:pt x="2954" y="23"/>
                    <a:pt x="2822" y="81"/>
                  </a:cubicBezTo>
                  <a:lnTo>
                    <a:pt x="2739" y="81"/>
                  </a:lnTo>
                  <a:cubicBezTo>
                    <a:pt x="2608" y="23"/>
                    <a:pt x="2463" y="1"/>
                    <a:pt x="2311" y="1"/>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7"/>
            <p:cNvSpPr/>
            <p:nvPr/>
          </p:nvSpPr>
          <p:spPr>
            <a:xfrm>
              <a:off x="2164093" y="2364940"/>
              <a:ext cx="202116" cy="38258"/>
            </a:xfrm>
            <a:custGeom>
              <a:avLst/>
              <a:gdLst/>
              <a:ahLst/>
              <a:cxnLst/>
              <a:rect l="l" t="t" r="r" b="b"/>
              <a:pathLst>
                <a:path w="4966" h="940" extrusionOk="0">
                  <a:moveTo>
                    <a:pt x="1" y="1"/>
                  </a:moveTo>
                  <a:cubicBezTo>
                    <a:pt x="332" y="259"/>
                    <a:pt x="1409" y="931"/>
                    <a:pt x="2147" y="931"/>
                  </a:cubicBezTo>
                  <a:cubicBezTo>
                    <a:pt x="2258" y="931"/>
                    <a:pt x="2362" y="916"/>
                    <a:pt x="2454" y="882"/>
                  </a:cubicBezTo>
                  <a:cubicBezTo>
                    <a:pt x="2584" y="922"/>
                    <a:pt x="2712" y="939"/>
                    <a:pt x="2838" y="939"/>
                  </a:cubicBezTo>
                  <a:cubicBezTo>
                    <a:pt x="3651" y="939"/>
                    <a:pt x="4389" y="211"/>
                    <a:pt x="4966" y="36"/>
                  </a:cubicBezTo>
                  <a:lnTo>
                    <a:pt x="4966" y="36"/>
                  </a:lnTo>
                  <a:lnTo>
                    <a:pt x="2454" y="298"/>
                  </a:lnTo>
                  <a:lnTo>
                    <a:pt x="1" y="1"/>
                  </a:ln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7"/>
            <p:cNvSpPr/>
            <p:nvPr/>
          </p:nvSpPr>
          <p:spPr>
            <a:xfrm>
              <a:off x="2202880" y="2371737"/>
              <a:ext cx="114408" cy="12658"/>
            </a:xfrm>
            <a:custGeom>
              <a:avLst/>
              <a:gdLst/>
              <a:ahLst/>
              <a:cxnLst/>
              <a:rect l="l" t="t" r="r" b="b"/>
              <a:pathLst>
                <a:path w="2811" h="311" extrusionOk="0">
                  <a:moveTo>
                    <a:pt x="2810" y="0"/>
                  </a:moveTo>
                  <a:lnTo>
                    <a:pt x="2810" y="0"/>
                  </a:lnTo>
                  <a:cubicBezTo>
                    <a:pt x="2632" y="84"/>
                    <a:pt x="2370" y="131"/>
                    <a:pt x="2096" y="167"/>
                  </a:cubicBezTo>
                  <a:cubicBezTo>
                    <a:pt x="1917" y="179"/>
                    <a:pt x="1715" y="262"/>
                    <a:pt x="1524" y="262"/>
                  </a:cubicBezTo>
                  <a:cubicBezTo>
                    <a:pt x="1322" y="262"/>
                    <a:pt x="1096" y="167"/>
                    <a:pt x="893" y="143"/>
                  </a:cubicBezTo>
                  <a:cubicBezTo>
                    <a:pt x="560" y="119"/>
                    <a:pt x="251" y="72"/>
                    <a:pt x="0" y="12"/>
                  </a:cubicBezTo>
                  <a:lnTo>
                    <a:pt x="0" y="12"/>
                  </a:lnTo>
                  <a:cubicBezTo>
                    <a:pt x="1" y="12"/>
                    <a:pt x="746" y="310"/>
                    <a:pt x="1482" y="310"/>
                  </a:cubicBezTo>
                  <a:cubicBezTo>
                    <a:pt x="1496" y="310"/>
                    <a:pt x="1510" y="310"/>
                    <a:pt x="1524" y="310"/>
                  </a:cubicBezTo>
                  <a:cubicBezTo>
                    <a:pt x="2274" y="310"/>
                    <a:pt x="2810" y="0"/>
                    <a:pt x="2810"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7"/>
            <p:cNvSpPr/>
            <p:nvPr/>
          </p:nvSpPr>
          <p:spPr>
            <a:xfrm>
              <a:off x="2625914" y="3196473"/>
              <a:ext cx="88238" cy="491900"/>
            </a:xfrm>
            <a:custGeom>
              <a:avLst/>
              <a:gdLst/>
              <a:ahLst/>
              <a:cxnLst/>
              <a:rect l="l" t="t" r="r" b="b"/>
              <a:pathLst>
                <a:path w="2168" h="12086" extrusionOk="0">
                  <a:moveTo>
                    <a:pt x="1" y="1"/>
                  </a:moveTo>
                  <a:lnTo>
                    <a:pt x="453" y="7013"/>
                  </a:lnTo>
                  <a:lnTo>
                    <a:pt x="1072" y="7299"/>
                  </a:lnTo>
                  <a:lnTo>
                    <a:pt x="1370" y="12085"/>
                  </a:lnTo>
                  <a:lnTo>
                    <a:pt x="1644" y="6406"/>
                  </a:lnTo>
                  <a:lnTo>
                    <a:pt x="2168" y="6299"/>
                  </a:lnTo>
                  <a:lnTo>
                    <a:pt x="2168" y="6299"/>
                  </a:lnTo>
                  <a:lnTo>
                    <a:pt x="1191" y="6478"/>
                  </a:lnTo>
                  <a:lnTo>
                    <a:pt x="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7"/>
            <p:cNvSpPr/>
            <p:nvPr/>
          </p:nvSpPr>
          <p:spPr>
            <a:xfrm>
              <a:off x="1769181" y="3196473"/>
              <a:ext cx="114408" cy="573300"/>
            </a:xfrm>
            <a:custGeom>
              <a:avLst/>
              <a:gdLst/>
              <a:ahLst/>
              <a:cxnLst/>
              <a:rect l="l" t="t" r="r" b="b"/>
              <a:pathLst>
                <a:path w="2811" h="14086" extrusionOk="0">
                  <a:moveTo>
                    <a:pt x="386" y="6230"/>
                  </a:moveTo>
                  <a:cubicBezTo>
                    <a:pt x="376" y="6230"/>
                    <a:pt x="369" y="6240"/>
                    <a:pt x="369" y="6240"/>
                  </a:cubicBezTo>
                  <a:lnTo>
                    <a:pt x="410" y="6247"/>
                  </a:lnTo>
                  <a:lnTo>
                    <a:pt x="410" y="6247"/>
                  </a:lnTo>
                  <a:cubicBezTo>
                    <a:pt x="401" y="6234"/>
                    <a:pt x="393" y="6230"/>
                    <a:pt x="386" y="6230"/>
                  </a:cubicBezTo>
                  <a:close/>
                  <a:moveTo>
                    <a:pt x="2810" y="1"/>
                  </a:moveTo>
                  <a:lnTo>
                    <a:pt x="1620" y="6478"/>
                  </a:lnTo>
                  <a:lnTo>
                    <a:pt x="410" y="6247"/>
                  </a:lnTo>
                  <a:lnTo>
                    <a:pt x="410" y="6247"/>
                  </a:lnTo>
                  <a:cubicBezTo>
                    <a:pt x="447" y="6299"/>
                    <a:pt x="498" y="6496"/>
                    <a:pt x="512" y="7168"/>
                  </a:cubicBezTo>
                  <a:cubicBezTo>
                    <a:pt x="608" y="9847"/>
                    <a:pt x="0" y="14086"/>
                    <a:pt x="0" y="14086"/>
                  </a:cubicBezTo>
                  <a:lnTo>
                    <a:pt x="1131" y="7299"/>
                  </a:lnTo>
                  <a:lnTo>
                    <a:pt x="2155" y="7299"/>
                  </a:lnTo>
                  <a:lnTo>
                    <a:pt x="281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7"/>
            <p:cNvSpPr/>
            <p:nvPr/>
          </p:nvSpPr>
          <p:spPr>
            <a:xfrm>
              <a:off x="2563888" y="2040768"/>
              <a:ext cx="37851" cy="96947"/>
            </a:xfrm>
            <a:custGeom>
              <a:avLst/>
              <a:gdLst/>
              <a:ahLst/>
              <a:cxnLst/>
              <a:rect l="l" t="t" r="r" b="b"/>
              <a:pathLst>
                <a:path w="930" h="2382" extrusionOk="0">
                  <a:moveTo>
                    <a:pt x="274" y="0"/>
                  </a:moveTo>
                  <a:lnTo>
                    <a:pt x="1" y="2382"/>
                  </a:lnTo>
                  <a:cubicBezTo>
                    <a:pt x="1" y="2382"/>
                    <a:pt x="870" y="1655"/>
                    <a:pt x="906" y="1286"/>
                  </a:cubicBezTo>
                  <a:cubicBezTo>
                    <a:pt x="929" y="917"/>
                    <a:pt x="274" y="0"/>
                    <a:pt x="274"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7"/>
            <p:cNvSpPr/>
            <p:nvPr/>
          </p:nvSpPr>
          <p:spPr>
            <a:xfrm>
              <a:off x="1301539" y="4483026"/>
              <a:ext cx="1885590" cy="50427"/>
            </a:xfrm>
            <a:custGeom>
              <a:avLst/>
              <a:gdLst/>
              <a:ahLst/>
              <a:cxnLst/>
              <a:rect l="l" t="t" r="r" b="b"/>
              <a:pathLst>
                <a:path w="46329" h="1239" extrusionOk="0">
                  <a:moveTo>
                    <a:pt x="144" y="1"/>
                  </a:moveTo>
                  <a:cubicBezTo>
                    <a:pt x="72" y="1"/>
                    <a:pt x="1" y="84"/>
                    <a:pt x="1" y="155"/>
                  </a:cubicBezTo>
                  <a:lnTo>
                    <a:pt x="1" y="1096"/>
                  </a:lnTo>
                  <a:cubicBezTo>
                    <a:pt x="1" y="1167"/>
                    <a:pt x="72" y="1239"/>
                    <a:pt x="144" y="1239"/>
                  </a:cubicBezTo>
                  <a:lnTo>
                    <a:pt x="46173" y="1239"/>
                  </a:lnTo>
                  <a:cubicBezTo>
                    <a:pt x="46257" y="1239"/>
                    <a:pt x="46328" y="1167"/>
                    <a:pt x="46328" y="1096"/>
                  </a:cubicBezTo>
                  <a:lnTo>
                    <a:pt x="46328" y="155"/>
                  </a:lnTo>
                  <a:cubicBezTo>
                    <a:pt x="46328" y="84"/>
                    <a:pt x="46257" y="1"/>
                    <a:pt x="461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7"/>
            <p:cNvSpPr/>
            <p:nvPr/>
          </p:nvSpPr>
          <p:spPr>
            <a:xfrm>
              <a:off x="2077361" y="2112969"/>
              <a:ext cx="72731" cy="100814"/>
            </a:xfrm>
            <a:custGeom>
              <a:avLst/>
              <a:gdLst/>
              <a:ahLst/>
              <a:cxnLst/>
              <a:rect l="l" t="t" r="r" b="b"/>
              <a:pathLst>
                <a:path w="1787" h="2477" extrusionOk="0">
                  <a:moveTo>
                    <a:pt x="894" y="0"/>
                  </a:moveTo>
                  <a:cubicBezTo>
                    <a:pt x="406" y="0"/>
                    <a:pt x="1" y="548"/>
                    <a:pt x="1" y="1239"/>
                  </a:cubicBezTo>
                  <a:cubicBezTo>
                    <a:pt x="1" y="1917"/>
                    <a:pt x="406" y="2477"/>
                    <a:pt x="894" y="2477"/>
                  </a:cubicBezTo>
                  <a:cubicBezTo>
                    <a:pt x="1382" y="2477"/>
                    <a:pt x="1787" y="1917"/>
                    <a:pt x="1787" y="1239"/>
                  </a:cubicBezTo>
                  <a:cubicBezTo>
                    <a:pt x="1787" y="572"/>
                    <a:pt x="1382" y="12"/>
                    <a:pt x="8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7"/>
            <p:cNvSpPr/>
            <p:nvPr/>
          </p:nvSpPr>
          <p:spPr>
            <a:xfrm>
              <a:off x="2366168" y="2112969"/>
              <a:ext cx="72731" cy="100814"/>
            </a:xfrm>
            <a:custGeom>
              <a:avLst/>
              <a:gdLst/>
              <a:ahLst/>
              <a:cxnLst/>
              <a:rect l="l" t="t" r="r" b="b"/>
              <a:pathLst>
                <a:path w="1787" h="2477" extrusionOk="0">
                  <a:moveTo>
                    <a:pt x="894" y="0"/>
                  </a:moveTo>
                  <a:cubicBezTo>
                    <a:pt x="406" y="0"/>
                    <a:pt x="1" y="548"/>
                    <a:pt x="1" y="1239"/>
                  </a:cubicBezTo>
                  <a:cubicBezTo>
                    <a:pt x="1" y="1917"/>
                    <a:pt x="406" y="2477"/>
                    <a:pt x="894" y="2477"/>
                  </a:cubicBezTo>
                  <a:cubicBezTo>
                    <a:pt x="1382" y="2477"/>
                    <a:pt x="1787" y="1917"/>
                    <a:pt x="1787" y="1239"/>
                  </a:cubicBezTo>
                  <a:cubicBezTo>
                    <a:pt x="1787" y="572"/>
                    <a:pt x="1382" y="12"/>
                    <a:pt x="8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7"/>
            <p:cNvSpPr/>
            <p:nvPr/>
          </p:nvSpPr>
          <p:spPr>
            <a:xfrm>
              <a:off x="1929742" y="2140726"/>
              <a:ext cx="654537" cy="389499"/>
            </a:xfrm>
            <a:custGeom>
              <a:avLst/>
              <a:gdLst/>
              <a:ahLst/>
              <a:cxnLst/>
              <a:rect l="l" t="t" r="r" b="b"/>
              <a:pathLst>
                <a:path w="16082" h="9570" extrusionOk="0">
                  <a:moveTo>
                    <a:pt x="65" y="1"/>
                  </a:moveTo>
                  <a:cubicBezTo>
                    <a:pt x="0" y="1"/>
                    <a:pt x="89" y="603"/>
                    <a:pt x="615" y="2759"/>
                  </a:cubicBezTo>
                  <a:cubicBezTo>
                    <a:pt x="1782" y="7605"/>
                    <a:pt x="7259" y="9570"/>
                    <a:pt x="8224" y="9570"/>
                  </a:cubicBezTo>
                  <a:cubicBezTo>
                    <a:pt x="9188" y="9570"/>
                    <a:pt x="10462" y="8724"/>
                    <a:pt x="13141" y="6557"/>
                  </a:cubicBezTo>
                  <a:cubicBezTo>
                    <a:pt x="15820" y="4379"/>
                    <a:pt x="16082" y="735"/>
                    <a:pt x="16082" y="735"/>
                  </a:cubicBezTo>
                  <a:lnTo>
                    <a:pt x="16082" y="735"/>
                  </a:lnTo>
                  <a:cubicBezTo>
                    <a:pt x="15394" y="1695"/>
                    <a:pt x="13549" y="3294"/>
                    <a:pt x="11894" y="3294"/>
                  </a:cubicBezTo>
                  <a:cubicBezTo>
                    <a:pt x="11372" y="3294"/>
                    <a:pt x="10869" y="3135"/>
                    <a:pt x="10426" y="2747"/>
                  </a:cubicBezTo>
                  <a:cubicBezTo>
                    <a:pt x="9496" y="1926"/>
                    <a:pt x="9035" y="1527"/>
                    <a:pt x="8522" y="1527"/>
                  </a:cubicBezTo>
                  <a:cubicBezTo>
                    <a:pt x="8016" y="1527"/>
                    <a:pt x="7459" y="1914"/>
                    <a:pt x="6354" y="2664"/>
                  </a:cubicBezTo>
                  <a:cubicBezTo>
                    <a:pt x="5759" y="3071"/>
                    <a:pt x="5130" y="3239"/>
                    <a:pt x="4511" y="3239"/>
                  </a:cubicBezTo>
                  <a:cubicBezTo>
                    <a:pt x="2812" y="3239"/>
                    <a:pt x="1179" y="1982"/>
                    <a:pt x="473" y="961"/>
                  </a:cubicBezTo>
                  <a:cubicBezTo>
                    <a:pt x="473" y="961"/>
                    <a:pt x="146"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7"/>
            <p:cNvSpPr/>
            <p:nvPr/>
          </p:nvSpPr>
          <p:spPr>
            <a:xfrm>
              <a:off x="2004183" y="2745807"/>
              <a:ext cx="51404" cy="251567"/>
            </a:xfrm>
            <a:custGeom>
              <a:avLst/>
              <a:gdLst/>
              <a:ahLst/>
              <a:cxnLst/>
              <a:rect l="l" t="t" r="r" b="b"/>
              <a:pathLst>
                <a:path w="1263" h="6181" fill="none" extrusionOk="0">
                  <a:moveTo>
                    <a:pt x="1" y="1"/>
                  </a:moveTo>
                  <a:cubicBezTo>
                    <a:pt x="25" y="2025"/>
                    <a:pt x="775" y="4097"/>
                    <a:pt x="1263" y="6180"/>
                  </a:cubicBezTo>
                </a:path>
              </a:pathLst>
            </a:custGeom>
            <a:noFill/>
            <a:ln w="387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7"/>
            <p:cNvSpPr/>
            <p:nvPr/>
          </p:nvSpPr>
          <p:spPr>
            <a:xfrm>
              <a:off x="2428683" y="2748249"/>
              <a:ext cx="83394" cy="379446"/>
            </a:xfrm>
            <a:custGeom>
              <a:avLst/>
              <a:gdLst/>
              <a:ahLst/>
              <a:cxnLst/>
              <a:rect l="l" t="t" r="r" b="b"/>
              <a:pathLst>
                <a:path w="2049" h="9323" fill="none" extrusionOk="0">
                  <a:moveTo>
                    <a:pt x="2049" y="0"/>
                  </a:moveTo>
                  <a:cubicBezTo>
                    <a:pt x="1799" y="1489"/>
                    <a:pt x="775" y="2727"/>
                    <a:pt x="418" y="4251"/>
                  </a:cubicBezTo>
                  <a:cubicBezTo>
                    <a:pt x="1" y="6037"/>
                    <a:pt x="287" y="7561"/>
                    <a:pt x="656" y="9323"/>
                  </a:cubicBezTo>
                </a:path>
              </a:pathLst>
            </a:custGeom>
            <a:noFill/>
            <a:ln w="387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7"/>
            <p:cNvSpPr/>
            <p:nvPr/>
          </p:nvSpPr>
          <p:spPr>
            <a:xfrm>
              <a:off x="2445166" y="3074374"/>
              <a:ext cx="10704" cy="53317"/>
            </a:xfrm>
            <a:custGeom>
              <a:avLst/>
              <a:gdLst/>
              <a:ahLst/>
              <a:cxnLst/>
              <a:rect l="l" t="t" r="r" b="b"/>
              <a:pathLst>
                <a:path w="263" h="1310" fill="none" extrusionOk="0">
                  <a:moveTo>
                    <a:pt x="1" y="0"/>
                  </a:moveTo>
                  <a:lnTo>
                    <a:pt x="263" y="1310"/>
                  </a:lnTo>
                </a:path>
              </a:pathLst>
            </a:custGeom>
            <a:noFill/>
            <a:ln w="7450"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7"/>
            <p:cNvSpPr/>
            <p:nvPr/>
          </p:nvSpPr>
          <p:spPr>
            <a:xfrm>
              <a:off x="1893723" y="1701334"/>
              <a:ext cx="707040" cy="741188"/>
            </a:xfrm>
            <a:custGeom>
              <a:avLst/>
              <a:gdLst/>
              <a:ahLst/>
              <a:cxnLst/>
              <a:rect l="l" t="t" r="r" b="b"/>
              <a:pathLst>
                <a:path w="17372" h="18211" extrusionOk="0">
                  <a:moveTo>
                    <a:pt x="9314" y="1"/>
                  </a:moveTo>
                  <a:cubicBezTo>
                    <a:pt x="8798" y="1"/>
                    <a:pt x="524" y="4459"/>
                    <a:pt x="524" y="4459"/>
                  </a:cubicBezTo>
                  <a:cubicBezTo>
                    <a:pt x="524" y="4459"/>
                    <a:pt x="0" y="11793"/>
                    <a:pt x="96" y="12662"/>
                  </a:cubicBezTo>
                  <a:cubicBezTo>
                    <a:pt x="179" y="13520"/>
                    <a:pt x="941" y="15936"/>
                    <a:pt x="941" y="15936"/>
                  </a:cubicBezTo>
                  <a:lnTo>
                    <a:pt x="4287" y="17949"/>
                  </a:lnTo>
                  <a:cubicBezTo>
                    <a:pt x="3441" y="15603"/>
                    <a:pt x="2441" y="7376"/>
                    <a:pt x="6144" y="6102"/>
                  </a:cubicBezTo>
                  <a:cubicBezTo>
                    <a:pt x="7364" y="5677"/>
                    <a:pt x="8416" y="5507"/>
                    <a:pt x="9321" y="5507"/>
                  </a:cubicBezTo>
                  <a:cubicBezTo>
                    <a:pt x="11179" y="5507"/>
                    <a:pt x="12415" y="6223"/>
                    <a:pt x="13216" y="6912"/>
                  </a:cubicBezTo>
                  <a:cubicBezTo>
                    <a:pt x="14395" y="7924"/>
                    <a:pt x="13883" y="15817"/>
                    <a:pt x="12919" y="18211"/>
                  </a:cubicBezTo>
                  <a:lnTo>
                    <a:pt x="16955" y="15044"/>
                  </a:lnTo>
                  <a:lnTo>
                    <a:pt x="17372" y="3887"/>
                  </a:lnTo>
                  <a:cubicBezTo>
                    <a:pt x="17372" y="3887"/>
                    <a:pt x="9537" y="185"/>
                    <a:pt x="9335" y="6"/>
                  </a:cubicBezTo>
                  <a:cubicBezTo>
                    <a:pt x="9331" y="3"/>
                    <a:pt x="9324" y="1"/>
                    <a:pt x="931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7"/>
            <p:cNvSpPr/>
            <p:nvPr/>
          </p:nvSpPr>
          <p:spPr>
            <a:xfrm>
              <a:off x="1790996" y="1390959"/>
              <a:ext cx="944973" cy="1381073"/>
            </a:xfrm>
            <a:custGeom>
              <a:avLst/>
              <a:gdLst/>
              <a:ahLst/>
              <a:cxnLst/>
              <a:rect l="l" t="t" r="r" b="b"/>
              <a:pathLst>
                <a:path w="23218" h="33933" extrusionOk="0">
                  <a:moveTo>
                    <a:pt x="11514" y="0"/>
                  </a:moveTo>
                  <a:cubicBezTo>
                    <a:pt x="10180" y="0"/>
                    <a:pt x="1608" y="5453"/>
                    <a:pt x="786" y="12252"/>
                  </a:cubicBezTo>
                  <a:cubicBezTo>
                    <a:pt x="0" y="19050"/>
                    <a:pt x="1786" y="27492"/>
                    <a:pt x="4763" y="33933"/>
                  </a:cubicBezTo>
                  <a:lnTo>
                    <a:pt x="5775" y="33933"/>
                  </a:lnTo>
                  <a:cubicBezTo>
                    <a:pt x="5775" y="33933"/>
                    <a:pt x="4024" y="21324"/>
                    <a:pt x="4477" y="16240"/>
                  </a:cubicBezTo>
                  <a:cubicBezTo>
                    <a:pt x="4882" y="11525"/>
                    <a:pt x="9085" y="10704"/>
                    <a:pt x="11871" y="10704"/>
                  </a:cubicBezTo>
                  <a:cubicBezTo>
                    <a:pt x="14657" y="10704"/>
                    <a:pt x="17764" y="11525"/>
                    <a:pt x="18312" y="15538"/>
                  </a:cubicBezTo>
                  <a:cubicBezTo>
                    <a:pt x="18883" y="19741"/>
                    <a:pt x="16943" y="33576"/>
                    <a:pt x="16943" y="33576"/>
                  </a:cubicBezTo>
                  <a:lnTo>
                    <a:pt x="18967" y="33933"/>
                  </a:lnTo>
                  <a:cubicBezTo>
                    <a:pt x="21277" y="27396"/>
                    <a:pt x="23217" y="17752"/>
                    <a:pt x="22205" y="12156"/>
                  </a:cubicBezTo>
                  <a:cubicBezTo>
                    <a:pt x="21134" y="6263"/>
                    <a:pt x="12859" y="0"/>
                    <a:pt x="115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7"/>
            <p:cNvSpPr/>
            <p:nvPr/>
          </p:nvSpPr>
          <p:spPr>
            <a:xfrm>
              <a:off x="1301539" y="3226997"/>
              <a:ext cx="1885590" cy="1256083"/>
            </a:xfrm>
            <a:custGeom>
              <a:avLst/>
              <a:gdLst/>
              <a:ahLst/>
              <a:cxnLst/>
              <a:rect l="l" t="t" r="r" b="b"/>
              <a:pathLst>
                <a:path w="46329" h="30862" extrusionOk="0">
                  <a:moveTo>
                    <a:pt x="441" y="1"/>
                  </a:moveTo>
                  <a:cubicBezTo>
                    <a:pt x="203" y="1"/>
                    <a:pt x="1" y="191"/>
                    <a:pt x="1" y="441"/>
                  </a:cubicBezTo>
                  <a:lnTo>
                    <a:pt x="1" y="30421"/>
                  </a:lnTo>
                  <a:cubicBezTo>
                    <a:pt x="1" y="30671"/>
                    <a:pt x="203" y="30862"/>
                    <a:pt x="441" y="30862"/>
                  </a:cubicBezTo>
                  <a:lnTo>
                    <a:pt x="45876" y="30862"/>
                  </a:lnTo>
                  <a:cubicBezTo>
                    <a:pt x="46138" y="30862"/>
                    <a:pt x="46328" y="30671"/>
                    <a:pt x="46328" y="30421"/>
                  </a:cubicBezTo>
                  <a:lnTo>
                    <a:pt x="46328" y="441"/>
                  </a:lnTo>
                  <a:cubicBezTo>
                    <a:pt x="46328" y="191"/>
                    <a:pt x="46138" y="1"/>
                    <a:pt x="45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7"/>
            <p:cNvSpPr/>
            <p:nvPr/>
          </p:nvSpPr>
          <p:spPr>
            <a:xfrm>
              <a:off x="1092220" y="3508638"/>
              <a:ext cx="330525" cy="521367"/>
            </a:xfrm>
            <a:custGeom>
              <a:avLst/>
              <a:gdLst/>
              <a:ahLst/>
              <a:cxnLst/>
              <a:rect l="l" t="t" r="r" b="b"/>
              <a:pathLst>
                <a:path w="8121" h="12810" extrusionOk="0">
                  <a:moveTo>
                    <a:pt x="3652" y="0"/>
                  </a:moveTo>
                  <a:cubicBezTo>
                    <a:pt x="2300" y="0"/>
                    <a:pt x="1546" y="755"/>
                    <a:pt x="2001" y="2010"/>
                  </a:cubicBezTo>
                  <a:cubicBezTo>
                    <a:pt x="1882" y="2427"/>
                    <a:pt x="286" y="3380"/>
                    <a:pt x="1310" y="4404"/>
                  </a:cubicBezTo>
                  <a:cubicBezTo>
                    <a:pt x="1191" y="4701"/>
                    <a:pt x="0" y="5225"/>
                    <a:pt x="893" y="7035"/>
                  </a:cubicBezTo>
                  <a:cubicBezTo>
                    <a:pt x="393" y="8095"/>
                    <a:pt x="691" y="8976"/>
                    <a:pt x="1691" y="9749"/>
                  </a:cubicBezTo>
                  <a:cubicBezTo>
                    <a:pt x="2120" y="10071"/>
                    <a:pt x="2501" y="10952"/>
                    <a:pt x="3679" y="11952"/>
                  </a:cubicBezTo>
                  <a:cubicBezTo>
                    <a:pt x="4287" y="12476"/>
                    <a:pt x="5144" y="12809"/>
                    <a:pt x="5144" y="12809"/>
                  </a:cubicBezTo>
                  <a:lnTo>
                    <a:pt x="5120" y="8785"/>
                  </a:lnTo>
                  <a:cubicBezTo>
                    <a:pt x="6489" y="8726"/>
                    <a:pt x="7299" y="8404"/>
                    <a:pt x="7501" y="7630"/>
                  </a:cubicBezTo>
                  <a:cubicBezTo>
                    <a:pt x="7501" y="6928"/>
                    <a:pt x="5703" y="6975"/>
                    <a:pt x="5739" y="6904"/>
                  </a:cubicBezTo>
                  <a:cubicBezTo>
                    <a:pt x="6192" y="6785"/>
                    <a:pt x="7561" y="6975"/>
                    <a:pt x="7906" y="5785"/>
                  </a:cubicBezTo>
                  <a:cubicBezTo>
                    <a:pt x="8120" y="4916"/>
                    <a:pt x="6037" y="4749"/>
                    <a:pt x="5263" y="4701"/>
                  </a:cubicBezTo>
                  <a:cubicBezTo>
                    <a:pt x="5261" y="4696"/>
                    <a:pt x="5270" y="4694"/>
                    <a:pt x="5290" y="4694"/>
                  </a:cubicBezTo>
                  <a:cubicBezTo>
                    <a:pt x="5391" y="4694"/>
                    <a:pt x="5768" y="4752"/>
                    <a:pt x="6197" y="4752"/>
                  </a:cubicBezTo>
                  <a:cubicBezTo>
                    <a:pt x="6667" y="4752"/>
                    <a:pt x="7199" y="4683"/>
                    <a:pt x="7501" y="4392"/>
                  </a:cubicBezTo>
                  <a:cubicBezTo>
                    <a:pt x="7918" y="3999"/>
                    <a:pt x="7906" y="3451"/>
                    <a:pt x="7608" y="3106"/>
                  </a:cubicBezTo>
                  <a:cubicBezTo>
                    <a:pt x="7311" y="2772"/>
                    <a:pt x="5322" y="2332"/>
                    <a:pt x="5287" y="2272"/>
                  </a:cubicBezTo>
                  <a:cubicBezTo>
                    <a:pt x="5600" y="2272"/>
                    <a:pt x="5914" y="2323"/>
                    <a:pt x="6163" y="2323"/>
                  </a:cubicBezTo>
                  <a:cubicBezTo>
                    <a:pt x="6367" y="2323"/>
                    <a:pt x="6528" y="2289"/>
                    <a:pt x="6608" y="2165"/>
                  </a:cubicBezTo>
                  <a:cubicBezTo>
                    <a:pt x="7251" y="1237"/>
                    <a:pt x="6037" y="498"/>
                    <a:pt x="5061" y="224"/>
                  </a:cubicBezTo>
                  <a:cubicBezTo>
                    <a:pt x="4546" y="73"/>
                    <a:pt x="4071" y="0"/>
                    <a:pt x="36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7"/>
            <p:cNvSpPr/>
            <p:nvPr/>
          </p:nvSpPr>
          <p:spPr>
            <a:xfrm>
              <a:off x="1215296" y="3585520"/>
              <a:ext cx="92104" cy="15629"/>
            </a:xfrm>
            <a:custGeom>
              <a:avLst/>
              <a:gdLst/>
              <a:ahLst/>
              <a:cxnLst/>
              <a:rect l="l" t="t" r="r" b="b"/>
              <a:pathLst>
                <a:path w="2263" h="384" extrusionOk="0">
                  <a:moveTo>
                    <a:pt x="146" y="1"/>
                  </a:moveTo>
                  <a:cubicBezTo>
                    <a:pt x="54" y="1"/>
                    <a:pt x="1" y="2"/>
                    <a:pt x="1" y="2"/>
                  </a:cubicBezTo>
                  <a:lnTo>
                    <a:pt x="2263" y="383"/>
                  </a:lnTo>
                  <a:cubicBezTo>
                    <a:pt x="1737" y="33"/>
                    <a:pt x="557"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7"/>
            <p:cNvSpPr/>
            <p:nvPr/>
          </p:nvSpPr>
          <p:spPr>
            <a:xfrm>
              <a:off x="1192993" y="3686821"/>
              <a:ext cx="138665" cy="15100"/>
            </a:xfrm>
            <a:custGeom>
              <a:avLst/>
              <a:gdLst/>
              <a:ahLst/>
              <a:cxnLst/>
              <a:rect l="l" t="t" r="r" b="b"/>
              <a:pathLst>
                <a:path w="3407" h="371" extrusionOk="0">
                  <a:moveTo>
                    <a:pt x="225" y="0"/>
                  </a:moveTo>
                  <a:cubicBezTo>
                    <a:pt x="84" y="0"/>
                    <a:pt x="1" y="2"/>
                    <a:pt x="1" y="2"/>
                  </a:cubicBezTo>
                  <a:lnTo>
                    <a:pt x="3406" y="371"/>
                  </a:lnTo>
                  <a:cubicBezTo>
                    <a:pt x="2582" y="32"/>
                    <a:pt x="844" y="0"/>
                    <a:pt x="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7"/>
            <p:cNvSpPr/>
            <p:nvPr/>
          </p:nvSpPr>
          <p:spPr>
            <a:xfrm>
              <a:off x="1178951" y="3781610"/>
              <a:ext cx="146886" cy="8018"/>
            </a:xfrm>
            <a:custGeom>
              <a:avLst/>
              <a:gdLst/>
              <a:ahLst/>
              <a:cxnLst/>
              <a:rect l="l" t="t" r="r" b="b"/>
              <a:pathLst>
                <a:path w="3609" h="197" extrusionOk="0">
                  <a:moveTo>
                    <a:pt x="1526" y="0"/>
                  </a:moveTo>
                  <a:cubicBezTo>
                    <a:pt x="994" y="0"/>
                    <a:pt x="447" y="47"/>
                    <a:pt x="1" y="185"/>
                  </a:cubicBezTo>
                  <a:lnTo>
                    <a:pt x="3608" y="197"/>
                  </a:lnTo>
                  <a:cubicBezTo>
                    <a:pt x="3608" y="189"/>
                    <a:pt x="2598" y="0"/>
                    <a:pt x="15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7"/>
            <p:cNvSpPr/>
            <p:nvPr/>
          </p:nvSpPr>
          <p:spPr>
            <a:xfrm>
              <a:off x="1164910" y="3863742"/>
              <a:ext cx="135734" cy="15873"/>
            </a:xfrm>
            <a:custGeom>
              <a:avLst/>
              <a:gdLst/>
              <a:ahLst/>
              <a:cxnLst/>
              <a:rect l="l" t="t" r="r" b="b"/>
              <a:pathLst>
                <a:path w="3335" h="390" extrusionOk="0">
                  <a:moveTo>
                    <a:pt x="0" y="1"/>
                  </a:moveTo>
                  <a:cubicBezTo>
                    <a:pt x="0" y="1"/>
                    <a:pt x="1606" y="389"/>
                    <a:pt x="3007" y="389"/>
                  </a:cubicBezTo>
                  <a:cubicBezTo>
                    <a:pt x="3118" y="389"/>
                    <a:pt x="3227" y="387"/>
                    <a:pt x="3334" y="382"/>
                  </a:cubicBezTo>
                  <a:lnTo>
                    <a:pt x="3334" y="60"/>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7"/>
            <p:cNvSpPr/>
            <p:nvPr/>
          </p:nvSpPr>
          <p:spPr>
            <a:xfrm>
              <a:off x="2600721" y="4533413"/>
              <a:ext cx="364428" cy="137485"/>
            </a:xfrm>
            <a:custGeom>
              <a:avLst/>
              <a:gdLst/>
              <a:ahLst/>
              <a:cxnLst/>
              <a:rect l="l" t="t" r="r" b="b"/>
              <a:pathLst>
                <a:path w="8954" h="3378" extrusionOk="0">
                  <a:moveTo>
                    <a:pt x="1" y="1"/>
                  </a:moveTo>
                  <a:cubicBezTo>
                    <a:pt x="485" y="1874"/>
                    <a:pt x="2565" y="3377"/>
                    <a:pt x="4873" y="3377"/>
                  </a:cubicBezTo>
                  <a:cubicBezTo>
                    <a:pt x="6249" y="3377"/>
                    <a:pt x="7705" y="2844"/>
                    <a:pt x="8954" y="1537"/>
                  </a:cubicBezTo>
                  <a:lnTo>
                    <a:pt x="76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7"/>
            <p:cNvSpPr/>
            <p:nvPr/>
          </p:nvSpPr>
          <p:spPr>
            <a:xfrm>
              <a:off x="2649683" y="4533413"/>
              <a:ext cx="474928" cy="92877"/>
            </a:xfrm>
            <a:custGeom>
              <a:avLst/>
              <a:gdLst/>
              <a:ahLst/>
              <a:cxnLst/>
              <a:rect l="l" t="t" r="r" b="b"/>
              <a:pathLst>
                <a:path w="11669" h="2282" extrusionOk="0">
                  <a:moveTo>
                    <a:pt x="0" y="1"/>
                  </a:moveTo>
                  <a:cubicBezTo>
                    <a:pt x="0" y="1"/>
                    <a:pt x="429" y="1084"/>
                    <a:pt x="1834" y="1287"/>
                  </a:cubicBezTo>
                  <a:cubicBezTo>
                    <a:pt x="1834" y="1287"/>
                    <a:pt x="2152" y="2282"/>
                    <a:pt x="5073" y="2282"/>
                  </a:cubicBezTo>
                  <a:cubicBezTo>
                    <a:pt x="5299" y="2282"/>
                    <a:pt x="5540" y="2276"/>
                    <a:pt x="5798" y="2263"/>
                  </a:cubicBezTo>
                  <a:cubicBezTo>
                    <a:pt x="7549" y="2180"/>
                    <a:pt x="7977" y="2096"/>
                    <a:pt x="9180" y="1442"/>
                  </a:cubicBezTo>
                  <a:cubicBezTo>
                    <a:pt x="11668" y="1132"/>
                    <a:pt x="11001" y="1"/>
                    <a:pt x="11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7"/>
            <p:cNvSpPr/>
            <p:nvPr/>
          </p:nvSpPr>
          <p:spPr>
            <a:xfrm>
              <a:off x="2043946" y="2952235"/>
              <a:ext cx="11640" cy="45625"/>
            </a:xfrm>
            <a:custGeom>
              <a:avLst/>
              <a:gdLst/>
              <a:ahLst/>
              <a:cxnLst/>
              <a:rect l="l" t="t" r="r" b="b"/>
              <a:pathLst>
                <a:path w="286" h="1121" fill="none" extrusionOk="0">
                  <a:moveTo>
                    <a:pt x="286" y="1120"/>
                  </a:moveTo>
                  <a:lnTo>
                    <a:pt x="0" y="1"/>
                  </a:lnTo>
                </a:path>
              </a:pathLst>
            </a:custGeom>
            <a:noFill/>
            <a:ln w="7450"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7"/>
            <p:cNvSpPr/>
            <p:nvPr/>
          </p:nvSpPr>
          <p:spPr>
            <a:xfrm>
              <a:off x="1964459" y="3547873"/>
              <a:ext cx="589784" cy="661416"/>
            </a:xfrm>
            <a:custGeom>
              <a:avLst/>
              <a:gdLst/>
              <a:ahLst/>
              <a:cxnLst/>
              <a:rect l="l" t="t" r="r" b="b"/>
              <a:pathLst>
                <a:path w="14491" h="16251" extrusionOk="0">
                  <a:moveTo>
                    <a:pt x="7267" y="0"/>
                  </a:moveTo>
                  <a:cubicBezTo>
                    <a:pt x="7222" y="0"/>
                    <a:pt x="7177" y="12"/>
                    <a:pt x="7132" y="34"/>
                  </a:cubicBezTo>
                  <a:cubicBezTo>
                    <a:pt x="4947" y="1375"/>
                    <a:pt x="2774" y="1583"/>
                    <a:pt x="1592" y="1583"/>
                  </a:cubicBezTo>
                  <a:cubicBezTo>
                    <a:pt x="1557" y="1583"/>
                    <a:pt x="1522" y="1583"/>
                    <a:pt x="1489" y="1582"/>
                  </a:cubicBezTo>
                  <a:cubicBezTo>
                    <a:pt x="894" y="1558"/>
                    <a:pt x="524" y="1499"/>
                    <a:pt x="524" y="1499"/>
                  </a:cubicBezTo>
                  <a:cubicBezTo>
                    <a:pt x="508" y="1496"/>
                    <a:pt x="491" y="1495"/>
                    <a:pt x="474" y="1495"/>
                  </a:cubicBezTo>
                  <a:cubicBezTo>
                    <a:pt x="420" y="1495"/>
                    <a:pt x="368" y="1510"/>
                    <a:pt x="322" y="1546"/>
                  </a:cubicBezTo>
                  <a:cubicBezTo>
                    <a:pt x="263" y="1594"/>
                    <a:pt x="227" y="1666"/>
                    <a:pt x="227" y="1725"/>
                  </a:cubicBezTo>
                  <a:cubicBezTo>
                    <a:pt x="227" y="1773"/>
                    <a:pt x="1" y="6535"/>
                    <a:pt x="2680" y="11417"/>
                  </a:cubicBezTo>
                  <a:cubicBezTo>
                    <a:pt x="3513" y="12953"/>
                    <a:pt x="4846" y="14429"/>
                    <a:pt x="6942" y="16191"/>
                  </a:cubicBezTo>
                  <a:cubicBezTo>
                    <a:pt x="6990" y="16239"/>
                    <a:pt x="7049" y="16251"/>
                    <a:pt x="7109" y="16251"/>
                  </a:cubicBezTo>
                  <a:cubicBezTo>
                    <a:pt x="7168" y="16251"/>
                    <a:pt x="7204" y="16239"/>
                    <a:pt x="7263" y="16191"/>
                  </a:cubicBezTo>
                  <a:cubicBezTo>
                    <a:pt x="9276" y="14679"/>
                    <a:pt x="10692" y="13203"/>
                    <a:pt x="11585" y="11702"/>
                  </a:cubicBezTo>
                  <a:cubicBezTo>
                    <a:pt x="14431" y="6940"/>
                    <a:pt x="14491" y="2058"/>
                    <a:pt x="14491" y="1999"/>
                  </a:cubicBezTo>
                  <a:cubicBezTo>
                    <a:pt x="14491" y="1927"/>
                    <a:pt x="14455" y="1844"/>
                    <a:pt x="14395" y="1808"/>
                  </a:cubicBezTo>
                  <a:cubicBezTo>
                    <a:pt x="14349" y="1771"/>
                    <a:pt x="14302" y="1741"/>
                    <a:pt x="14250" y="1741"/>
                  </a:cubicBezTo>
                  <a:cubicBezTo>
                    <a:pt x="14236" y="1741"/>
                    <a:pt x="14220" y="1744"/>
                    <a:pt x="14205" y="1749"/>
                  </a:cubicBezTo>
                  <a:cubicBezTo>
                    <a:pt x="14205" y="1749"/>
                    <a:pt x="13776" y="1785"/>
                    <a:pt x="13121" y="1785"/>
                  </a:cubicBezTo>
                  <a:cubicBezTo>
                    <a:pt x="11871" y="1773"/>
                    <a:pt x="9454" y="1511"/>
                    <a:pt x="7418" y="46"/>
                  </a:cubicBezTo>
                  <a:cubicBezTo>
                    <a:pt x="7368" y="15"/>
                    <a:pt x="7318" y="0"/>
                    <a:pt x="72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7"/>
            <p:cNvSpPr/>
            <p:nvPr/>
          </p:nvSpPr>
          <p:spPr>
            <a:xfrm>
              <a:off x="2223718" y="3729027"/>
              <a:ext cx="79528" cy="306797"/>
            </a:xfrm>
            <a:custGeom>
              <a:avLst/>
              <a:gdLst/>
              <a:ahLst/>
              <a:cxnLst/>
              <a:rect l="l" t="t" r="r" b="b"/>
              <a:pathLst>
                <a:path w="1954" h="7538" extrusionOk="0">
                  <a:moveTo>
                    <a:pt x="120" y="1"/>
                  </a:moveTo>
                  <a:lnTo>
                    <a:pt x="477" y="4799"/>
                  </a:lnTo>
                  <a:lnTo>
                    <a:pt x="1548" y="4799"/>
                  </a:lnTo>
                  <a:lnTo>
                    <a:pt x="1905" y="1"/>
                  </a:lnTo>
                  <a:close/>
                  <a:moveTo>
                    <a:pt x="1001" y="5585"/>
                  </a:moveTo>
                  <a:cubicBezTo>
                    <a:pt x="453" y="5585"/>
                    <a:pt x="0" y="6025"/>
                    <a:pt x="0" y="6537"/>
                  </a:cubicBezTo>
                  <a:cubicBezTo>
                    <a:pt x="0" y="7078"/>
                    <a:pt x="430" y="7537"/>
                    <a:pt x="980" y="7537"/>
                  </a:cubicBezTo>
                  <a:cubicBezTo>
                    <a:pt x="987" y="7537"/>
                    <a:pt x="994" y="7537"/>
                    <a:pt x="1001" y="7537"/>
                  </a:cubicBezTo>
                  <a:cubicBezTo>
                    <a:pt x="1524" y="7537"/>
                    <a:pt x="1953" y="7085"/>
                    <a:pt x="1953" y="6537"/>
                  </a:cubicBezTo>
                  <a:cubicBezTo>
                    <a:pt x="1953" y="6025"/>
                    <a:pt x="1524" y="5585"/>
                    <a:pt x="1001" y="5585"/>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7"/>
            <p:cNvSpPr/>
            <p:nvPr/>
          </p:nvSpPr>
          <p:spPr>
            <a:xfrm>
              <a:off x="2632711" y="2657611"/>
              <a:ext cx="401750" cy="366422"/>
            </a:xfrm>
            <a:custGeom>
              <a:avLst/>
              <a:gdLst/>
              <a:ahLst/>
              <a:cxnLst/>
              <a:rect l="l" t="t" r="r" b="b"/>
              <a:pathLst>
                <a:path w="9871" h="9003" extrusionOk="0">
                  <a:moveTo>
                    <a:pt x="7620" y="1"/>
                  </a:moveTo>
                  <a:cubicBezTo>
                    <a:pt x="6382" y="1"/>
                    <a:pt x="5394" y="1001"/>
                    <a:pt x="5394" y="2227"/>
                  </a:cubicBezTo>
                  <a:cubicBezTo>
                    <a:pt x="5394" y="2739"/>
                    <a:pt x="5572" y="3216"/>
                    <a:pt x="5846" y="3585"/>
                  </a:cubicBezTo>
                  <a:lnTo>
                    <a:pt x="2334" y="6621"/>
                  </a:lnTo>
                  <a:cubicBezTo>
                    <a:pt x="2084" y="6383"/>
                    <a:pt x="1762" y="6228"/>
                    <a:pt x="1381" y="6228"/>
                  </a:cubicBezTo>
                  <a:cubicBezTo>
                    <a:pt x="631" y="6228"/>
                    <a:pt x="0" y="6859"/>
                    <a:pt x="0" y="7621"/>
                  </a:cubicBezTo>
                  <a:cubicBezTo>
                    <a:pt x="0" y="8371"/>
                    <a:pt x="631" y="9002"/>
                    <a:pt x="1381" y="9002"/>
                  </a:cubicBezTo>
                  <a:cubicBezTo>
                    <a:pt x="2143" y="9002"/>
                    <a:pt x="2774" y="8371"/>
                    <a:pt x="2774" y="7621"/>
                  </a:cubicBezTo>
                  <a:cubicBezTo>
                    <a:pt x="2774" y="7323"/>
                    <a:pt x="2667" y="7038"/>
                    <a:pt x="2513" y="6811"/>
                  </a:cubicBezTo>
                  <a:lnTo>
                    <a:pt x="6025" y="3775"/>
                  </a:lnTo>
                  <a:cubicBezTo>
                    <a:pt x="6430" y="4192"/>
                    <a:pt x="7001" y="4466"/>
                    <a:pt x="7632" y="4466"/>
                  </a:cubicBezTo>
                  <a:cubicBezTo>
                    <a:pt x="8870" y="4466"/>
                    <a:pt x="9871" y="3466"/>
                    <a:pt x="9871" y="2227"/>
                  </a:cubicBezTo>
                  <a:cubicBezTo>
                    <a:pt x="9835" y="1001"/>
                    <a:pt x="8847" y="1"/>
                    <a:pt x="76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7"/>
            <p:cNvSpPr/>
            <p:nvPr/>
          </p:nvSpPr>
          <p:spPr>
            <a:xfrm>
              <a:off x="2264418" y="4879399"/>
              <a:ext cx="914936" cy="109564"/>
            </a:xfrm>
            <a:custGeom>
              <a:avLst/>
              <a:gdLst/>
              <a:ahLst/>
              <a:cxnLst/>
              <a:rect l="l" t="t" r="r" b="b"/>
              <a:pathLst>
                <a:path w="22480" h="2692" extrusionOk="0">
                  <a:moveTo>
                    <a:pt x="1" y="1"/>
                  </a:moveTo>
                  <a:lnTo>
                    <a:pt x="1" y="2692"/>
                  </a:lnTo>
                  <a:lnTo>
                    <a:pt x="22480" y="2692"/>
                  </a:lnTo>
                  <a:lnTo>
                    <a:pt x="22480" y="1"/>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7"/>
            <p:cNvSpPr/>
            <p:nvPr/>
          </p:nvSpPr>
          <p:spPr>
            <a:xfrm>
              <a:off x="2434014" y="5036907"/>
              <a:ext cx="745828" cy="54294"/>
            </a:xfrm>
            <a:custGeom>
              <a:avLst/>
              <a:gdLst/>
              <a:ahLst/>
              <a:cxnLst/>
              <a:rect l="l" t="t" r="r" b="b"/>
              <a:pathLst>
                <a:path w="18325" h="1334" extrusionOk="0">
                  <a:moveTo>
                    <a:pt x="1" y="1"/>
                  </a:moveTo>
                  <a:lnTo>
                    <a:pt x="1" y="1334"/>
                  </a:lnTo>
                  <a:lnTo>
                    <a:pt x="18324" y="1334"/>
                  </a:lnTo>
                  <a:lnTo>
                    <a:pt x="18324" y="1"/>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7"/>
            <p:cNvSpPr/>
            <p:nvPr/>
          </p:nvSpPr>
          <p:spPr>
            <a:xfrm>
              <a:off x="2434014" y="5126079"/>
              <a:ext cx="745828" cy="54294"/>
            </a:xfrm>
            <a:custGeom>
              <a:avLst/>
              <a:gdLst/>
              <a:ahLst/>
              <a:cxnLst/>
              <a:rect l="l" t="t" r="r" b="b"/>
              <a:pathLst>
                <a:path w="18325" h="1334" extrusionOk="0">
                  <a:moveTo>
                    <a:pt x="1" y="0"/>
                  </a:moveTo>
                  <a:lnTo>
                    <a:pt x="1" y="1334"/>
                  </a:lnTo>
                  <a:lnTo>
                    <a:pt x="18324" y="1334"/>
                  </a:lnTo>
                  <a:lnTo>
                    <a:pt x="18324"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7"/>
            <p:cNvSpPr/>
            <p:nvPr/>
          </p:nvSpPr>
          <p:spPr>
            <a:xfrm>
              <a:off x="2689895" y="5214764"/>
              <a:ext cx="489947" cy="54782"/>
            </a:xfrm>
            <a:custGeom>
              <a:avLst/>
              <a:gdLst/>
              <a:ahLst/>
              <a:cxnLst/>
              <a:rect l="l" t="t" r="r" b="b"/>
              <a:pathLst>
                <a:path w="12038" h="1346" extrusionOk="0">
                  <a:moveTo>
                    <a:pt x="0" y="0"/>
                  </a:moveTo>
                  <a:lnTo>
                    <a:pt x="0" y="1345"/>
                  </a:lnTo>
                  <a:lnTo>
                    <a:pt x="12037" y="1345"/>
                  </a:lnTo>
                  <a:lnTo>
                    <a:pt x="12037"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7"/>
            <p:cNvSpPr/>
            <p:nvPr/>
          </p:nvSpPr>
          <p:spPr>
            <a:xfrm>
              <a:off x="2894859" y="2508365"/>
              <a:ext cx="94546" cy="94546"/>
            </a:xfrm>
            <a:custGeom>
              <a:avLst/>
              <a:gdLst/>
              <a:ahLst/>
              <a:cxnLst/>
              <a:rect l="l" t="t" r="r" b="b"/>
              <a:pathLst>
                <a:path w="2323" h="2323" extrusionOk="0">
                  <a:moveTo>
                    <a:pt x="1167" y="1"/>
                  </a:moveTo>
                  <a:cubicBezTo>
                    <a:pt x="524" y="1"/>
                    <a:pt x="1" y="525"/>
                    <a:pt x="1" y="1168"/>
                  </a:cubicBezTo>
                  <a:cubicBezTo>
                    <a:pt x="1" y="1811"/>
                    <a:pt x="524" y="2323"/>
                    <a:pt x="1167" y="2323"/>
                  </a:cubicBezTo>
                  <a:cubicBezTo>
                    <a:pt x="1810" y="2323"/>
                    <a:pt x="2322" y="1811"/>
                    <a:pt x="2322" y="1168"/>
                  </a:cubicBezTo>
                  <a:cubicBezTo>
                    <a:pt x="2322" y="525"/>
                    <a:pt x="1810" y="1"/>
                    <a:pt x="1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7"/>
            <p:cNvSpPr/>
            <p:nvPr/>
          </p:nvSpPr>
          <p:spPr>
            <a:xfrm>
              <a:off x="-1006072" y="1271750"/>
              <a:ext cx="486039" cy="429385"/>
            </a:xfrm>
            <a:custGeom>
              <a:avLst/>
              <a:gdLst/>
              <a:ahLst/>
              <a:cxnLst/>
              <a:rect l="l" t="t" r="r" b="b"/>
              <a:pathLst>
                <a:path w="11942" h="10550" extrusionOk="0">
                  <a:moveTo>
                    <a:pt x="7370" y="0"/>
                  </a:moveTo>
                  <a:lnTo>
                    <a:pt x="0" y="10549"/>
                  </a:lnTo>
                  <a:lnTo>
                    <a:pt x="4572" y="10549"/>
                  </a:lnTo>
                  <a:lnTo>
                    <a:pt x="119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7"/>
            <p:cNvSpPr/>
            <p:nvPr/>
          </p:nvSpPr>
          <p:spPr>
            <a:xfrm>
              <a:off x="-705666"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7"/>
            <p:cNvSpPr/>
            <p:nvPr/>
          </p:nvSpPr>
          <p:spPr>
            <a:xfrm>
              <a:off x="-405219"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7"/>
            <p:cNvSpPr/>
            <p:nvPr/>
          </p:nvSpPr>
          <p:spPr>
            <a:xfrm>
              <a:off x="-105261" y="1271750"/>
              <a:ext cx="486080" cy="429385"/>
            </a:xfrm>
            <a:custGeom>
              <a:avLst/>
              <a:gdLst/>
              <a:ahLst/>
              <a:cxnLst/>
              <a:rect l="l" t="t" r="r" b="b"/>
              <a:pathLst>
                <a:path w="11943" h="10550" extrusionOk="0">
                  <a:moveTo>
                    <a:pt x="7371" y="0"/>
                  </a:moveTo>
                  <a:lnTo>
                    <a:pt x="1" y="10549"/>
                  </a:lnTo>
                  <a:lnTo>
                    <a:pt x="4573" y="10549"/>
                  </a:lnTo>
                  <a:lnTo>
                    <a:pt x="119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7"/>
            <p:cNvSpPr/>
            <p:nvPr/>
          </p:nvSpPr>
          <p:spPr>
            <a:xfrm>
              <a:off x="195186" y="1271750"/>
              <a:ext cx="485103" cy="429385"/>
            </a:xfrm>
            <a:custGeom>
              <a:avLst/>
              <a:gdLst/>
              <a:ahLst/>
              <a:cxnLst/>
              <a:rect l="l" t="t" r="r" b="b"/>
              <a:pathLst>
                <a:path w="11919" h="10550" extrusionOk="0">
                  <a:moveTo>
                    <a:pt x="7359" y="0"/>
                  </a:moveTo>
                  <a:lnTo>
                    <a:pt x="1" y="10549"/>
                  </a:lnTo>
                  <a:lnTo>
                    <a:pt x="4573"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7"/>
            <p:cNvSpPr/>
            <p:nvPr/>
          </p:nvSpPr>
          <p:spPr>
            <a:xfrm>
              <a:off x="495633" y="1271750"/>
              <a:ext cx="485103" cy="429385"/>
            </a:xfrm>
            <a:custGeom>
              <a:avLst/>
              <a:gdLst/>
              <a:ahLst/>
              <a:cxnLst/>
              <a:rect l="l" t="t" r="r" b="b"/>
              <a:pathLst>
                <a:path w="11919" h="10550" extrusionOk="0">
                  <a:moveTo>
                    <a:pt x="7359" y="0"/>
                  </a:moveTo>
                  <a:lnTo>
                    <a:pt x="1" y="10549"/>
                  </a:lnTo>
                  <a:lnTo>
                    <a:pt x="4561"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7"/>
            <p:cNvSpPr/>
            <p:nvPr/>
          </p:nvSpPr>
          <p:spPr>
            <a:xfrm>
              <a:off x="792702" y="1271750"/>
              <a:ext cx="485103" cy="429385"/>
            </a:xfrm>
            <a:custGeom>
              <a:avLst/>
              <a:gdLst/>
              <a:ahLst/>
              <a:cxnLst/>
              <a:rect l="l" t="t" r="r" b="b"/>
              <a:pathLst>
                <a:path w="11919" h="10550" extrusionOk="0">
                  <a:moveTo>
                    <a:pt x="7346" y="0"/>
                  </a:moveTo>
                  <a:lnTo>
                    <a:pt x="0" y="10549"/>
                  </a:lnTo>
                  <a:lnTo>
                    <a:pt x="4560" y="10549"/>
                  </a:lnTo>
                  <a:lnTo>
                    <a:pt x="119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 name="Google Shape;700;p27"/>
          <p:cNvGrpSpPr/>
          <p:nvPr/>
        </p:nvGrpSpPr>
        <p:grpSpPr>
          <a:xfrm>
            <a:off x="2668850" y="3353934"/>
            <a:ext cx="3894575" cy="641966"/>
            <a:chOff x="4590600" y="2297159"/>
            <a:chExt cx="3894575" cy="641966"/>
          </a:xfrm>
        </p:grpSpPr>
        <p:sp>
          <p:nvSpPr>
            <p:cNvPr id="701" name="Google Shape;701;p27"/>
            <p:cNvSpPr/>
            <p:nvPr/>
          </p:nvSpPr>
          <p:spPr>
            <a:xfrm>
              <a:off x="4875875" y="2392525"/>
              <a:ext cx="3609300" cy="546600"/>
            </a:xfrm>
            <a:prstGeom prst="roundRect">
              <a:avLst>
                <a:gd name="adj" fmla="val 16667"/>
              </a:avLst>
            </a:prstGeom>
            <a:solidFill>
              <a:schemeClr val="lt2"/>
            </a:solidFill>
            <a:ln>
              <a:noFill/>
            </a:ln>
          </p:spPr>
          <p:txBody>
            <a:bodyPr spcFirstLastPara="1" wrap="square" lIns="182875" tIns="91425" rIns="274300" bIns="91425" anchor="ctr" anchorCtr="0">
              <a:noAutofit/>
            </a:bodyPr>
            <a:lstStyle/>
            <a:p>
              <a:pPr marL="0" lvl="0" indent="0" algn="ctr" rtl="0">
                <a:spcBef>
                  <a:spcPts val="0"/>
                </a:spcBef>
                <a:spcAft>
                  <a:spcPts val="0"/>
                </a:spcAft>
                <a:buClr>
                  <a:srgbClr val="000000"/>
                </a:buClr>
                <a:buSzPts val="1100"/>
                <a:buFont typeface="Arial"/>
                <a:buNone/>
              </a:pPr>
              <a:r>
                <a:rPr lang="en" sz="1200">
                  <a:solidFill>
                    <a:schemeClr val="dk1"/>
                  </a:solidFill>
                  <a:latin typeface="Fira Sans"/>
                  <a:ea typeface="Fira Sans"/>
                  <a:cs typeface="Fira Sans"/>
                  <a:sym typeface="Fira Sans"/>
                </a:rPr>
                <a:t>Pahami Deskripsi soal</a:t>
              </a:r>
              <a:endParaRPr sz="1200">
                <a:solidFill>
                  <a:schemeClr val="dk1"/>
                </a:solidFill>
                <a:latin typeface="Fira Sans"/>
                <a:ea typeface="Fira Sans"/>
                <a:cs typeface="Fira Sans"/>
                <a:sym typeface="Fira Sans"/>
              </a:endParaRPr>
            </a:p>
          </p:txBody>
        </p:sp>
        <p:sp>
          <p:nvSpPr>
            <p:cNvPr id="702" name="Google Shape;702;p27"/>
            <p:cNvSpPr/>
            <p:nvPr/>
          </p:nvSpPr>
          <p:spPr>
            <a:xfrm>
              <a:off x="4590600" y="2297159"/>
              <a:ext cx="547291" cy="546636"/>
            </a:xfrm>
            <a:custGeom>
              <a:avLst/>
              <a:gdLst/>
              <a:ahLst/>
              <a:cxnLst/>
              <a:rect l="l" t="t" r="r" b="b"/>
              <a:pathLst>
                <a:path w="27554" h="27521" extrusionOk="0">
                  <a:moveTo>
                    <a:pt x="27553" y="13777"/>
                  </a:moveTo>
                  <a:cubicBezTo>
                    <a:pt x="27553" y="21349"/>
                    <a:pt x="21382" y="27520"/>
                    <a:pt x="13777" y="27520"/>
                  </a:cubicBezTo>
                  <a:cubicBezTo>
                    <a:pt x="6171" y="27520"/>
                    <a:pt x="0" y="21349"/>
                    <a:pt x="0" y="13777"/>
                  </a:cubicBezTo>
                  <a:cubicBezTo>
                    <a:pt x="0" y="6172"/>
                    <a:pt x="6171" y="1"/>
                    <a:pt x="13777" y="1"/>
                  </a:cubicBezTo>
                  <a:cubicBezTo>
                    <a:pt x="21382" y="1"/>
                    <a:pt x="27553" y="6172"/>
                    <a:pt x="27553" y="13777"/>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2500" b="1">
                  <a:solidFill>
                    <a:schemeClr val="lt1"/>
                  </a:solidFill>
                  <a:latin typeface="Fira Sans"/>
                  <a:ea typeface="Fira Sans"/>
                  <a:cs typeface="Fira Sans"/>
                  <a:sym typeface="Fira Sans"/>
                </a:rPr>
                <a:t>4</a:t>
              </a:r>
              <a:endParaRPr b="1">
                <a:solidFill>
                  <a:schemeClr val="lt1"/>
                </a:solidFill>
                <a:latin typeface="Fira Sans"/>
                <a:ea typeface="Fira Sans"/>
                <a:cs typeface="Fira Sans"/>
                <a:sym typeface="Fira Sans"/>
              </a:endParaRPr>
            </a:p>
          </p:txBody>
        </p:sp>
      </p:grpSp>
      <p:grpSp>
        <p:nvGrpSpPr>
          <p:cNvPr id="703" name="Google Shape;703;p27"/>
          <p:cNvGrpSpPr/>
          <p:nvPr/>
        </p:nvGrpSpPr>
        <p:grpSpPr>
          <a:xfrm>
            <a:off x="2668850" y="4170964"/>
            <a:ext cx="3894575" cy="548787"/>
            <a:chOff x="4590600" y="3114189"/>
            <a:chExt cx="3894575" cy="548787"/>
          </a:xfrm>
        </p:grpSpPr>
        <p:sp>
          <p:nvSpPr>
            <p:cNvPr id="704" name="Google Shape;704;p27"/>
            <p:cNvSpPr/>
            <p:nvPr/>
          </p:nvSpPr>
          <p:spPr>
            <a:xfrm>
              <a:off x="4875875" y="3116376"/>
              <a:ext cx="3609300" cy="546600"/>
            </a:xfrm>
            <a:prstGeom prst="roundRect">
              <a:avLst>
                <a:gd name="adj" fmla="val 16667"/>
              </a:avLst>
            </a:prstGeom>
            <a:solidFill>
              <a:schemeClr val="lt2"/>
            </a:solidFill>
            <a:ln>
              <a:noFill/>
            </a:ln>
          </p:spPr>
          <p:txBody>
            <a:bodyPr spcFirstLastPara="1" wrap="square" lIns="182875" tIns="91425" rIns="274300" bIns="91425" anchor="ctr" anchorCtr="0">
              <a:noAutofit/>
            </a:bodyPr>
            <a:lstStyle/>
            <a:p>
              <a:pPr marL="0" lvl="0" indent="0" algn="ctr" rtl="0">
                <a:spcBef>
                  <a:spcPts val="0"/>
                </a:spcBef>
                <a:spcAft>
                  <a:spcPts val="0"/>
                </a:spcAft>
                <a:buClr>
                  <a:srgbClr val="000000"/>
                </a:buClr>
                <a:buSzPts val="1100"/>
                <a:buFont typeface="Arial"/>
                <a:buNone/>
              </a:pPr>
              <a:r>
                <a:rPr lang="en" sz="1200">
                  <a:solidFill>
                    <a:schemeClr val="dk1"/>
                  </a:solidFill>
                  <a:latin typeface="Fira Sans"/>
                  <a:ea typeface="Fira Sans"/>
                  <a:cs typeface="Fira Sans"/>
                  <a:sym typeface="Fira Sans"/>
                </a:rPr>
                <a:t>Menyiapkan tools</a:t>
              </a:r>
              <a:endParaRPr sz="1200">
                <a:solidFill>
                  <a:schemeClr val="dk1"/>
                </a:solidFill>
                <a:latin typeface="Fira Sans"/>
                <a:ea typeface="Fira Sans"/>
                <a:cs typeface="Fira Sans"/>
                <a:sym typeface="Fira Sans"/>
              </a:endParaRPr>
            </a:p>
          </p:txBody>
        </p:sp>
        <p:sp>
          <p:nvSpPr>
            <p:cNvPr id="705" name="Google Shape;705;p27"/>
            <p:cNvSpPr/>
            <p:nvPr/>
          </p:nvSpPr>
          <p:spPr>
            <a:xfrm>
              <a:off x="4590600" y="3114189"/>
              <a:ext cx="547291" cy="546616"/>
            </a:xfrm>
            <a:custGeom>
              <a:avLst/>
              <a:gdLst/>
              <a:ahLst/>
              <a:cxnLst/>
              <a:rect l="l" t="t" r="r" b="b"/>
              <a:pathLst>
                <a:path w="27554" h="27520" extrusionOk="0">
                  <a:moveTo>
                    <a:pt x="27553" y="13777"/>
                  </a:moveTo>
                  <a:cubicBezTo>
                    <a:pt x="27553" y="21349"/>
                    <a:pt x="21382" y="27520"/>
                    <a:pt x="13777" y="27520"/>
                  </a:cubicBezTo>
                  <a:cubicBezTo>
                    <a:pt x="6171" y="27520"/>
                    <a:pt x="0" y="21349"/>
                    <a:pt x="0" y="13777"/>
                  </a:cubicBezTo>
                  <a:cubicBezTo>
                    <a:pt x="0" y="6171"/>
                    <a:pt x="6171" y="0"/>
                    <a:pt x="13777" y="0"/>
                  </a:cubicBezTo>
                  <a:cubicBezTo>
                    <a:pt x="21382" y="0"/>
                    <a:pt x="27553" y="6171"/>
                    <a:pt x="27553" y="13777"/>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2500" b="1">
                  <a:solidFill>
                    <a:schemeClr val="lt1"/>
                  </a:solidFill>
                  <a:latin typeface="Fira Sans"/>
                  <a:ea typeface="Fira Sans"/>
                  <a:cs typeface="Fira Sans"/>
                  <a:sym typeface="Fira Sans"/>
                </a:rPr>
                <a:t>5</a:t>
              </a:r>
              <a:endParaRPr b="1">
                <a:solidFill>
                  <a:schemeClr val="lt1"/>
                </a:solidFill>
                <a:latin typeface="Fira Sans"/>
                <a:ea typeface="Fira Sans"/>
                <a:cs typeface="Fira Sans"/>
                <a:sym typeface="Fira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28"/>
          <p:cNvSpPr txBox="1">
            <a:spLocks noGrp="1"/>
          </p:cNvSpPr>
          <p:nvPr>
            <p:ph type="title"/>
          </p:nvPr>
        </p:nvSpPr>
        <p:spPr>
          <a:xfrm>
            <a:off x="457200" y="292625"/>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Tips &amp; Trick</a:t>
            </a:r>
            <a:endParaRPr/>
          </a:p>
        </p:txBody>
      </p:sp>
      <p:grpSp>
        <p:nvGrpSpPr>
          <p:cNvPr id="711" name="Google Shape;711;p28"/>
          <p:cNvGrpSpPr/>
          <p:nvPr/>
        </p:nvGrpSpPr>
        <p:grpSpPr>
          <a:xfrm>
            <a:off x="2668850" y="1091359"/>
            <a:ext cx="3894575" cy="547591"/>
            <a:chOff x="4590600" y="2297159"/>
            <a:chExt cx="3894575" cy="547591"/>
          </a:xfrm>
        </p:grpSpPr>
        <p:sp>
          <p:nvSpPr>
            <p:cNvPr id="712" name="Google Shape;712;p28"/>
            <p:cNvSpPr/>
            <p:nvPr/>
          </p:nvSpPr>
          <p:spPr>
            <a:xfrm>
              <a:off x="4875875" y="2298150"/>
              <a:ext cx="3609300" cy="546600"/>
            </a:xfrm>
            <a:prstGeom prst="roundRect">
              <a:avLst>
                <a:gd name="adj" fmla="val 16667"/>
              </a:avLst>
            </a:prstGeom>
            <a:solidFill>
              <a:schemeClr val="lt2"/>
            </a:solidFill>
            <a:ln>
              <a:noFill/>
            </a:ln>
          </p:spPr>
          <p:txBody>
            <a:bodyPr spcFirstLastPara="1" wrap="square" lIns="182875" tIns="91425" rIns="274300" bIns="91425" anchor="ctr" anchorCtr="0">
              <a:noAutofit/>
            </a:bodyPr>
            <a:lstStyle/>
            <a:p>
              <a:pPr marL="0" lvl="0" indent="0" algn="ctr" rtl="0">
                <a:spcBef>
                  <a:spcPts val="0"/>
                </a:spcBef>
                <a:spcAft>
                  <a:spcPts val="0"/>
                </a:spcAft>
                <a:buClr>
                  <a:srgbClr val="000000"/>
                </a:buClr>
                <a:buSzPts val="1100"/>
                <a:buFont typeface="Arial"/>
                <a:buNone/>
              </a:pPr>
              <a:r>
                <a:rPr lang="en" sz="1200">
                  <a:solidFill>
                    <a:schemeClr val="dk1"/>
                  </a:solidFill>
                  <a:latin typeface="Fira Sans"/>
                  <a:ea typeface="Fira Sans"/>
                  <a:cs typeface="Fira Sans"/>
                  <a:sym typeface="Fira Sans"/>
                </a:rPr>
                <a:t>Praktek rutin</a:t>
              </a:r>
              <a:endParaRPr sz="1200">
                <a:solidFill>
                  <a:schemeClr val="dk1"/>
                </a:solidFill>
                <a:latin typeface="Fira Sans"/>
                <a:ea typeface="Fira Sans"/>
                <a:cs typeface="Fira Sans"/>
                <a:sym typeface="Fira Sans"/>
              </a:endParaRPr>
            </a:p>
          </p:txBody>
        </p:sp>
        <p:sp>
          <p:nvSpPr>
            <p:cNvPr id="713" name="Google Shape;713;p28"/>
            <p:cNvSpPr/>
            <p:nvPr/>
          </p:nvSpPr>
          <p:spPr>
            <a:xfrm>
              <a:off x="4590600" y="2297159"/>
              <a:ext cx="547291" cy="546636"/>
            </a:xfrm>
            <a:custGeom>
              <a:avLst/>
              <a:gdLst/>
              <a:ahLst/>
              <a:cxnLst/>
              <a:rect l="l" t="t" r="r" b="b"/>
              <a:pathLst>
                <a:path w="27554" h="27521" extrusionOk="0">
                  <a:moveTo>
                    <a:pt x="27553" y="13777"/>
                  </a:moveTo>
                  <a:cubicBezTo>
                    <a:pt x="27553" y="21349"/>
                    <a:pt x="21382" y="27520"/>
                    <a:pt x="13777" y="27520"/>
                  </a:cubicBezTo>
                  <a:cubicBezTo>
                    <a:pt x="6171" y="27520"/>
                    <a:pt x="0" y="21349"/>
                    <a:pt x="0" y="13777"/>
                  </a:cubicBezTo>
                  <a:cubicBezTo>
                    <a:pt x="0" y="6172"/>
                    <a:pt x="6171" y="1"/>
                    <a:pt x="13777" y="1"/>
                  </a:cubicBezTo>
                  <a:cubicBezTo>
                    <a:pt x="21382" y="1"/>
                    <a:pt x="27553" y="6172"/>
                    <a:pt x="27553" y="13777"/>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2500" b="1">
                  <a:solidFill>
                    <a:schemeClr val="lt1"/>
                  </a:solidFill>
                  <a:latin typeface="Fira Sans"/>
                  <a:ea typeface="Fira Sans"/>
                  <a:cs typeface="Fira Sans"/>
                  <a:sym typeface="Fira Sans"/>
                </a:rPr>
                <a:t>6</a:t>
              </a:r>
              <a:endParaRPr b="1">
                <a:solidFill>
                  <a:schemeClr val="lt1"/>
                </a:solidFill>
                <a:latin typeface="Fira Sans"/>
                <a:ea typeface="Fira Sans"/>
                <a:cs typeface="Fira Sans"/>
                <a:sym typeface="Fira Sans"/>
              </a:endParaRPr>
            </a:p>
          </p:txBody>
        </p:sp>
      </p:grpSp>
      <p:grpSp>
        <p:nvGrpSpPr>
          <p:cNvPr id="714" name="Google Shape;714;p28"/>
          <p:cNvGrpSpPr/>
          <p:nvPr/>
        </p:nvGrpSpPr>
        <p:grpSpPr>
          <a:xfrm>
            <a:off x="2668850" y="1908389"/>
            <a:ext cx="3894575" cy="548787"/>
            <a:chOff x="4590600" y="3114189"/>
            <a:chExt cx="3894575" cy="548787"/>
          </a:xfrm>
        </p:grpSpPr>
        <p:sp>
          <p:nvSpPr>
            <p:cNvPr id="715" name="Google Shape;715;p28"/>
            <p:cNvSpPr/>
            <p:nvPr/>
          </p:nvSpPr>
          <p:spPr>
            <a:xfrm>
              <a:off x="4875875" y="3116376"/>
              <a:ext cx="3609300" cy="546600"/>
            </a:xfrm>
            <a:prstGeom prst="roundRect">
              <a:avLst>
                <a:gd name="adj" fmla="val 16667"/>
              </a:avLst>
            </a:prstGeom>
            <a:solidFill>
              <a:schemeClr val="lt2"/>
            </a:solidFill>
            <a:ln>
              <a:noFill/>
            </a:ln>
          </p:spPr>
          <p:txBody>
            <a:bodyPr spcFirstLastPara="1" wrap="square" lIns="182875" tIns="91425" rIns="274300" bIns="91425" anchor="ctr" anchorCtr="0">
              <a:noAutofit/>
            </a:bodyPr>
            <a:lstStyle/>
            <a:p>
              <a:pPr marL="0" lvl="0" indent="0" algn="ctr" rtl="0">
                <a:spcBef>
                  <a:spcPts val="0"/>
                </a:spcBef>
                <a:spcAft>
                  <a:spcPts val="0"/>
                </a:spcAft>
                <a:buClr>
                  <a:srgbClr val="000000"/>
                </a:buClr>
                <a:buSzPts val="1100"/>
                <a:buFont typeface="Arial"/>
                <a:buNone/>
              </a:pPr>
              <a:r>
                <a:rPr lang="en" sz="1200">
                  <a:solidFill>
                    <a:schemeClr val="dk1"/>
                  </a:solidFill>
                  <a:latin typeface="Fira Sans"/>
                  <a:ea typeface="Fira Sans"/>
                  <a:cs typeface="Fira Sans"/>
                  <a:sym typeface="Fira Sans"/>
                </a:rPr>
                <a:t>Management waktu</a:t>
              </a:r>
              <a:endParaRPr sz="1200">
                <a:solidFill>
                  <a:schemeClr val="dk1"/>
                </a:solidFill>
                <a:latin typeface="Fira Sans"/>
                <a:ea typeface="Fira Sans"/>
                <a:cs typeface="Fira Sans"/>
                <a:sym typeface="Fira Sans"/>
              </a:endParaRPr>
            </a:p>
          </p:txBody>
        </p:sp>
        <p:sp>
          <p:nvSpPr>
            <p:cNvPr id="716" name="Google Shape;716;p28"/>
            <p:cNvSpPr/>
            <p:nvPr/>
          </p:nvSpPr>
          <p:spPr>
            <a:xfrm>
              <a:off x="4590600" y="3114189"/>
              <a:ext cx="547291" cy="546616"/>
            </a:xfrm>
            <a:custGeom>
              <a:avLst/>
              <a:gdLst/>
              <a:ahLst/>
              <a:cxnLst/>
              <a:rect l="l" t="t" r="r" b="b"/>
              <a:pathLst>
                <a:path w="27554" h="27520" extrusionOk="0">
                  <a:moveTo>
                    <a:pt x="27553" y="13777"/>
                  </a:moveTo>
                  <a:cubicBezTo>
                    <a:pt x="27553" y="21349"/>
                    <a:pt x="21382" y="27520"/>
                    <a:pt x="13777" y="27520"/>
                  </a:cubicBezTo>
                  <a:cubicBezTo>
                    <a:pt x="6171" y="27520"/>
                    <a:pt x="0" y="21349"/>
                    <a:pt x="0" y="13777"/>
                  </a:cubicBezTo>
                  <a:cubicBezTo>
                    <a:pt x="0" y="6171"/>
                    <a:pt x="6171" y="0"/>
                    <a:pt x="13777" y="0"/>
                  </a:cubicBezTo>
                  <a:cubicBezTo>
                    <a:pt x="21382" y="0"/>
                    <a:pt x="27553" y="6171"/>
                    <a:pt x="27553" y="13777"/>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2500" b="1">
                  <a:solidFill>
                    <a:schemeClr val="lt1"/>
                  </a:solidFill>
                  <a:latin typeface="Fira Sans"/>
                  <a:ea typeface="Fira Sans"/>
                  <a:cs typeface="Fira Sans"/>
                  <a:sym typeface="Fira Sans"/>
                </a:rPr>
                <a:t>7</a:t>
              </a:r>
              <a:endParaRPr b="1">
                <a:solidFill>
                  <a:schemeClr val="lt1"/>
                </a:solidFill>
                <a:latin typeface="Fira Sans"/>
                <a:ea typeface="Fira Sans"/>
                <a:cs typeface="Fira Sans"/>
                <a:sym typeface="Fira Sans"/>
              </a:endParaRPr>
            </a:p>
          </p:txBody>
        </p:sp>
      </p:grpSp>
      <p:grpSp>
        <p:nvGrpSpPr>
          <p:cNvPr id="717" name="Google Shape;717;p28"/>
          <p:cNvGrpSpPr/>
          <p:nvPr/>
        </p:nvGrpSpPr>
        <p:grpSpPr>
          <a:xfrm>
            <a:off x="2668850" y="2724317"/>
            <a:ext cx="3894575" cy="549908"/>
            <a:chOff x="4590600" y="3930117"/>
            <a:chExt cx="3894575" cy="549908"/>
          </a:xfrm>
        </p:grpSpPr>
        <p:sp>
          <p:nvSpPr>
            <p:cNvPr id="718" name="Google Shape;718;p28"/>
            <p:cNvSpPr/>
            <p:nvPr/>
          </p:nvSpPr>
          <p:spPr>
            <a:xfrm>
              <a:off x="4875875" y="3933425"/>
              <a:ext cx="3609300" cy="546600"/>
            </a:xfrm>
            <a:prstGeom prst="roundRect">
              <a:avLst>
                <a:gd name="adj" fmla="val 16667"/>
              </a:avLst>
            </a:prstGeom>
            <a:solidFill>
              <a:schemeClr val="lt2"/>
            </a:solidFill>
            <a:ln>
              <a:noFill/>
            </a:ln>
          </p:spPr>
          <p:txBody>
            <a:bodyPr spcFirstLastPara="1" wrap="square" lIns="182875" tIns="91425" rIns="274300" bIns="91425" anchor="ctr" anchorCtr="0">
              <a:noAutofit/>
            </a:bodyPr>
            <a:lstStyle/>
            <a:p>
              <a:pPr marL="0" lvl="0" indent="0" algn="ctr" rtl="0">
                <a:spcBef>
                  <a:spcPts val="0"/>
                </a:spcBef>
                <a:spcAft>
                  <a:spcPts val="0"/>
                </a:spcAft>
                <a:buClr>
                  <a:srgbClr val="000000"/>
                </a:buClr>
                <a:buSzPts val="1100"/>
                <a:buFont typeface="Arial"/>
                <a:buNone/>
              </a:pPr>
              <a:r>
                <a:rPr lang="en" sz="1200">
                  <a:solidFill>
                    <a:schemeClr val="dk1"/>
                  </a:solidFill>
                  <a:latin typeface="Fira Sans"/>
                  <a:ea typeface="Fira Sans"/>
                  <a:cs typeface="Fira Sans"/>
                  <a:sym typeface="Fira Sans"/>
                </a:rPr>
                <a:t>Kolaborasi yang kuat</a:t>
              </a:r>
              <a:endParaRPr sz="1200">
                <a:solidFill>
                  <a:schemeClr val="dk1"/>
                </a:solidFill>
                <a:latin typeface="Fira Sans"/>
                <a:ea typeface="Fira Sans"/>
                <a:cs typeface="Fira Sans"/>
                <a:sym typeface="Fira Sans"/>
              </a:endParaRPr>
            </a:p>
          </p:txBody>
        </p:sp>
        <p:sp>
          <p:nvSpPr>
            <p:cNvPr id="719" name="Google Shape;719;p28"/>
            <p:cNvSpPr/>
            <p:nvPr/>
          </p:nvSpPr>
          <p:spPr>
            <a:xfrm>
              <a:off x="4590600" y="3930117"/>
              <a:ext cx="547291" cy="546636"/>
            </a:xfrm>
            <a:custGeom>
              <a:avLst/>
              <a:gdLst/>
              <a:ahLst/>
              <a:cxnLst/>
              <a:rect l="l" t="t" r="r" b="b"/>
              <a:pathLst>
                <a:path w="27554" h="27521" extrusionOk="0">
                  <a:moveTo>
                    <a:pt x="27553" y="13777"/>
                  </a:moveTo>
                  <a:cubicBezTo>
                    <a:pt x="27553" y="21349"/>
                    <a:pt x="21382" y="27520"/>
                    <a:pt x="13777" y="27520"/>
                  </a:cubicBezTo>
                  <a:cubicBezTo>
                    <a:pt x="6171" y="27520"/>
                    <a:pt x="0" y="21349"/>
                    <a:pt x="0" y="13777"/>
                  </a:cubicBezTo>
                  <a:cubicBezTo>
                    <a:pt x="0" y="6172"/>
                    <a:pt x="6171" y="0"/>
                    <a:pt x="13777" y="0"/>
                  </a:cubicBezTo>
                  <a:cubicBezTo>
                    <a:pt x="21382" y="0"/>
                    <a:pt x="27553" y="6172"/>
                    <a:pt x="27553" y="13777"/>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2500" b="1">
                  <a:solidFill>
                    <a:schemeClr val="lt1"/>
                  </a:solidFill>
                  <a:latin typeface="Fira Sans"/>
                  <a:ea typeface="Fira Sans"/>
                  <a:cs typeface="Fira Sans"/>
                  <a:sym typeface="Fira Sans"/>
                </a:rPr>
                <a:t>8</a:t>
              </a:r>
              <a:endParaRPr b="1">
                <a:solidFill>
                  <a:schemeClr val="lt1"/>
                </a:solidFill>
                <a:latin typeface="Fira Sans"/>
                <a:ea typeface="Fira Sans"/>
                <a:cs typeface="Fira Sans"/>
                <a:sym typeface="Fira Sans"/>
              </a:endParaRPr>
            </a:p>
          </p:txBody>
        </p:sp>
      </p:grpSp>
      <p:grpSp>
        <p:nvGrpSpPr>
          <p:cNvPr id="720" name="Google Shape;720;p28"/>
          <p:cNvGrpSpPr/>
          <p:nvPr/>
        </p:nvGrpSpPr>
        <p:grpSpPr>
          <a:xfrm>
            <a:off x="-1938722" y="245525"/>
            <a:ext cx="4357952" cy="5991287"/>
            <a:chOff x="-1006072" y="1271750"/>
            <a:chExt cx="4357952" cy="5991287"/>
          </a:xfrm>
        </p:grpSpPr>
        <p:sp>
          <p:nvSpPr>
            <p:cNvPr id="721" name="Google Shape;721;p28"/>
            <p:cNvSpPr/>
            <p:nvPr/>
          </p:nvSpPr>
          <p:spPr>
            <a:xfrm>
              <a:off x="1068003" y="1271750"/>
              <a:ext cx="486039" cy="429385"/>
            </a:xfrm>
            <a:custGeom>
              <a:avLst/>
              <a:gdLst/>
              <a:ahLst/>
              <a:cxnLst/>
              <a:rect l="l" t="t" r="r" b="b"/>
              <a:pathLst>
                <a:path w="11942" h="10550" extrusionOk="0">
                  <a:moveTo>
                    <a:pt x="7370" y="0"/>
                  </a:moveTo>
                  <a:lnTo>
                    <a:pt x="0" y="10549"/>
                  </a:lnTo>
                  <a:lnTo>
                    <a:pt x="4572" y="10549"/>
                  </a:lnTo>
                  <a:lnTo>
                    <a:pt x="119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8"/>
            <p:cNvSpPr/>
            <p:nvPr/>
          </p:nvSpPr>
          <p:spPr>
            <a:xfrm>
              <a:off x="1368409"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8"/>
            <p:cNvSpPr/>
            <p:nvPr/>
          </p:nvSpPr>
          <p:spPr>
            <a:xfrm>
              <a:off x="1668856"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8"/>
            <p:cNvSpPr/>
            <p:nvPr/>
          </p:nvSpPr>
          <p:spPr>
            <a:xfrm>
              <a:off x="1968814" y="1271750"/>
              <a:ext cx="486080" cy="429385"/>
            </a:xfrm>
            <a:custGeom>
              <a:avLst/>
              <a:gdLst/>
              <a:ahLst/>
              <a:cxnLst/>
              <a:rect l="l" t="t" r="r" b="b"/>
              <a:pathLst>
                <a:path w="11943" h="10550" extrusionOk="0">
                  <a:moveTo>
                    <a:pt x="7371" y="0"/>
                  </a:moveTo>
                  <a:lnTo>
                    <a:pt x="1" y="10549"/>
                  </a:lnTo>
                  <a:lnTo>
                    <a:pt x="4573" y="10549"/>
                  </a:lnTo>
                  <a:lnTo>
                    <a:pt x="119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8"/>
            <p:cNvSpPr/>
            <p:nvPr/>
          </p:nvSpPr>
          <p:spPr>
            <a:xfrm>
              <a:off x="2269261" y="1271750"/>
              <a:ext cx="485103" cy="429385"/>
            </a:xfrm>
            <a:custGeom>
              <a:avLst/>
              <a:gdLst/>
              <a:ahLst/>
              <a:cxnLst/>
              <a:rect l="l" t="t" r="r" b="b"/>
              <a:pathLst>
                <a:path w="11919" h="10550" extrusionOk="0">
                  <a:moveTo>
                    <a:pt x="7359" y="0"/>
                  </a:moveTo>
                  <a:lnTo>
                    <a:pt x="1" y="10549"/>
                  </a:lnTo>
                  <a:lnTo>
                    <a:pt x="4573"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8"/>
            <p:cNvSpPr/>
            <p:nvPr/>
          </p:nvSpPr>
          <p:spPr>
            <a:xfrm>
              <a:off x="2569708" y="1271750"/>
              <a:ext cx="485103" cy="429385"/>
            </a:xfrm>
            <a:custGeom>
              <a:avLst/>
              <a:gdLst/>
              <a:ahLst/>
              <a:cxnLst/>
              <a:rect l="l" t="t" r="r" b="b"/>
              <a:pathLst>
                <a:path w="11919" h="10550" extrusionOk="0">
                  <a:moveTo>
                    <a:pt x="7359" y="0"/>
                  </a:moveTo>
                  <a:lnTo>
                    <a:pt x="1" y="10549"/>
                  </a:lnTo>
                  <a:lnTo>
                    <a:pt x="4561"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8"/>
            <p:cNvSpPr/>
            <p:nvPr/>
          </p:nvSpPr>
          <p:spPr>
            <a:xfrm>
              <a:off x="2866777" y="1271750"/>
              <a:ext cx="485103" cy="429385"/>
            </a:xfrm>
            <a:custGeom>
              <a:avLst/>
              <a:gdLst/>
              <a:ahLst/>
              <a:cxnLst/>
              <a:rect l="l" t="t" r="r" b="b"/>
              <a:pathLst>
                <a:path w="11919" h="10550" extrusionOk="0">
                  <a:moveTo>
                    <a:pt x="7346" y="0"/>
                  </a:moveTo>
                  <a:lnTo>
                    <a:pt x="0" y="10549"/>
                  </a:lnTo>
                  <a:lnTo>
                    <a:pt x="4560" y="10549"/>
                  </a:lnTo>
                  <a:lnTo>
                    <a:pt x="119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8"/>
            <p:cNvSpPr/>
            <p:nvPr/>
          </p:nvSpPr>
          <p:spPr>
            <a:xfrm>
              <a:off x="1055875" y="4208223"/>
              <a:ext cx="502564" cy="182865"/>
            </a:xfrm>
            <a:custGeom>
              <a:avLst/>
              <a:gdLst/>
              <a:ahLst/>
              <a:cxnLst/>
              <a:rect l="l" t="t" r="r" b="b"/>
              <a:pathLst>
                <a:path w="12348" h="4493" extrusionOk="0">
                  <a:moveTo>
                    <a:pt x="9838" y="0"/>
                  </a:moveTo>
                  <a:cubicBezTo>
                    <a:pt x="9200" y="0"/>
                    <a:pt x="8568" y="272"/>
                    <a:pt x="8132" y="800"/>
                  </a:cubicBezTo>
                  <a:cubicBezTo>
                    <a:pt x="7799" y="1192"/>
                    <a:pt x="7620" y="1669"/>
                    <a:pt x="7608" y="2145"/>
                  </a:cubicBezTo>
                  <a:lnTo>
                    <a:pt x="2941" y="2181"/>
                  </a:lnTo>
                  <a:cubicBezTo>
                    <a:pt x="2906" y="1847"/>
                    <a:pt x="2739" y="1514"/>
                    <a:pt x="2465" y="1264"/>
                  </a:cubicBezTo>
                  <a:cubicBezTo>
                    <a:pt x="2206" y="1047"/>
                    <a:pt x="1887" y="940"/>
                    <a:pt x="1570" y="940"/>
                  </a:cubicBezTo>
                  <a:cubicBezTo>
                    <a:pt x="1173" y="940"/>
                    <a:pt x="778" y="1107"/>
                    <a:pt x="500" y="1431"/>
                  </a:cubicBezTo>
                  <a:cubicBezTo>
                    <a:pt x="0" y="2002"/>
                    <a:pt x="84" y="2883"/>
                    <a:pt x="655" y="3395"/>
                  </a:cubicBezTo>
                  <a:cubicBezTo>
                    <a:pt x="915" y="3612"/>
                    <a:pt x="1233" y="3719"/>
                    <a:pt x="1550" y="3719"/>
                  </a:cubicBezTo>
                  <a:cubicBezTo>
                    <a:pt x="1947" y="3719"/>
                    <a:pt x="2342" y="3552"/>
                    <a:pt x="2620" y="3228"/>
                  </a:cubicBezTo>
                  <a:cubicBezTo>
                    <a:pt x="2822" y="3002"/>
                    <a:pt x="2917" y="2728"/>
                    <a:pt x="2953" y="2443"/>
                  </a:cubicBezTo>
                  <a:lnTo>
                    <a:pt x="7620" y="2395"/>
                  </a:lnTo>
                  <a:cubicBezTo>
                    <a:pt x="7668" y="2978"/>
                    <a:pt x="7918" y="3562"/>
                    <a:pt x="8418" y="3955"/>
                  </a:cubicBezTo>
                  <a:cubicBezTo>
                    <a:pt x="8832" y="4316"/>
                    <a:pt x="9346" y="4492"/>
                    <a:pt x="9859" y="4492"/>
                  </a:cubicBezTo>
                  <a:cubicBezTo>
                    <a:pt x="10496" y="4492"/>
                    <a:pt x="11131" y="4220"/>
                    <a:pt x="11573" y="3693"/>
                  </a:cubicBezTo>
                  <a:cubicBezTo>
                    <a:pt x="12347" y="2752"/>
                    <a:pt x="12228" y="1335"/>
                    <a:pt x="11288" y="538"/>
                  </a:cubicBezTo>
                  <a:cubicBezTo>
                    <a:pt x="10868" y="176"/>
                    <a:pt x="10351" y="0"/>
                    <a:pt x="9838" y="0"/>
                  </a:cubicBez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8"/>
            <p:cNvSpPr/>
            <p:nvPr/>
          </p:nvSpPr>
          <p:spPr>
            <a:xfrm>
              <a:off x="1063608" y="2410971"/>
              <a:ext cx="94546" cy="94546"/>
            </a:xfrm>
            <a:custGeom>
              <a:avLst/>
              <a:gdLst/>
              <a:ahLst/>
              <a:cxnLst/>
              <a:rect l="l" t="t" r="r" b="b"/>
              <a:pathLst>
                <a:path w="2323" h="2323" extrusionOk="0">
                  <a:moveTo>
                    <a:pt x="1168" y="1"/>
                  </a:moveTo>
                  <a:cubicBezTo>
                    <a:pt x="525" y="1"/>
                    <a:pt x="1" y="525"/>
                    <a:pt x="1" y="1167"/>
                  </a:cubicBezTo>
                  <a:cubicBezTo>
                    <a:pt x="1" y="1799"/>
                    <a:pt x="525" y="2322"/>
                    <a:pt x="1168" y="2322"/>
                  </a:cubicBezTo>
                  <a:cubicBezTo>
                    <a:pt x="1811" y="2322"/>
                    <a:pt x="2323" y="1799"/>
                    <a:pt x="2323" y="1167"/>
                  </a:cubicBezTo>
                  <a:cubicBezTo>
                    <a:pt x="2323" y="525"/>
                    <a:pt x="1811" y="1"/>
                    <a:pt x="11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8"/>
            <p:cNvSpPr/>
            <p:nvPr/>
          </p:nvSpPr>
          <p:spPr>
            <a:xfrm>
              <a:off x="1063608" y="2277721"/>
              <a:ext cx="94546" cy="94546"/>
            </a:xfrm>
            <a:custGeom>
              <a:avLst/>
              <a:gdLst/>
              <a:ahLst/>
              <a:cxnLst/>
              <a:rect l="l" t="t" r="r" b="b"/>
              <a:pathLst>
                <a:path w="2323" h="2323" extrusionOk="0">
                  <a:moveTo>
                    <a:pt x="1168" y="0"/>
                  </a:moveTo>
                  <a:cubicBezTo>
                    <a:pt x="525" y="0"/>
                    <a:pt x="1" y="524"/>
                    <a:pt x="1" y="1167"/>
                  </a:cubicBezTo>
                  <a:cubicBezTo>
                    <a:pt x="1" y="1798"/>
                    <a:pt x="525" y="2322"/>
                    <a:pt x="1168" y="2322"/>
                  </a:cubicBezTo>
                  <a:cubicBezTo>
                    <a:pt x="1811" y="2322"/>
                    <a:pt x="2323" y="1798"/>
                    <a:pt x="2323" y="1167"/>
                  </a:cubicBezTo>
                  <a:cubicBezTo>
                    <a:pt x="2323" y="524"/>
                    <a:pt x="1811" y="0"/>
                    <a:pt x="1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8"/>
            <p:cNvSpPr/>
            <p:nvPr/>
          </p:nvSpPr>
          <p:spPr>
            <a:xfrm>
              <a:off x="1069916" y="1822700"/>
              <a:ext cx="914936" cy="110053"/>
            </a:xfrm>
            <a:custGeom>
              <a:avLst/>
              <a:gdLst/>
              <a:ahLst/>
              <a:cxnLst/>
              <a:rect l="l" t="t" r="r" b="b"/>
              <a:pathLst>
                <a:path w="22480" h="2704" extrusionOk="0">
                  <a:moveTo>
                    <a:pt x="1" y="1"/>
                  </a:moveTo>
                  <a:lnTo>
                    <a:pt x="1" y="2703"/>
                  </a:lnTo>
                  <a:lnTo>
                    <a:pt x="22480" y="2703"/>
                  </a:lnTo>
                  <a:lnTo>
                    <a:pt x="224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8"/>
            <p:cNvSpPr/>
            <p:nvPr/>
          </p:nvSpPr>
          <p:spPr>
            <a:xfrm>
              <a:off x="1069916" y="1981143"/>
              <a:ext cx="745828" cy="54335"/>
            </a:xfrm>
            <a:custGeom>
              <a:avLst/>
              <a:gdLst/>
              <a:ahLst/>
              <a:cxnLst/>
              <a:rect l="l" t="t" r="r" b="b"/>
              <a:pathLst>
                <a:path w="18325" h="1335" extrusionOk="0">
                  <a:moveTo>
                    <a:pt x="1" y="1"/>
                  </a:moveTo>
                  <a:lnTo>
                    <a:pt x="1" y="1334"/>
                  </a:lnTo>
                  <a:lnTo>
                    <a:pt x="18324" y="1334"/>
                  </a:lnTo>
                  <a:lnTo>
                    <a:pt x="183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8"/>
            <p:cNvSpPr/>
            <p:nvPr/>
          </p:nvSpPr>
          <p:spPr>
            <a:xfrm>
              <a:off x="1069916" y="2069828"/>
              <a:ext cx="745828" cy="54823"/>
            </a:xfrm>
            <a:custGeom>
              <a:avLst/>
              <a:gdLst/>
              <a:ahLst/>
              <a:cxnLst/>
              <a:rect l="l" t="t" r="r" b="b"/>
              <a:pathLst>
                <a:path w="18325" h="1347" extrusionOk="0">
                  <a:moveTo>
                    <a:pt x="1" y="1"/>
                  </a:moveTo>
                  <a:lnTo>
                    <a:pt x="1" y="1346"/>
                  </a:lnTo>
                  <a:lnTo>
                    <a:pt x="18324" y="1346"/>
                  </a:lnTo>
                  <a:lnTo>
                    <a:pt x="183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8"/>
            <p:cNvSpPr/>
            <p:nvPr/>
          </p:nvSpPr>
          <p:spPr>
            <a:xfrm>
              <a:off x="1069916" y="2158512"/>
              <a:ext cx="489947" cy="54335"/>
            </a:xfrm>
            <a:custGeom>
              <a:avLst/>
              <a:gdLst/>
              <a:ahLst/>
              <a:cxnLst/>
              <a:rect l="l" t="t" r="r" b="b"/>
              <a:pathLst>
                <a:path w="12038" h="1335" extrusionOk="0">
                  <a:moveTo>
                    <a:pt x="1" y="1"/>
                  </a:moveTo>
                  <a:lnTo>
                    <a:pt x="1" y="1334"/>
                  </a:lnTo>
                  <a:lnTo>
                    <a:pt x="12038" y="1334"/>
                  </a:lnTo>
                  <a:lnTo>
                    <a:pt x="120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8"/>
            <p:cNvSpPr/>
            <p:nvPr/>
          </p:nvSpPr>
          <p:spPr>
            <a:xfrm>
              <a:off x="1130966" y="5001539"/>
              <a:ext cx="220065" cy="194831"/>
            </a:xfrm>
            <a:custGeom>
              <a:avLst/>
              <a:gdLst/>
              <a:ahLst/>
              <a:cxnLst/>
              <a:rect l="l" t="t" r="r" b="b"/>
              <a:pathLst>
                <a:path w="5407" h="4787" extrusionOk="0">
                  <a:moveTo>
                    <a:pt x="3335" y="0"/>
                  </a:moveTo>
                  <a:lnTo>
                    <a:pt x="1" y="4787"/>
                  </a:lnTo>
                  <a:lnTo>
                    <a:pt x="2073"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8"/>
            <p:cNvSpPr/>
            <p:nvPr/>
          </p:nvSpPr>
          <p:spPr>
            <a:xfrm>
              <a:off x="1267636" y="5001539"/>
              <a:ext cx="219536" cy="194831"/>
            </a:xfrm>
            <a:custGeom>
              <a:avLst/>
              <a:gdLst/>
              <a:ahLst/>
              <a:cxnLst/>
              <a:rect l="l" t="t" r="r" b="b"/>
              <a:pathLst>
                <a:path w="5394" h="4787" extrusionOk="0">
                  <a:moveTo>
                    <a:pt x="3334" y="0"/>
                  </a:moveTo>
                  <a:lnTo>
                    <a:pt x="0" y="4787"/>
                  </a:lnTo>
                  <a:lnTo>
                    <a:pt x="2060" y="4787"/>
                  </a:lnTo>
                  <a:lnTo>
                    <a:pt x="5394"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8"/>
            <p:cNvSpPr/>
            <p:nvPr/>
          </p:nvSpPr>
          <p:spPr>
            <a:xfrm>
              <a:off x="1403330" y="5001539"/>
              <a:ext cx="220513" cy="194831"/>
            </a:xfrm>
            <a:custGeom>
              <a:avLst/>
              <a:gdLst/>
              <a:ahLst/>
              <a:cxnLst/>
              <a:rect l="l" t="t" r="r" b="b"/>
              <a:pathLst>
                <a:path w="5418" h="4787" extrusionOk="0">
                  <a:moveTo>
                    <a:pt x="3346" y="0"/>
                  </a:moveTo>
                  <a:lnTo>
                    <a:pt x="0" y="4787"/>
                  </a:lnTo>
                  <a:lnTo>
                    <a:pt x="2084" y="4787"/>
                  </a:lnTo>
                  <a:lnTo>
                    <a:pt x="5418"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8"/>
            <p:cNvSpPr/>
            <p:nvPr/>
          </p:nvSpPr>
          <p:spPr>
            <a:xfrm>
              <a:off x="1539471" y="5001539"/>
              <a:ext cx="220065" cy="194831"/>
            </a:xfrm>
            <a:custGeom>
              <a:avLst/>
              <a:gdLst/>
              <a:ahLst/>
              <a:cxnLst/>
              <a:rect l="l" t="t" r="r" b="b"/>
              <a:pathLst>
                <a:path w="5407" h="4787" extrusionOk="0">
                  <a:moveTo>
                    <a:pt x="3335" y="0"/>
                  </a:moveTo>
                  <a:lnTo>
                    <a:pt x="1" y="4787"/>
                  </a:lnTo>
                  <a:lnTo>
                    <a:pt x="2073"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8"/>
            <p:cNvSpPr/>
            <p:nvPr/>
          </p:nvSpPr>
          <p:spPr>
            <a:xfrm>
              <a:off x="1675653" y="5001539"/>
              <a:ext cx="220024" cy="194831"/>
            </a:xfrm>
            <a:custGeom>
              <a:avLst/>
              <a:gdLst/>
              <a:ahLst/>
              <a:cxnLst/>
              <a:rect l="l" t="t" r="r" b="b"/>
              <a:pathLst>
                <a:path w="5406" h="4787" extrusionOk="0">
                  <a:moveTo>
                    <a:pt x="3334" y="0"/>
                  </a:moveTo>
                  <a:lnTo>
                    <a:pt x="0" y="4787"/>
                  </a:lnTo>
                  <a:lnTo>
                    <a:pt x="2072"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8"/>
            <p:cNvSpPr/>
            <p:nvPr/>
          </p:nvSpPr>
          <p:spPr>
            <a:xfrm>
              <a:off x="1811835" y="5001539"/>
              <a:ext cx="220024" cy="194831"/>
            </a:xfrm>
            <a:custGeom>
              <a:avLst/>
              <a:gdLst/>
              <a:ahLst/>
              <a:cxnLst/>
              <a:rect l="l" t="t" r="r" b="b"/>
              <a:pathLst>
                <a:path w="5406" h="4787" extrusionOk="0">
                  <a:moveTo>
                    <a:pt x="3334" y="0"/>
                  </a:moveTo>
                  <a:lnTo>
                    <a:pt x="0" y="4787"/>
                  </a:lnTo>
                  <a:lnTo>
                    <a:pt x="2072" y="4787"/>
                  </a:lnTo>
                  <a:lnTo>
                    <a:pt x="5406"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8"/>
            <p:cNvSpPr/>
            <p:nvPr/>
          </p:nvSpPr>
          <p:spPr>
            <a:xfrm>
              <a:off x="1598120" y="4774272"/>
              <a:ext cx="1247862" cy="2488764"/>
            </a:xfrm>
            <a:custGeom>
              <a:avLst/>
              <a:gdLst/>
              <a:ahLst/>
              <a:cxnLst/>
              <a:rect l="l" t="t" r="r" b="b"/>
              <a:pathLst>
                <a:path w="30660" h="61149" extrusionOk="0">
                  <a:moveTo>
                    <a:pt x="727" y="0"/>
                  </a:moveTo>
                  <a:cubicBezTo>
                    <a:pt x="0" y="11014"/>
                    <a:pt x="3072" y="44744"/>
                    <a:pt x="4144" y="56293"/>
                  </a:cubicBezTo>
                  <a:cubicBezTo>
                    <a:pt x="4168" y="56603"/>
                    <a:pt x="4453" y="56960"/>
                    <a:pt x="4477" y="57245"/>
                  </a:cubicBezTo>
                  <a:cubicBezTo>
                    <a:pt x="4644" y="59019"/>
                    <a:pt x="4751" y="60091"/>
                    <a:pt x="4751" y="60258"/>
                  </a:cubicBezTo>
                  <a:cubicBezTo>
                    <a:pt x="4779" y="60847"/>
                    <a:pt x="6567" y="61148"/>
                    <a:pt x="8454" y="61148"/>
                  </a:cubicBezTo>
                  <a:cubicBezTo>
                    <a:pt x="10570" y="61148"/>
                    <a:pt x="12810" y="60770"/>
                    <a:pt x="12835" y="59996"/>
                  </a:cubicBezTo>
                  <a:lnTo>
                    <a:pt x="12871" y="57055"/>
                  </a:lnTo>
                  <a:lnTo>
                    <a:pt x="13276" y="56186"/>
                  </a:lnTo>
                  <a:lnTo>
                    <a:pt x="15633" y="14514"/>
                  </a:lnTo>
                  <a:cubicBezTo>
                    <a:pt x="15615" y="14003"/>
                    <a:pt x="15763" y="13674"/>
                    <a:pt x="15908" y="13674"/>
                  </a:cubicBezTo>
                  <a:cubicBezTo>
                    <a:pt x="16040" y="13674"/>
                    <a:pt x="16169" y="13945"/>
                    <a:pt x="16169" y="14597"/>
                  </a:cubicBezTo>
                  <a:cubicBezTo>
                    <a:pt x="16122" y="24872"/>
                    <a:pt x="18622" y="46697"/>
                    <a:pt x="19003" y="55733"/>
                  </a:cubicBezTo>
                  <a:cubicBezTo>
                    <a:pt x="19027" y="55948"/>
                    <a:pt x="19348" y="56162"/>
                    <a:pt x="19348" y="56364"/>
                  </a:cubicBezTo>
                  <a:cubicBezTo>
                    <a:pt x="19455" y="58567"/>
                    <a:pt x="19527" y="59936"/>
                    <a:pt x="19539" y="60079"/>
                  </a:cubicBezTo>
                  <a:cubicBezTo>
                    <a:pt x="19635" y="60525"/>
                    <a:pt x="21296" y="60734"/>
                    <a:pt x="23092" y="60734"/>
                  </a:cubicBezTo>
                  <a:cubicBezTo>
                    <a:pt x="25274" y="60734"/>
                    <a:pt x="27656" y="60426"/>
                    <a:pt x="27683" y="59865"/>
                  </a:cubicBezTo>
                  <a:cubicBezTo>
                    <a:pt x="27683" y="59734"/>
                    <a:pt x="27790" y="58424"/>
                    <a:pt x="27921" y="56257"/>
                  </a:cubicBezTo>
                  <a:cubicBezTo>
                    <a:pt x="27933" y="56007"/>
                    <a:pt x="28171" y="55733"/>
                    <a:pt x="28194" y="55448"/>
                  </a:cubicBezTo>
                  <a:cubicBezTo>
                    <a:pt x="28921" y="44041"/>
                    <a:pt x="30659" y="13573"/>
                    <a:pt x="29385" y="48"/>
                  </a:cubicBezTo>
                  <a:cubicBezTo>
                    <a:pt x="29385" y="48"/>
                    <a:pt x="15360" y="0"/>
                    <a:pt x="7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8"/>
            <p:cNvSpPr/>
            <p:nvPr/>
          </p:nvSpPr>
          <p:spPr>
            <a:xfrm>
              <a:off x="1615091" y="4944844"/>
              <a:ext cx="1192103" cy="155596"/>
            </a:xfrm>
            <a:custGeom>
              <a:avLst/>
              <a:gdLst/>
              <a:ahLst/>
              <a:cxnLst/>
              <a:rect l="l" t="t" r="r" b="b"/>
              <a:pathLst>
                <a:path w="29290" h="3823" extrusionOk="0">
                  <a:moveTo>
                    <a:pt x="16252" y="0"/>
                  </a:moveTo>
                  <a:lnTo>
                    <a:pt x="0" y="1310"/>
                  </a:lnTo>
                  <a:cubicBezTo>
                    <a:pt x="0" y="1310"/>
                    <a:pt x="5668" y="3822"/>
                    <a:pt x="15443" y="3822"/>
                  </a:cubicBezTo>
                  <a:cubicBezTo>
                    <a:pt x="25230" y="3822"/>
                    <a:pt x="29290" y="1310"/>
                    <a:pt x="29290" y="1310"/>
                  </a:cubicBezTo>
                  <a:lnTo>
                    <a:pt x="162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8"/>
            <p:cNvSpPr/>
            <p:nvPr/>
          </p:nvSpPr>
          <p:spPr>
            <a:xfrm>
              <a:off x="1944598" y="1693805"/>
              <a:ext cx="632885" cy="1078224"/>
            </a:xfrm>
            <a:custGeom>
              <a:avLst/>
              <a:gdLst/>
              <a:ahLst/>
              <a:cxnLst/>
              <a:rect l="l" t="t" r="r" b="b"/>
              <a:pathLst>
                <a:path w="15550" h="26492" extrusionOk="0">
                  <a:moveTo>
                    <a:pt x="7870" y="0"/>
                  </a:moveTo>
                  <a:cubicBezTo>
                    <a:pt x="7870" y="0"/>
                    <a:pt x="131" y="3787"/>
                    <a:pt x="131" y="7335"/>
                  </a:cubicBezTo>
                  <a:cubicBezTo>
                    <a:pt x="131" y="10907"/>
                    <a:pt x="0" y="21860"/>
                    <a:pt x="1977" y="26492"/>
                  </a:cubicBezTo>
                  <a:lnTo>
                    <a:pt x="13657" y="26492"/>
                  </a:lnTo>
                  <a:cubicBezTo>
                    <a:pt x="15348" y="23587"/>
                    <a:pt x="15550" y="10918"/>
                    <a:pt x="15550" y="7370"/>
                  </a:cubicBezTo>
                  <a:cubicBezTo>
                    <a:pt x="15550" y="3822"/>
                    <a:pt x="7870" y="0"/>
                    <a:pt x="7870" y="0"/>
                  </a:cubicBezTo>
                  <a:close/>
                </a:path>
              </a:pathLst>
            </a:custGeom>
            <a:solidFill>
              <a:srgbClr val="0317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8"/>
            <p:cNvSpPr/>
            <p:nvPr/>
          </p:nvSpPr>
          <p:spPr>
            <a:xfrm>
              <a:off x="2657416" y="3209578"/>
              <a:ext cx="399348" cy="940170"/>
            </a:xfrm>
            <a:custGeom>
              <a:avLst/>
              <a:gdLst/>
              <a:ahLst/>
              <a:cxnLst/>
              <a:rect l="l" t="t" r="r" b="b"/>
              <a:pathLst>
                <a:path w="9812" h="23100" extrusionOk="0">
                  <a:moveTo>
                    <a:pt x="7287" y="0"/>
                  </a:moveTo>
                  <a:lnTo>
                    <a:pt x="310" y="5215"/>
                  </a:lnTo>
                  <a:lnTo>
                    <a:pt x="4287" y="15097"/>
                  </a:lnTo>
                  <a:lnTo>
                    <a:pt x="1" y="20014"/>
                  </a:lnTo>
                  <a:cubicBezTo>
                    <a:pt x="1" y="20014"/>
                    <a:pt x="897" y="23099"/>
                    <a:pt x="1032" y="23099"/>
                  </a:cubicBezTo>
                  <a:cubicBezTo>
                    <a:pt x="1034" y="23099"/>
                    <a:pt x="1035" y="23099"/>
                    <a:pt x="1036" y="23098"/>
                  </a:cubicBezTo>
                  <a:cubicBezTo>
                    <a:pt x="1155" y="23039"/>
                    <a:pt x="8978" y="18074"/>
                    <a:pt x="9395" y="16038"/>
                  </a:cubicBezTo>
                  <a:cubicBezTo>
                    <a:pt x="9811" y="14002"/>
                    <a:pt x="7287" y="0"/>
                    <a:pt x="7287" y="0"/>
                  </a:cubicBezTo>
                  <a:close/>
                </a:path>
              </a:pathLst>
            </a:custGeom>
            <a:solidFill>
              <a:srgbClr val="0E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8"/>
            <p:cNvSpPr/>
            <p:nvPr/>
          </p:nvSpPr>
          <p:spPr>
            <a:xfrm>
              <a:off x="1425104" y="3226997"/>
              <a:ext cx="400814" cy="942124"/>
            </a:xfrm>
            <a:custGeom>
              <a:avLst/>
              <a:gdLst/>
              <a:ahLst/>
              <a:cxnLst/>
              <a:rect l="l" t="t" r="r" b="b"/>
              <a:pathLst>
                <a:path w="9848" h="23148" extrusionOk="0">
                  <a:moveTo>
                    <a:pt x="2835" y="1"/>
                  </a:moveTo>
                  <a:cubicBezTo>
                    <a:pt x="2835" y="1"/>
                    <a:pt x="1" y="13538"/>
                    <a:pt x="418" y="15562"/>
                  </a:cubicBezTo>
                  <a:cubicBezTo>
                    <a:pt x="834" y="17610"/>
                    <a:pt x="8704" y="23087"/>
                    <a:pt x="8823" y="23146"/>
                  </a:cubicBezTo>
                  <a:cubicBezTo>
                    <a:pt x="8825" y="23147"/>
                    <a:pt x="8826" y="23148"/>
                    <a:pt x="8828" y="23148"/>
                  </a:cubicBezTo>
                  <a:cubicBezTo>
                    <a:pt x="8963" y="23148"/>
                    <a:pt x="9847" y="20063"/>
                    <a:pt x="9847" y="20063"/>
                  </a:cubicBezTo>
                  <a:lnTo>
                    <a:pt x="5561" y="15145"/>
                  </a:lnTo>
                  <a:lnTo>
                    <a:pt x="9538" y="5263"/>
                  </a:lnTo>
                  <a:lnTo>
                    <a:pt x="2835" y="1"/>
                  </a:lnTo>
                  <a:close/>
                </a:path>
              </a:pathLst>
            </a:custGeom>
            <a:solidFill>
              <a:srgbClr val="0E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8"/>
            <p:cNvSpPr/>
            <p:nvPr/>
          </p:nvSpPr>
          <p:spPr>
            <a:xfrm>
              <a:off x="1367473" y="2660053"/>
              <a:ext cx="1682009" cy="2371589"/>
            </a:xfrm>
            <a:custGeom>
              <a:avLst/>
              <a:gdLst/>
              <a:ahLst/>
              <a:cxnLst/>
              <a:rect l="l" t="t" r="r" b="b"/>
              <a:pathLst>
                <a:path w="41327" h="58270" extrusionOk="0">
                  <a:moveTo>
                    <a:pt x="17026" y="0"/>
                  </a:moveTo>
                  <a:cubicBezTo>
                    <a:pt x="17026" y="0"/>
                    <a:pt x="9489" y="2917"/>
                    <a:pt x="6930" y="4656"/>
                  </a:cubicBezTo>
                  <a:cubicBezTo>
                    <a:pt x="3524" y="6966"/>
                    <a:pt x="107" y="15717"/>
                    <a:pt x="0" y="18515"/>
                  </a:cubicBezTo>
                  <a:cubicBezTo>
                    <a:pt x="0" y="18515"/>
                    <a:pt x="4929" y="19693"/>
                    <a:pt x="9156" y="20836"/>
                  </a:cubicBezTo>
                  <a:cubicBezTo>
                    <a:pt x="9275" y="22872"/>
                    <a:pt x="9192" y="25194"/>
                    <a:pt x="8799" y="27873"/>
                  </a:cubicBezTo>
                  <a:cubicBezTo>
                    <a:pt x="8585" y="29230"/>
                    <a:pt x="6179" y="44482"/>
                    <a:pt x="5298" y="52090"/>
                  </a:cubicBezTo>
                  <a:cubicBezTo>
                    <a:pt x="5239" y="52566"/>
                    <a:pt x="6358" y="53614"/>
                    <a:pt x="6299" y="54067"/>
                  </a:cubicBezTo>
                  <a:cubicBezTo>
                    <a:pt x="6120" y="55543"/>
                    <a:pt x="5906" y="57150"/>
                    <a:pt x="6096" y="57436"/>
                  </a:cubicBezTo>
                  <a:cubicBezTo>
                    <a:pt x="6346" y="57817"/>
                    <a:pt x="13299" y="58270"/>
                    <a:pt x="21443" y="58270"/>
                  </a:cubicBezTo>
                  <a:cubicBezTo>
                    <a:pt x="28730" y="58270"/>
                    <a:pt x="35147" y="57615"/>
                    <a:pt x="35421" y="57353"/>
                  </a:cubicBezTo>
                  <a:cubicBezTo>
                    <a:pt x="35671" y="57162"/>
                    <a:pt x="35445" y="56210"/>
                    <a:pt x="35338" y="54531"/>
                  </a:cubicBezTo>
                  <a:cubicBezTo>
                    <a:pt x="35326" y="54186"/>
                    <a:pt x="36445" y="53305"/>
                    <a:pt x="36409" y="52924"/>
                  </a:cubicBezTo>
                  <a:cubicBezTo>
                    <a:pt x="36017" y="46613"/>
                    <a:pt x="33873" y="32183"/>
                    <a:pt x="33814" y="31326"/>
                  </a:cubicBezTo>
                  <a:cubicBezTo>
                    <a:pt x="33552" y="27218"/>
                    <a:pt x="33683" y="23813"/>
                    <a:pt x="33992" y="20967"/>
                  </a:cubicBezTo>
                  <a:cubicBezTo>
                    <a:pt x="38576" y="20265"/>
                    <a:pt x="41327" y="15955"/>
                    <a:pt x="41327" y="15955"/>
                  </a:cubicBezTo>
                  <a:cubicBezTo>
                    <a:pt x="41208" y="12633"/>
                    <a:pt x="39803" y="7489"/>
                    <a:pt x="37005" y="5715"/>
                  </a:cubicBezTo>
                  <a:cubicBezTo>
                    <a:pt x="35135" y="4037"/>
                    <a:pt x="28349" y="1263"/>
                    <a:pt x="26480" y="715"/>
                  </a:cubicBezTo>
                  <a:cubicBezTo>
                    <a:pt x="25721" y="492"/>
                    <a:pt x="25006" y="422"/>
                    <a:pt x="24298" y="422"/>
                  </a:cubicBezTo>
                  <a:cubicBezTo>
                    <a:pt x="23141" y="422"/>
                    <a:pt x="22001" y="607"/>
                    <a:pt x="20706" y="607"/>
                  </a:cubicBezTo>
                  <a:cubicBezTo>
                    <a:pt x="19621" y="607"/>
                    <a:pt x="18427" y="477"/>
                    <a:pt x="170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8"/>
            <p:cNvSpPr/>
            <p:nvPr/>
          </p:nvSpPr>
          <p:spPr>
            <a:xfrm>
              <a:off x="2053022" y="2400797"/>
              <a:ext cx="384615" cy="318925"/>
            </a:xfrm>
            <a:custGeom>
              <a:avLst/>
              <a:gdLst/>
              <a:ahLst/>
              <a:cxnLst/>
              <a:rect l="l" t="t" r="r" b="b"/>
              <a:pathLst>
                <a:path w="9450" h="7836" extrusionOk="0">
                  <a:moveTo>
                    <a:pt x="587" y="1"/>
                  </a:moveTo>
                  <a:lnTo>
                    <a:pt x="587" y="1"/>
                  </a:lnTo>
                  <a:cubicBezTo>
                    <a:pt x="599" y="1477"/>
                    <a:pt x="492" y="4513"/>
                    <a:pt x="182" y="6370"/>
                  </a:cubicBezTo>
                  <a:cubicBezTo>
                    <a:pt x="0" y="7389"/>
                    <a:pt x="2797" y="7835"/>
                    <a:pt x="5353" y="7835"/>
                  </a:cubicBezTo>
                  <a:cubicBezTo>
                    <a:pt x="7485" y="7835"/>
                    <a:pt x="9449" y="7525"/>
                    <a:pt x="9374" y="6978"/>
                  </a:cubicBezTo>
                  <a:cubicBezTo>
                    <a:pt x="9255" y="6644"/>
                    <a:pt x="8909" y="2549"/>
                    <a:pt x="9016" y="382"/>
                  </a:cubicBez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8"/>
            <p:cNvSpPr/>
            <p:nvPr/>
          </p:nvSpPr>
          <p:spPr>
            <a:xfrm>
              <a:off x="2076873" y="2363963"/>
              <a:ext cx="343142" cy="217135"/>
            </a:xfrm>
            <a:custGeom>
              <a:avLst/>
              <a:gdLst/>
              <a:ahLst/>
              <a:cxnLst/>
              <a:rect l="l" t="t" r="r" b="b"/>
              <a:pathLst>
                <a:path w="8431" h="5335" extrusionOk="0">
                  <a:moveTo>
                    <a:pt x="8430" y="1"/>
                  </a:moveTo>
                  <a:lnTo>
                    <a:pt x="1" y="906"/>
                  </a:lnTo>
                  <a:cubicBezTo>
                    <a:pt x="1" y="906"/>
                    <a:pt x="72" y="1441"/>
                    <a:pt x="13" y="2382"/>
                  </a:cubicBezTo>
                  <a:cubicBezTo>
                    <a:pt x="13" y="2382"/>
                    <a:pt x="2525" y="5335"/>
                    <a:pt x="4311" y="5335"/>
                  </a:cubicBezTo>
                  <a:cubicBezTo>
                    <a:pt x="6097" y="5335"/>
                    <a:pt x="8395" y="2596"/>
                    <a:pt x="8395" y="2596"/>
                  </a:cubicBezTo>
                  <a:cubicBezTo>
                    <a:pt x="8395" y="2596"/>
                    <a:pt x="8347" y="775"/>
                    <a:pt x="8430"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8"/>
            <p:cNvSpPr/>
            <p:nvPr/>
          </p:nvSpPr>
          <p:spPr>
            <a:xfrm>
              <a:off x="2493640" y="1956032"/>
              <a:ext cx="179528" cy="223443"/>
            </a:xfrm>
            <a:custGeom>
              <a:avLst/>
              <a:gdLst/>
              <a:ahLst/>
              <a:cxnLst/>
              <a:rect l="l" t="t" r="r" b="b"/>
              <a:pathLst>
                <a:path w="4411" h="5490" extrusionOk="0">
                  <a:moveTo>
                    <a:pt x="2769" y="0"/>
                  </a:moveTo>
                  <a:cubicBezTo>
                    <a:pt x="2657" y="0"/>
                    <a:pt x="2540" y="11"/>
                    <a:pt x="2417" y="34"/>
                  </a:cubicBezTo>
                  <a:cubicBezTo>
                    <a:pt x="1215" y="273"/>
                    <a:pt x="405" y="1035"/>
                    <a:pt x="203" y="2559"/>
                  </a:cubicBezTo>
                  <a:cubicBezTo>
                    <a:pt x="0" y="4094"/>
                    <a:pt x="762" y="4904"/>
                    <a:pt x="1691" y="5380"/>
                  </a:cubicBezTo>
                  <a:cubicBezTo>
                    <a:pt x="1833" y="5455"/>
                    <a:pt x="1976" y="5489"/>
                    <a:pt x="2117" y="5489"/>
                  </a:cubicBezTo>
                  <a:cubicBezTo>
                    <a:pt x="3105" y="5489"/>
                    <a:pt x="4040" y="3818"/>
                    <a:pt x="4227" y="2475"/>
                  </a:cubicBezTo>
                  <a:cubicBezTo>
                    <a:pt x="4411" y="1081"/>
                    <a:pt x="3868" y="0"/>
                    <a:pt x="2769"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8"/>
            <p:cNvSpPr/>
            <p:nvPr/>
          </p:nvSpPr>
          <p:spPr>
            <a:xfrm>
              <a:off x="2572150" y="1956113"/>
              <a:ext cx="78999" cy="49817"/>
            </a:xfrm>
            <a:custGeom>
              <a:avLst/>
              <a:gdLst/>
              <a:ahLst/>
              <a:cxnLst/>
              <a:rect l="l" t="t" r="r" b="b"/>
              <a:pathLst>
                <a:path w="1941" h="1224" extrusionOk="0">
                  <a:moveTo>
                    <a:pt x="820" y="0"/>
                  </a:moveTo>
                  <a:cubicBezTo>
                    <a:pt x="433" y="0"/>
                    <a:pt x="155" y="140"/>
                    <a:pt x="155" y="140"/>
                  </a:cubicBezTo>
                  <a:lnTo>
                    <a:pt x="0" y="1223"/>
                  </a:lnTo>
                  <a:cubicBezTo>
                    <a:pt x="222" y="536"/>
                    <a:pt x="784" y="318"/>
                    <a:pt x="1254" y="318"/>
                  </a:cubicBezTo>
                  <a:cubicBezTo>
                    <a:pt x="1565" y="318"/>
                    <a:pt x="1836" y="414"/>
                    <a:pt x="1941" y="533"/>
                  </a:cubicBezTo>
                  <a:cubicBezTo>
                    <a:pt x="1941" y="533"/>
                    <a:pt x="1715" y="116"/>
                    <a:pt x="1072" y="21"/>
                  </a:cubicBezTo>
                  <a:cubicBezTo>
                    <a:pt x="984" y="6"/>
                    <a:pt x="900" y="0"/>
                    <a:pt x="820"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8"/>
            <p:cNvSpPr/>
            <p:nvPr/>
          </p:nvSpPr>
          <p:spPr>
            <a:xfrm>
              <a:off x="1852779" y="1956520"/>
              <a:ext cx="179080" cy="223443"/>
            </a:xfrm>
            <a:custGeom>
              <a:avLst/>
              <a:gdLst/>
              <a:ahLst/>
              <a:cxnLst/>
              <a:rect l="l" t="t" r="r" b="b"/>
              <a:pathLst>
                <a:path w="4400" h="5490" extrusionOk="0">
                  <a:moveTo>
                    <a:pt x="1625" y="0"/>
                  </a:moveTo>
                  <a:cubicBezTo>
                    <a:pt x="544" y="0"/>
                    <a:pt x="1" y="1081"/>
                    <a:pt x="185" y="2475"/>
                  </a:cubicBezTo>
                  <a:cubicBezTo>
                    <a:pt x="372" y="3818"/>
                    <a:pt x="1306" y="5489"/>
                    <a:pt x="2294" y="5489"/>
                  </a:cubicBezTo>
                  <a:cubicBezTo>
                    <a:pt x="2436" y="5489"/>
                    <a:pt x="2579" y="5455"/>
                    <a:pt x="2721" y="5380"/>
                  </a:cubicBezTo>
                  <a:cubicBezTo>
                    <a:pt x="3638" y="4904"/>
                    <a:pt x="4400" y="4094"/>
                    <a:pt x="4209" y="2570"/>
                  </a:cubicBezTo>
                  <a:cubicBezTo>
                    <a:pt x="3995" y="1034"/>
                    <a:pt x="3197" y="284"/>
                    <a:pt x="1971" y="34"/>
                  </a:cubicBezTo>
                  <a:cubicBezTo>
                    <a:pt x="1850" y="11"/>
                    <a:pt x="1735" y="0"/>
                    <a:pt x="1625"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8"/>
            <p:cNvSpPr/>
            <p:nvPr/>
          </p:nvSpPr>
          <p:spPr>
            <a:xfrm>
              <a:off x="1874798" y="1956764"/>
              <a:ext cx="79039" cy="49613"/>
            </a:xfrm>
            <a:custGeom>
              <a:avLst/>
              <a:gdLst/>
              <a:ahLst/>
              <a:cxnLst/>
              <a:rect l="l" t="t" r="r" b="b"/>
              <a:pathLst>
                <a:path w="1942" h="1219" extrusionOk="0">
                  <a:moveTo>
                    <a:pt x="1099" y="0"/>
                  </a:moveTo>
                  <a:cubicBezTo>
                    <a:pt x="1026" y="0"/>
                    <a:pt x="949" y="5"/>
                    <a:pt x="870" y="16"/>
                  </a:cubicBezTo>
                  <a:cubicBezTo>
                    <a:pt x="227" y="124"/>
                    <a:pt x="1" y="540"/>
                    <a:pt x="1" y="540"/>
                  </a:cubicBezTo>
                  <a:cubicBezTo>
                    <a:pt x="107" y="420"/>
                    <a:pt x="383" y="321"/>
                    <a:pt x="699" y="321"/>
                  </a:cubicBezTo>
                  <a:cubicBezTo>
                    <a:pt x="1167" y="321"/>
                    <a:pt x="1722" y="537"/>
                    <a:pt x="1942" y="1219"/>
                  </a:cubicBezTo>
                  <a:lnTo>
                    <a:pt x="1787" y="136"/>
                  </a:lnTo>
                  <a:cubicBezTo>
                    <a:pt x="1787" y="136"/>
                    <a:pt x="1491" y="0"/>
                    <a:pt x="1099"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8"/>
            <p:cNvSpPr/>
            <p:nvPr/>
          </p:nvSpPr>
          <p:spPr>
            <a:xfrm>
              <a:off x="1948953" y="1581881"/>
              <a:ext cx="628530" cy="659544"/>
            </a:xfrm>
            <a:custGeom>
              <a:avLst/>
              <a:gdLst/>
              <a:ahLst/>
              <a:cxnLst/>
              <a:rect l="l" t="t" r="r" b="b"/>
              <a:pathLst>
                <a:path w="15443" h="16205" extrusionOk="0">
                  <a:moveTo>
                    <a:pt x="7728" y="0"/>
                  </a:moveTo>
                  <a:cubicBezTo>
                    <a:pt x="3453" y="0"/>
                    <a:pt x="1" y="2750"/>
                    <a:pt x="1" y="8477"/>
                  </a:cubicBezTo>
                  <a:cubicBezTo>
                    <a:pt x="1" y="12752"/>
                    <a:pt x="3453" y="16204"/>
                    <a:pt x="7728" y="16204"/>
                  </a:cubicBezTo>
                  <a:cubicBezTo>
                    <a:pt x="11990" y="16204"/>
                    <a:pt x="15443" y="12752"/>
                    <a:pt x="15443" y="8477"/>
                  </a:cubicBezTo>
                  <a:cubicBezTo>
                    <a:pt x="15443" y="2870"/>
                    <a:pt x="11978" y="0"/>
                    <a:pt x="7728"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8"/>
            <p:cNvSpPr/>
            <p:nvPr/>
          </p:nvSpPr>
          <p:spPr>
            <a:xfrm>
              <a:off x="1947976" y="1926891"/>
              <a:ext cx="629507" cy="577777"/>
            </a:xfrm>
            <a:custGeom>
              <a:avLst/>
              <a:gdLst/>
              <a:ahLst/>
              <a:cxnLst/>
              <a:rect l="l" t="t" r="r" b="b"/>
              <a:pathLst>
                <a:path w="15467" h="14196" extrusionOk="0">
                  <a:moveTo>
                    <a:pt x="15467" y="0"/>
                  </a:moveTo>
                  <a:lnTo>
                    <a:pt x="1" y="24"/>
                  </a:lnTo>
                  <a:cubicBezTo>
                    <a:pt x="1" y="4156"/>
                    <a:pt x="1" y="7608"/>
                    <a:pt x="1584" y="9859"/>
                  </a:cubicBezTo>
                  <a:cubicBezTo>
                    <a:pt x="2489" y="11156"/>
                    <a:pt x="4775" y="13419"/>
                    <a:pt x="6537" y="14038"/>
                  </a:cubicBezTo>
                  <a:cubicBezTo>
                    <a:pt x="6813" y="14132"/>
                    <a:pt x="7390" y="14196"/>
                    <a:pt x="7901" y="14196"/>
                  </a:cubicBezTo>
                  <a:cubicBezTo>
                    <a:pt x="8228" y="14196"/>
                    <a:pt x="8528" y="14170"/>
                    <a:pt x="8704" y="14109"/>
                  </a:cubicBezTo>
                  <a:cubicBezTo>
                    <a:pt x="10490" y="13514"/>
                    <a:pt x="12943" y="11192"/>
                    <a:pt x="13895" y="9847"/>
                  </a:cubicBezTo>
                  <a:cubicBezTo>
                    <a:pt x="15467" y="7597"/>
                    <a:pt x="15467" y="4144"/>
                    <a:pt x="154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8"/>
            <p:cNvSpPr/>
            <p:nvPr/>
          </p:nvSpPr>
          <p:spPr>
            <a:xfrm>
              <a:off x="2346794" y="2016511"/>
              <a:ext cx="137647" cy="28287"/>
            </a:xfrm>
            <a:custGeom>
              <a:avLst/>
              <a:gdLst/>
              <a:ahLst/>
              <a:cxnLst/>
              <a:rect l="l" t="t" r="r" b="b"/>
              <a:pathLst>
                <a:path w="3382" h="695" extrusionOk="0">
                  <a:moveTo>
                    <a:pt x="2477" y="1"/>
                  </a:moveTo>
                  <a:cubicBezTo>
                    <a:pt x="2191" y="25"/>
                    <a:pt x="1918" y="37"/>
                    <a:pt x="1656" y="84"/>
                  </a:cubicBezTo>
                  <a:cubicBezTo>
                    <a:pt x="1382" y="120"/>
                    <a:pt x="1120" y="168"/>
                    <a:pt x="846" y="239"/>
                  </a:cubicBezTo>
                  <a:cubicBezTo>
                    <a:pt x="584" y="322"/>
                    <a:pt x="334" y="406"/>
                    <a:pt x="72" y="513"/>
                  </a:cubicBezTo>
                  <a:cubicBezTo>
                    <a:pt x="36" y="537"/>
                    <a:pt x="1" y="584"/>
                    <a:pt x="36" y="620"/>
                  </a:cubicBezTo>
                  <a:cubicBezTo>
                    <a:pt x="46" y="670"/>
                    <a:pt x="89" y="695"/>
                    <a:pt x="138" y="695"/>
                  </a:cubicBezTo>
                  <a:cubicBezTo>
                    <a:pt x="147" y="695"/>
                    <a:pt x="157" y="694"/>
                    <a:pt x="167" y="692"/>
                  </a:cubicBezTo>
                  <a:cubicBezTo>
                    <a:pt x="405" y="620"/>
                    <a:pt x="667" y="549"/>
                    <a:pt x="929" y="501"/>
                  </a:cubicBezTo>
                  <a:cubicBezTo>
                    <a:pt x="1179" y="453"/>
                    <a:pt x="1441" y="394"/>
                    <a:pt x="1703" y="358"/>
                  </a:cubicBezTo>
                  <a:cubicBezTo>
                    <a:pt x="1965" y="334"/>
                    <a:pt x="2215" y="299"/>
                    <a:pt x="2489" y="287"/>
                  </a:cubicBezTo>
                  <a:cubicBezTo>
                    <a:pt x="2751" y="263"/>
                    <a:pt x="3013" y="263"/>
                    <a:pt x="3275" y="263"/>
                  </a:cubicBezTo>
                  <a:cubicBezTo>
                    <a:pt x="3334" y="263"/>
                    <a:pt x="3382" y="215"/>
                    <a:pt x="3382" y="168"/>
                  </a:cubicBezTo>
                  <a:cubicBezTo>
                    <a:pt x="3382" y="108"/>
                    <a:pt x="3346" y="61"/>
                    <a:pt x="3287" y="49"/>
                  </a:cubicBezTo>
                  <a:cubicBezTo>
                    <a:pt x="3025" y="25"/>
                    <a:pt x="2739" y="1"/>
                    <a:pt x="2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8"/>
            <p:cNvSpPr/>
            <p:nvPr/>
          </p:nvSpPr>
          <p:spPr>
            <a:xfrm>
              <a:off x="2023596" y="2020541"/>
              <a:ext cx="137159" cy="19780"/>
            </a:xfrm>
            <a:custGeom>
              <a:avLst/>
              <a:gdLst/>
              <a:ahLst/>
              <a:cxnLst/>
              <a:rect l="l" t="t" r="r" b="b"/>
              <a:pathLst>
                <a:path w="3370" h="486" extrusionOk="0">
                  <a:moveTo>
                    <a:pt x="1280" y="0"/>
                  </a:moveTo>
                  <a:cubicBezTo>
                    <a:pt x="1143" y="0"/>
                    <a:pt x="1006" y="3"/>
                    <a:pt x="869" y="9"/>
                  </a:cubicBezTo>
                  <a:cubicBezTo>
                    <a:pt x="607" y="21"/>
                    <a:pt x="334" y="69"/>
                    <a:pt x="72" y="128"/>
                  </a:cubicBezTo>
                  <a:cubicBezTo>
                    <a:pt x="24" y="128"/>
                    <a:pt x="0" y="188"/>
                    <a:pt x="0" y="235"/>
                  </a:cubicBezTo>
                  <a:cubicBezTo>
                    <a:pt x="0" y="283"/>
                    <a:pt x="36" y="319"/>
                    <a:pt x="95" y="319"/>
                  </a:cubicBezTo>
                  <a:cubicBezTo>
                    <a:pt x="369" y="307"/>
                    <a:pt x="619" y="283"/>
                    <a:pt x="893" y="283"/>
                  </a:cubicBezTo>
                  <a:cubicBezTo>
                    <a:pt x="1155" y="283"/>
                    <a:pt x="1405" y="283"/>
                    <a:pt x="1679" y="295"/>
                  </a:cubicBezTo>
                  <a:cubicBezTo>
                    <a:pt x="1941" y="307"/>
                    <a:pt x="2203" y="343"/>
                    <a:pt x="2465" y="366"/>
                  </a:cubicBezTo>
                  <a:cubicBezTo>
                    <a:pt x="2715" y="402"/>
                    <a:pt x="2989" y="438"/>
                    <a:pt x="3239" y="485"/>
                  </a:cubicBezTo>
                  <a:cubicBezTo>
                    <a:pt x="3298" y="485"/>
                    <a:pt x="3358" y="462"/>
                    <a:pt x="3346" y="426"/>
                  </a:cubicBezTo>
                  <a:cubicBezTo>
                    <a:pt x="3370" y="366"/>
                    <a:pt x="3346" y="307"/>
                    <a:pt x="3286" y="295"/>
                  </a:cubicBezTo>
                  <a:cubicBezTo>
                    <a:pt x="3024" y="200"/>
                    <a:pt x="2762" y="140"/>
                    <a:pt x="2489" y="104"/>
                  </a:cubicBezTo>
                  <a:cubicBezTo>
                    <a:pt x="2227" y="57"/>
                    <a:pt x="1965" y="21"/>
                    <a:pt x="1691" y="9"/>
                  </a:cubicBezTo>
                  <a:cubicBezTo>
                    <a:pt x="1554" y="3"/>
                    <a:pt x="1417" y="0"/>
                    <a:pt x="12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8"/>
            <p:cNvSpPr/>
            <p:nvPr/>
          </p:nvSpPr>
          <p:spPr>
            <a:xfrm>
              <a:off x="2191728" y="2273977"/>
              <a:ext cx="142979" cy="31909"/>
            </a:xfrm>
            <a:custGeom>
              <a:avLst/>
              <a:gdLst/>
              <a:ahLst/>
              <a:cxnLst/>
              <a:rect l="l" t="t" r="r" b="b"/>
              <a:pathLst>
                <a:path w="3513" h="784" extrusionOk="0">
                  <a:moveTo>
                    <a:pt x="1818" y="0"/>
                  </a:moveTo>
                  <a:cubicBezTo>
                    <a:pt x="1245" y="0"/>
                    <a:pt x="655" y="66"/>
                    <a:pt x="405" y="188"/>
                  </a:cubicBezTo>
                  <a:cubicBezTo>
                    <a:pt x="1" y="402"/>
                    <a:pt x="1298" y="783"/>
                    <a:pt x="1739" y="783"/>
                  </a:cubicBezTo>
                  <a:cubicBezTo>
                    <a:pt x="2203" y="783"/>
                    <a:pt x="3513" y="438"/>
                    <a:pt x="3096" y="188"/>
                  </a:cubicBezTo>
                  <a:cubicBezTo>
                    <a:pt x="2893" y="60"/>
                    <a:pt x="2363" y="0"/>
                    <a:pt x="1818"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8"/>
            <p:cNvSpPr/>
            <p:nvPr/>
          </p:nvSpPr>
          <p:spPr>
            <a:xfrm>
              <a:off x="2206258" y="2424565"/>
              <a:ext cx="115385" cy="10216"/>
            </a:xfrm>
            <a:custGeom>
              <a:avLst/>
              <a:gdLst/>
              <a:ahLst/>
              <a:cxnLst/>
              <a:rect l="l" t="t" r="r" b="b"/>
              <a:pathLst>
                <a:path w="2835" h="251" extrusionOk="0">
                  <a:moveTo>
                    <a:pt x="1382" y="0"/>
                  </a:moveTo>
                  <a:cubicBezTo>
                    <a:pt x="1013" y="0"/>
                    <a:pt x="1" y="131"/>
                    <a:pt x="346" y="238"/>
                  </a:cubicBezTo>
                  <a:cubicBezTo>
                    <a:pt x="346" y="238"/>
                    <a:pt x="906" y="155"/>
                    <a:pt x="1370" y="155"/>
                  </a:cubicBezTo>
                  <a:cubicBezTo>
                    <a:pt x="1834" y="155"/>
                    <a:pt x="2501" y="250"/>
                    <a:pt x="2501" y="250"/>
                  </a:cubicBezTo>
                  <a:cubicBezTo>
                    <a:pt x="2835" y="155"/>
                    <a:pt x="1775" y="12"/>
                    <a:pt x="1382" y="0"/>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8"/>
            <p:cNvSpPr/>
            <p:nvPr/>
          </p:nvSpPr>
          <p:spPr>
            <a:xfrm>
              <a:off x="2151028" y="2349067"/>
              <a:ext cx="225844" cy="30077"/>
            </a:xfrm>
            <a:custGeom>
              <a:avLst/>
              <a:gdLst/>
              <a:ahLst/>
              <a:cxnLst/>
              <a:rect l="l" t="t" r="r" b="b"/>
              <a:pathLst>
                <a:path w="5549" h="739" extrusionOk="0">
                  <a:moveTo>
                    <a:pt x="2311" y="1"/>
                  </a:moveTo>
                  <a:cubicBezTo>
                    <a:pt x="1737" y="1"/>
                    <a:pt x="1046" y="324"/>
                    <a:pt x="490" y="324"/>
                  </a:cubicBezTo>
                  <a:cubicBezTo>
                    <a:pt x="310" y="324"/>
                    <a:pt x="144" y="290"/>
                    <a:pt x="1" y="200"/>
                  </a:cubicBezTo>
                  <a:lnTo>
                    <a:pt x="1" y="200"/>
                  </a:lnTo>
                  <a:cubicBezTo>
                    <a:pt x="282" y="526"/>
                    <a:pt x="1696" y="739"/>
                    <a:pt x="3033" y="739"/>
                  </a:cubicBezTo>
                  <a:cubicBezTo>
                    <a:pt x="4187" y="739"/>
                    <a:pt x="5284" y="581"/>
                    <a:pt x="5549" y="200"/>
                  </a:cubicBezTo>
                  <a:lnTo>
                    <a:pt x="5549" y="200"/>
                  </a:lnTo>
                  <a:cubicBezTo>
                    <a:pt x="5406" y="290"/>
                    <a:pt x="5240" y="324"/>
                    <a:pt x="5061" y="324"/>
                  </a:cubicBezTo>
                  <a:cubicBezTo>
                    <a:pt x="4507" y="324"/>
                    <a:pt x="3822" y="1"/>
                    <a:pt x="3249" y="1"/>
                  </a:cubicBezTo>
                  <a:cubicBezTo>
                    <a:pt x="3097" y="1"/>
                    <a:pt x="2954" y="23"/>
                    <a:pt x="2822" y="81"/>
                  </a:cubicBezTo>
                  <a:lnTo>
                    <a:pt x="2739" y="81"/>
                  </a:lnTo>
                  <a:cubicBezTo>
                    <a:pt x="2608" y="23"/>
                    <a:pt x="2463" y="1"/>
                    <a:pt x="2311" y="1"/>
                  </a:cubicBez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8"/>
            <p:cNvSpPr/>
            <p:nvPr/>
          </p:nvSpPr>
          <p:spPr>
            <a:xfrm>
              <a:off x="2164093" y="2364940"/>
              <a:ext cx="202116" cy="38258"/>
            </a:xfrm>
            <a:custGeom>
              <a:avLst/>
              <a:gdLst/>
              <a:ahLst/>
              <a:cxnLst/>
              <a:rect l="l" t="t" r="r" b="b"/>
              <a:pathLst>
                <a:path w="4966" h="940" extrusionOk="0">
                  <a:moveTo>
                    <a:pt x="1" y="1"/>
                  </a:moveTo>
                  <a:cubicBezTo>
                    <a:pt x="332" y="259"/>
                    <a:pt x="1409" y="931"/>
                    <a:pt x="2147" y="931"/>
                  </a:cubicBezTo>
                  <a:cubicBezTo>
                    <a:pt x="2258" y="931"/>
                    <a:pt x="2362" y="916"/>
                    <a:pt x="2454" y="882"/>
                  </a:cubicBezTo>
                  <a:cubicBezTo>
                    <a:pt x="2584" y="922"/>
                    <a:pt x="2712" y="939"/>
                    <a:pt x="2838" y="939"/>
                  </a:cubicBezTo>
                  <a:cubicBezTo>
                    <a:pt x="3651" y="939"/>
                    <a:pt x="4389" y="211"/>
                    <a:pt x="4966" y="36"/>
                  </a:cubicBezTo>
                  <a:lnTo>
                    <a:pt x="4966" y="36"/>
                  </a:lnTo>
                  <a:lnTo>
                    <a:pt x="2454" y="298"/>
                  </a:lnTo>
                  <a:lnTo>
                    <a:pt x="1" y="1"/>
                  </a:lnTo>
                  <a:close/>
                </a:path>
              </a:pathLst>
            </a:custGeom>
            <a:solidFill>
              <a:srgbClr val="ED90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8"/>
            <p:cNvSpPr/>
            <p:nvPr/>
          </p:nvSpPr>
          <p:spPr>
            <a:xfrm>
              <a:off x="2202880" y="2371737"/>
              <a:ext cx="114408" cy="12658"/>
            </a:xfrm>
            <a:custGeom>
              <a:avLst/>
              <a:gdLst/>
              <a:ahLst/>
              <a:cxnLst/>
              <a:rect l="l" t="t" r="r" b="b"/>
              <a:pathLst>
                <a:path w="2811" h="311" extrusionOk="0">
                  <a:moveTo>
                    <a:pt x="2810" y="0"/>
                  </a:moveTo>
                  <a:lnTo>
                    <a:pt x="2810" y="0"/>
                  </a:lnTo>
                  <a:cubicBezTo>
                    <a:pt x="2632" y="84"/>
                    <a:pt x="2370" y="131"/>
                    <a:pt x="2096" y="167"/>
                  </a:cubicBezTo>
                  <a:cubicBezTo>
                    <a:pt x="1917" y="179"/>
                    <a:pt x="1715" y="262"/>
                    <a:pt x="1524" y="262"/>
                  </a:cubicBezTo>
                  <a:cubicBezTo>
                    <a:pt x="1322" y="262"/>
                    <a:pt x="1096" y="167"/>
                    <a:pt x="893" y="143"/>
                  </a:cubicBezTo>
                  <a:cubicBezTo>
                    <a:pt x="560" y="119"/>
                    <a:pt x="251" y="72"/>
                    <a:pt x="0" y="12"/>
                  </a:cubicBezTo>
                  <a:lnTo>
                    <a:pt x="0" y="12"/>
                  </a:lnTo>
                  <a:cubicBezTo>
                    <a:pt x="1" y="12"/>
                    <a:pt x="746" y="310"/>
                    <a:pt x="1482" y="310"/>
                  </a:cubicBezTo>
                  <a:cubicBezTo>
                    <a:pt x="1496" y="310"/>
                    <a:pt x="1510" y="310"/>
                    <a:pt x="1524" y="310"/>
                  </a:cubicBezTo>
                  <a:cubicBezTo>
                    <a:pt x="2274" y="310"/>
                    <a:pt x="2810" y="0"/>
                    <a:pt x="2810"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8"/>
            <p:cNvSpPr/>
            <p:nvPr/>
          </p:nvSpPr>
          <p:spPr>
            <a:xfrm>
              <a:off x="2625914" y="3196473"/>
              <a:ext cx="88238" cy="491900"/>
            </a:xfrm>
            <a:custGeom>
              <a:avLst/>
              <a:gdLst/>
              <a:ahLst/>
              <a:cxnLst/>
              <a:rect l="l" t="t" r="r" b="b"/>
              <a:pathLst>
                <a:path w="2168" h="12086" extrusionOk="0">
                  <a:moveTo>
                    <a:pt x="1" y="1"/>
                  </a:moveTo>
                  <a:lnTo>
                    <a:pt x="453" y="7013"/>
                  </a:lnTo>
                  <a:lnTo>
                    <a:pt x="1072" y="7299"/>
                  </a:lnTo>
                  <a:lnTo>
                    <a:pt x="1370" y="12085"/>
                  </a:lnTo>
                  <a:lnTo>
                    <a:pt x="1644" y="6406"/>
                  </a:lnTo>
                  <a:lnTo>
                    <a:pt x="2168" y="6299"/>
                  </a:lnTo>
                  <a:lnTo>
                    <a:pt x="2168" y="6299"/>
                  </a:lnTo>
                  <a:lnTo>
                    <a:pt x="1191" y="6478"/>
                  </a:lnTo>
                  <a:lnTo>
                    <a:pt x="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8"/>
            <p:cNvSpPr/>
            <p:nvPr/>
          </p:nvSpPr>
          <p:spPr>
            <a:xfrm>
              <a:off x="1769181" y="3196473"/>
              <a:ext cx="114408" cy="573300"/>
            </a:xfrm>
            <a:custGeom>
              <a:avLst/>
              <a:gdLst/>
              <a:ahLst/>
              <a:cxnLst/>
              <a:rect l="l" t="t" r="r" b="b"/>
              <a:pathLst>
                <a:path w="2811" h="14086" extrusionOk="0">
                  <a:moveTo>
                    <a:pt x="386" y="6230"/>
                  </a:moveTo>
                  <a:cubicBezTo>
                    <a:pt x="376" y="6230"/>
                    <a:pt x="369" y="6240"/>
                    <a:pt x="369" y="6240"/>
                  </a:cubicBezTo>
                  <a:lnTo>
                    <a:pt x="410" y="6247"/>
                  </a:lnTo>
                  <a:lnTo>
                    <a:pt x="410" y="6247"/>
                  </a:lnTo>
                  <a:cubicBezTo>
                    <a:pt x="401" y="6234"/>
                    <a:pt x="393" y="6230"/>
                    <a:pt x="386" y="6230"/>
                  </a:cubicBezTo>
                  <a:close/>
                  <a:moveTo>
                    <a:pt x="2810" y="1"/>
                  </a:moveTo>
                  <a:lnTo>
                    <a:pt x="1620" y="6478"/>
                  </a:lnTo>
                  <a:lnTo>
                    <a:pt x="410" y="6247"/>
                  </a:lnTo>
                  <a:lnTo>
                    <a:pt x="410" y="6247"/>
                  </a:lnTo>
                  <a:cubicBezTo>
                    <a:pt x="447" y="6299"/>
                    <a:pt x="498" y="6496"/>
                    <a:pt x="512" y="7168"/>
                  </a:cubicBezTo>
                  <a:cubicBezTo>
                    <a:pt x="608" y="9847"/>
                    <a:pt x="0" y="14086"/>
                    <a:pt x="0" y="14086"/>
                  </a:cubicBezTo>
                  <a:lnTo>
                    <a:pt x="1131" y="7299"/>
                  </a:lnTo>
                  <a:lnTo>
                    <a:pt x="2155" y="7299"/>
                  </a:lnTo>
                  <a:lnTo>
                    <a:pt x="281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8"/>
            <p:cNvSpPr/>
            <p:nvPr/>
          </p:nvSpPr>
          <p:spPr>
            <a:xfrm>
              <a:off x="2563888" y="2040768"/>
              <a:ext cx="37851" cy="96947"/>
            </a:xfrm>
            <a:custGeom>
              <a:avLst/>
              <a:gdLst/>
              <a:ahLst/>
              <a:cxnLst/>
              <a:rect l="l" t="t" r="r" b="b"/>
              <a:pathLst>
                <a:path w="930" h="2382" extrusionOk="0">
                  <a:moveTo>
                    <a:pt x="274" y="0"/>
                  </a:moveTo>
                  <a:lnTo>
                    <a:pt x="1" y="2382"/>
                  </a:lnTo>
                  <a:cubicBezTo>
                    <a:pt x="1" y="2382"/>
                    <a:pt x="870" y="1655"/>
                    <a:pt x="906" y="1286"/>
                  </a:cubicBezTo>
                  <a:cubicBezTo>
                    <a:pt x="929" y="917"/>
                    <a:pt x="274" y="0"/>
                    <a:pt x="274" y="0"/>
                  </a:cubicBezTo>
                  <a:close/>
                </a:path>
              </a:pathLst>
            </a:custGeom>
            <a:solidFill>
              <a:srgbClr val="FFA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8"/>
            <p:cNvSpPr/>
            <p:nvPr/>
          </p:nvSpPr>
          <p:spPr>
            <a:xfrm>
              <a:off x="1301539" y="4483026"/>
              <a:ext cx="1885590" cy="50427"/>
            </a:xfrm>
            <a:custGeom>
              <a:avLst/>
              <a:gdLst/>
              <a:ahLst/>
              <a:cxnLst/>
              <a:rect l="l" t="t" r="r" b="b"/>
              <a:pathLst>
                <a:path w="46329" h="1239" extrusionOk="0">
                  <a:moveTo>
                    <a:pt x="144" y="1"/>
                  </a:moveTo>
                  <a:cubicBezTo>
                    <a:pt x="72" y="1"/>
                    <a:pt x="1" y="84"/>
                    <a:pt x="1" y="155"/>
                  </a:cubicBezTo>
                  <a:lnTo>
                    <a:pt x="1" y="1096"/>
                  </a:lnTo>
                  <a:cubicBezTo>
                    <a:pt x="1" y="1167"/>
                    <a:pt x="72" y="1239"/>
                    <a:pt x="144" y="1239"/>
                  </a:cubicBezTo>
                  <a:lnTo>
                    <a:pt x="46173" y="1239"/>
                  </a:lnTo>
                  <a:cubicBezTo>
                    <a:pt x="46257" y="1239"/>
                    <a:pt x="46328" y="1167"/>
                    <a:pt x="46328" y="1096"/>
                  </a:cubicBezTo>
                  <a:lnTo>
                    <a:pt x="46328" y="155"/>
                  </a:lnTo>
                  <a:cubicBezTo>
                    <a:pt x="46328" y="84"/>
                    <a:pt x="46257" y="1"/>
                    <a:pt x="461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8"/>
            <p:cNvSpPr/>
            <p:nvPr/>
          </p:nvSpPr>
          <p:spPr>
            <a:xfrm>
              <a:off x="2077361" y="2112969"/>
              <a:ext cx="72731" cy="100814"/>
            </a:xfrm>
            <a:custGeom>
              <a:avLst/>
              <a:gdLst/>
              <a:ahLst/>
              <a:cxnLst/>
              <a:rect l="l" t="t" r="r" b="b"/>
              <a:pathLst>
                <a:path w="1787" h="2477" extrusionOk="0">
                  <a:moveTo>
                    <a:pt x="894" y="0"/>
                  </a:moveTo>
                  <a:cubicBezTo>
                    <a:pt x="406" y="0"/>
                    <a:pt x="1" y="548"/>
                    <a:pt x="1" y="1239"/>
                  </a:cubicBezTo>
                  <a:cubicBezTo>
                    <a:pt x="1" y="1917"/>
                    <a:pt x="406" y="2477"/>
                    <a:pt x="894" y="2477"/>
                  </a:cubicBezTo>
                  <a:cubicBezTo>
                    <a:pt x="1382" y="2477"/>
                    <a:pt x="1787" y="1917"/>
                    <a:pt x="1787" y="1239"/>
                  </a:cubicBezTo>
                  <a:cubicBezTo>
                    <a:pt x="1787" y="572"/>
                    <a:pt x="1382" y="12"/>
                    <a:pt x="8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8"/>
            <p:cNvSpPr/>
            <p:nvPr/>
          </p:nvSpPr>
          <p:spPr>
            <a:xfrm>
              <a:off x="2366168" y="2112969"/>
              <a:ext cx="72731" cy="100814"/>
            </a:xfrm>
            <a:custGeom>
              <a:avLst/>
              <a:gdLst/>
              <a:ahLst/>
              <a:cxnLst/>
              <a:rect l="l" t="t" r="r" b="b"/>
              <a:pathLst>
                <a:path w="1787" h="2477" extrusionOk="0">
                  <a:moveTo>
                    <a:pt x="894" y="0"/>
                  </a:moveTo>
                  <a:cubicBezTo>
                    <a:pt x="406" y="0"/>
                    <a:pt x="1" y="548"/>
                    <a:pt x="1" y="1239"/>
                  </a:cubicBezTo>
                  <a:cubicBezTo>
                    <a:pt x="1" y="1917"/>
                    <a:pt x="406" y="2477"/>
                    <a:pt x="894" y="2477"/>
                  </a:cubicBezTo>
                  <a:cubicBezTo>
                    <a:pt x="1382" y="2477"/>
                    <a:pt x="1787" y="1917"/>
                    <a:pt x="1787" y="1239"/>
                  </a:cubicBezTo>
                  <a:cubicBezTo>
                    <a:pt x="1787" y="572"/>
                    <a:pt x="1382" y="12"/>
                    <a:pt x="8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8"/>
            <p:cNvSpPr/>
            <p:nvPr/>
          </p:nvSpPr>
          <p:spPr>
            <a:xfrm>
              <a:off x="1929742" y="2140726"/>
              <a:ext cx="654537" cy="389499"/>
            </a:xfrm>
            <a:custGeom>
              <a:avLst/>
              <a:gdLst/>
              <a:ahLst/>
              <a:cxnLst/>
              <a:rect l="l" t="t" r="r" b="b"/>
              <a:pathLst>
                <a:path w="16082" h="9570" extrusionOk="0">
                  <a:moveTo>
                    <a:pt x="65" y="1"/>
                  </a:moveTo>
                  <a:cubicBezTo>
                    <a:pt x="0" y="1"/>
                    <a:pt x="89" y="603"/>
                    <a:pt x="615" y="2759"/>
                  </a:cubicBezTo>
                  <a:cubicBezTo>
                    <a:pt x="1782" y="7605"/>
                    <a:pt x="7259" y="9570"/>
                    <a:pt x="8224" y="9570"/>
                  </a:cubicBezTo>
                  <a:cubicBezTo>
                    <a:pt x="9188" y="9570"/>
                    <a:pt x="10462" y="8724"/>
                    <a:pt x="13141" y="6557"/>
                  </a:cubicBezTo>
                  <a:cubicBezTo>
                    <a:pt x="15820" y="4379"/>
                    <a:pt x="16082" y="735"/>
                    <a:pt x="16082" y="735"/>
                  </a:cubicBezTo>
                  <a:lnTo>
                    <a:pt x="16082" y="735"/>
                  </a:lnTo>
                  <a:cubicBezTo>
                    <a:pt x="15394" y="1695"/>
                    <a:pt x="13549" y="3294"/>
                    <a:pt x="11894" y="3294"/>
                  </a:cubicBezTo>
                  <a:cubicBezTo>
                    <a:pt x="11372" y="3294"/>
                    <a:pt x="10869" y="3135"/>
                    <a:pt x="10426" y="2747"/>
                  </a:cubicBezTo>
                  <a:cubicBezTo>
                    <a:pt x="9496" y="1926"/>
                    <a:pt x="9035" y="1527"/>
                    <a:pt x="8522" y="1527"/>
                  </a:cubicBezTo>
                  <a:cubicBezTo>
                    <a:pt x="8016" y="1527"/>
                    <a:pt x="7459" y="1914"/>
                    <a:pt x="6354" y="2664"/>
                  </a:cubicBezTo>
                  <a:cubicBezTo>
                    <a:pt x="5759" y="3071"/>
                    <a:pt x="5130" y="3239"/>
                    <a:pt x="4511" y="3239"/>
                  </a:cubicBezTo>
                  <a:cubicBezTo>
                    <a:pt x="2812" y="3239"/>
                    <a:pt x="1179" y="1982"/>
                    <a:pt x="473" y="961"/>
                  </a:cubicBezTo>
                  <a:cubicBezTo>
                    <a:pt x="473" y="961"/>
                    <a:pt x="146"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8"/>
            <p:cNvSpPr/>
            <p:nvPr/>
          </p:nvSpPr>
          <p:spPr>
            <a:xfrm>
              <a:off x="2004183" y="2745807"/>
              <a:ext cx="51404" cy="251567"/>
            </a:xfrm>
            <a:custGeom>
              <a:avLst/>
              <a:gdLst/>
              <a:ahLst/>
              <a:cxnLst/>
              <a:rect l="l" t="t" r="r" b="b"/>
              <a:pathLst>
                <a:path w="1263" h="6181" fill="none" extrusionOk="0">
                  <a:moveTo>
                    <a:pt x="1" y="1"/>
                  </a:moveTo>
                  <a:cubicBezTo>
                    <a:pt x="25" y="2025"/>
                    <a:pt x="775" y="4097"/>
                    <a:pt x="1263" y="6180"/>
                  </a:cubicBezTo>
                </a:path>
              </a:pathLst>
            </a:custGeom>
            <a:noFill/>
            <a:ln w="387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8"/>
            <p:cNvSpPr/>
            <p:nvPr/>
          </p:nvSpPr>
          <p:spPr>
            <a:xfrm>
              <a:off x="2428683" y="2748249"/>
              <a:ext cx="83394" cy="379446"/>
            </a:xfrm>
            <a:custGeom>
              <a:avLst/>
              <a:gdLst/>
              <a:ahLst/>
              <a:cxnLst/>
              <a:rect l="l" t="t" r="r" b="b"/>
              <a:pathLst>
                <a:path w="2049" h="9323" fill="none" extrusionOk="0">
                  <a:moveTo>
                    <a:pt x="2049" y="0"/>
                  </a:moveTo>
                  <a:cubicBezTo>
                    <a:pt x="1799" y="1489"/>
                    <a:pt x="775" y="2727"/>
                    <a:pt x="418" y="4251"/>
                  </a:cubicBezTo>
                  <a:cubicBezTo>
                    <a:pt x="1" y="6037"/>
                    <a:pt x="287" y="7561"/>
                    <a:pt x="656" y="9323"/>
                  </a:cubicBezTo>
                </a:path>
              </a:pathLst>
            </a:custGeom>
            <a:noFill/>
            <a:ln w="387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8"/>
            <p:cNvSpPr/>
            <p:nvPr/>
          </p:nvSpPr>
          <p:spPr>
            <a:xfrm>
              <a:off x="2445166" y="3074374"/>
              <a:ext cx="10704" cy="53317"/>
            </a:xfrm>
            <a:custGeom>
              <a:avLst/>
              <a:gdLst/>
              <a:ahLst/>
              <a:cxnLst/>
              <a:rect l="l" t="t" r="r" b="b"/>
              <a:pathLst>
                <a:path w="263" h="1310" fill="none" extrusionOk="0">
                  <a:moveTo>
                    <a:pt x="1" y="0"/>
                  </a:moveTo>
                  <a:lnTo>
                    <a:pt x="263" y="1310"/>
                  </a:lnTo>
                </a:path>
              </a:pathLst>
            </a:custGeom>
            <a:noFill/>
            <a:ln w="7450"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8"/>
            <p:cNvSpPr/>
            <p:nvPr/>
          </p:nvSpPr>
          <p:spPr>
            <a:xfrm>
              <a:off x="1893723" y="1701334"/>
              <a:ext cx="707040" cy="741188"/>
            </a:xfrm>
            <a:custGeom>
              <a:avLst/>
              <a:gdLst/>
              <a:ahLst/>
              <a:cxnLst/>
              <a:rect l="l" t="t" r="r" b="b"/>
              <a:pathLst>
                <a:path w="17372" h="18211" extrusionOk="0">
                  <a:moveTo>
                    <a:pt x="9314" y="1"/>
                  </a:moveTo>
                  <a:cubicBezTo>
                    <a:pt x="8798" y="1"/>
                    <a:pt x="524" y="4459"/>
                    <a:pt x="524" y="4459"/>
                  </a:cubicBezTo>
                  <a:cubicBezTo>
                    <a:pt x="524" y="4459"/>
                    <a:pt x="0" y="11793"/>
                    <a:pt x="96" y="12662"/>
                  </a:cubicBezTo>
                  <a:cubicBezTo>
                    <a:pt x="179" y="13520"/>
                    <a:pt x="941" y="15936"/>
                    <a:pt x="941" y="15936"/>
                  </a:cubicBezTo>
                  <a:lnTo>
                    <a:pt x="4287" y="17949"/>
                  </a:lnTo>
                  <a:cubicBezTo>
                    <a:pt x="3441" y="15603"/>
                    <a:pt x="2441" y="7376"/>
                    <a:pt x="6144" y="6102"/>
                  </a:cubicBezTo>
                  <a:cubicBezTo>
                    <a:pt x="7364" y="5677"/>
                    <a:pt x="8416" y="5507"/>
                    <a:pt x="9321" y="5507"/>
                  </a:cubicBezTo>
                  <a:cubicBezTo>
                    <a:pt x="11179" y="5507"/>
                    <a:pt x="12415" y="6223"/>
                    <a:pt x="13216" y="6912"/>
                  </a:cubicBezTo>
                  <a:cubicBezTo>
                    <a:pt x="14395" y="7924"/>
                    <a:pt x="13883" y="15817"/>
                    <a:pt x="12919" y="18211"/>
                  </a:cubicBezTo>
                  <a:lnTo>
                    <a:pt x="16955" y="15044"/>
                  </a:lnTo>
                  <a:lnTo>
                    <a:pt x="17372" y="3887"/>
                  </a:lnTo>
                  <a:cubicBezTo>
                    <a:pt x="17372" y="3887"/>
                    <a:pt x="9537" y="185"/>
                    <a:pt x="9335" y="6"/>
                  </a:cubicBezTo>
                  <a:cubicBezTo>
                    <a:pt x="9331" y="3"/>
                    <a:pt x="9324" y="1"/>
                    <a:pt x="931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8"/>
            <p:cNvSpPr/>
            <p:nvPr/>
          </p:nvSpPr>
          <p:spPr>
            <a:xfrm>
              <a:off x="1790996" y="1390959"/>
              <a:ext cx="944973" cy="1381073"/>
            </a:xfrm>
            <a:custGeom>
              <a:avLst/>
              <a:gdLst/>
              <a:ahLst/>
              <a:cxnLst/>
              <a:rect l="l" t="t" r="r" b="b"/>
              <a:pathLst>
                <a:path w="23218" h="33933" extrusionOk="0">
                  <a:moveTo>
                    <a:pt x="11514" y="0"/>
                  </a:moveTo>
                  <a:cubicBezTo>
                    <a:pt x="10180" y="0"/>
                    <a:pt x="1608" y="5453"/>
                    <a:pt x="786" y="12252"/>
                  </a:cubicBezTo>
                  <a:cubicBezTo>
                    <a:pt x="0" y="19050"/>
                    <a:pt x="1786" y="27492"/>
                    <a:pt x="4763" y="33933"/>
                  </a:cubicBezTo>
                  <a:lnTo>
                    <a:pt x="5775" y="33933"/>
                  </a:lnTo>
                  <a:cubicBezTo>
                    <a:pt x="5775" y="33933"/>
                    <a:pt x="4024" y="21324"/>
                    <a:pt x="4477" y="16240"/>
                  </a:cubicBezTo>
                  <a:cubicBezTo>
                    <a:pt x="4882" y="11525"/>
                    <a:pt x="9085" y="10704"/>
                    <a:pt x="11871" y="10704"/>
                  </a:cubicBezTo>
                  <a:cubicBezTo>
                    <a:pt x="14657" y="10704"/>
                    <a:pt x="17764" y="11525"/>
                    <a:pt x="18312" y="15538"/>
                  </a:cubicBezTo>
                  <a:cubicBezTo>
                    <a:pt x="18883" y="19741"/>
                    <a:pt x="16943" y="33576"/>
                    <a:pt x="16943" y="33576"/>
                  </a:cubicBezTo>
                  <a:lnTo>
                    <a:pt x="18967" y="33933"/>
                  </a:lnTo>
                  <a:cubicBezTo>
                    <a:pt x="21277" y="27396"/>
                    <a:pt x="23217" y="17752"/>
                    <a:pt x="22205" y="12156"/>
                  </a:cubicBezTo>
                  <a:cubicBezTo>
                    <a:pt x="21134" y="6263"/>
                    <a:pt x="12859" y="0"/>
                    <a:pt x="115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8"/>
            <p:cNvSpPr/>
            <p:nvPr/>
          </p:nvSpPr>
          <p:spPr>
            <a:xfrm>
              <a:off x="1301539" y="3226997"/>
              <a:ext cx="1885590" cy="1256083"/>
            </a:xfrm>
            <a:custGeom>
              <a:avLst/>
              <a:gdLst/>
              <a:ahLst/>
              <a:cxnLst/>
              <a:rect l="l" t="t" r="r" b="b"/>
              <a:pathLst>
                <a:path w="46329" h="30862" extrusionOk="0">
                  <a:moveTo>
                    <a:pt x="441" y="1"/>
                  </a:moveTo>
                  <a:cubicBezTo>
                    <a:pt x="203" y="1"/>
                    <a:pt x="1" y="191"/>
                    <a:pt x="1" y="441"/>
                  </a:cubicBezTo>
                  <a:lnTo>
                    <a:pt x="1" y="30421"/>
                  </a:lnTo>
                  <a:cubicBezTo>
                    <a:pt x="1" y="30671"/>
                    <a:pt x="203" y="30862"/>
                    <a:pt x="441" y="30862"/>
                  </a:cubicBezTo>
                  <a:lnTo>
                    <a:pt x="45876" y="30862"/>
                  </a:lnTo>
                  <a:cubicBezTo>
                    <a:pt x="46138" y="30862"/>
                    <a:pt x="46328" y="30671"/>
                    <a:pt x="46328" y="30421"/>
                  </a:cubicBezTo>
                  <a:lnTo>
                    <a:pt x="46328" y="441"/>
                  </a:lnTo>
                  <a:cubicBezTo>
                    <a:pt x="46328" y="191"/>
                    <a:pt x="46138" y="1"/>
                    <a:pt x="45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8"/>
            <p:cNvSpPr/>
            <p:nvPr/>
          </p:nvSpPr>
          <p:spPr>
            <a:xfrm>
              <a:off x="1092220" y="3508638"/>
              <a:ext cx="330525" cy="521367"/>
            </a:xfrm>
            <a:custGeom>
              <a:avLst/>
              <a:gdLst/>
              <a:ahLst/>
              <a:cxnLst/>
              <a:rect l="l" t="t" r="r" b="b"/>
              <a:pathLst>
                <a:path w="8121" h="12810" extrusionOk="0">
                  <a:moveTo>
                    <a:pt x="3652" y="0"/>
                  </a:moveTo>
                  <a:cubicBezTo>
                    <a:pt x="2300" y="0"/>
                    <a:pt x="1546" y="755"/>
                    <a:pt x="2001" y="2010"/>
                  </a:cubicBezTo>
                  <a:cubicBezTo>
                    <a:pt x="1882" y="2427"/>
                    <a:pt x="286" y="3380"/>
                    <a:pt x="1310" y="4404"/>
                  </a:cubicBezTo>
                  <a:cubicBezTo>
                    <a:pt x="1191" y="4701"/>
                    <a:pt x="0" y="5225"/>
                    <a:pt x="893" y="7035"/>
                  </a:cubicBezTo>
                  <a:cubicBezTo>
                    <a:pt x="393" y="8095"/>
                    <a:pt x="691" y="8976"/>
                    <a:pt x="1691" y="9749"/>
                  </a:cubicBezTo>
                  <a:cubicBezTo>
                    <a:pt x="2120" y="10071"/>
                    <a:pt x="2501" y="10952"/>
                    <a:pt x="3679" y="11952"/>
                  </a:cubicBezTo>
                  <a:cubicBezTo>
                    <a:pt x="4287" y="12476"/>
                    <a:pt x="5144" y="12809"/>
                    <a:pt x="5144" y="12809"/>
                  </a:cubicBezTo>
                  <a:lnTo>
                    <a:pt x="5120" y="8785"/>
                  </a:lnTo>
                  <a:cubicBezTo>
                    <a:pt x="6489" y="8726"/>
                    <a:pt x="7299" y="8404"/>
                    <a:pt x="7501" y="7630"/>
                  </a:cubicBezTo>
                  <a:cubicBezTo>
                    <a:pt x="7501" y="6928"/>
                    <a:pt x="5703" y="6975"/>
                    <a:pt x="5739" y="6904"/>
                  </a:cubicBezTo>
                  <a:cubicBezTo>
                    <a:pt x="6192" y="6785"/>
                    <a:pt x="7561" y="6975"/>
                    <a:pt x="7906" y="5785"/>
                  </a:cubicBezTo>
                  <a:cubicBezTo>
                    <a:pt x="8120" y="4916"/>
                    <a:pt x="6037" y="4749"/>
                    <a:pt x="5263" y="4701"/>
                  </a:cubicBezTo>
                  <a:cubicBezTo>
                    <a:pt x="5261" y="4696"/>
                    <a:pt x="5270" y="4694"/>
                    <a:pt x="5290" y="4694"/>
                  </a:cubicBezTo>
                  <a:cubicBezTo>
                    <a:pt x="5391" y="4694"/>
                    <a:pt x="5768" y="4752"/>
                    <a:pt x="6197" y="4752"/>
                  </a:cubicBezTo>
                  <a:cubicBezTo>
                    <a:pt x="6667" y="4752"/>
                    <a:pt x="7199" y="4683"/>
                    <a:pt x="7501" y="4392"/>
                  </a:cubicBezTo>
                  <a:cubicBezTo>
                    <a:pt x="7918" y="3999"/>
                    <a:pt x="7906" y="3451"/>
                    <a:pt x="7608" y="3106"/>
                  </a:cubicBezTo>
                  <a:cubicBezTo>
                    <a:pt x="7311" y="2772"/>
                    <a:pt x="5322" y="2332"/>
                    <a:pt x="5287" y="2272"/>
                  </a:cubicBezTo>
                  <a:cubicBezTo>
                    <a:pt x="5600" y="2272"/>
                    <a:pt x="5914" y="2323"/>
                    <a:pt x="6163" y="2323"/>
                  </a:cubicBezTo>
                  <a:cubicBezTo>
                    <a:pt x="6367" y="2323"/>
                    <a:pt x="6528" y="2289"/>
                    <a:pt x="6608" y="2165"/>
                  </a:cubicBezTo>
                  <a:cubicBezTo>
                    <a:pt x="7251" y="1237"/>
                    <a:pt x="6037" y="498"/>
                    <a:pt x="5061" y="224"/>
                  </a:cubicBezTo>
                  <a:cubicBezTo>
                    <a:pt x="4546" y="73"/>
                    <a:pt x="4071" y="0"/>
                    <a:pt x="36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8"/>
            <p:cNvSpPr/>
            <p:nvPr/>
          </p:nvSpPr>
          <p:spPr>
            <a:xfrm>
              <a:off x="1215296" y="3585520"/>
              <a:ext cx="92104" cy="15629"/>
            </a:xfrm>
            <a:custGeom>
              <a:avLst/>
              <a:gdLst/>
              <a:ahLst/>
              <a:cxnLst/>
              <a:rect l="l" t="t" r="r" b="b"/>
              <a:pathLst>
                <a:path w="2263" h="384" extrusionOk="0">
                  <a:moveTo>
                    <a:pt x="146" y="1"/>
                  </a:moveTo>
                  <a:cubicBezTo>
                    <a:pt x="54" y="1"/>
                    <a:pt x="1" y="2"/>
                    <a:pt x="1" y="2"/>
                  </a:cubicBezTo>
                  <a:lnTo>
                    <a:pt x="2263" y="383"/>
                  </a:lnTo>
                  <a:cubicBezTo>
                    <a:pt x="1737" y="33"/>
                    <a:pt x="557"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8"/>
            <p:cNvSpPr/>
            <p:nvPr/>
          </p:nvSpPr>
          <p:spPr>
            <a:xfrm>
              <a:off x="1192993" y="3686821"/>
              <a:ext cx="138665" cy="15100"/>
            </a:xfrm>
            <a:custGeom>
              <a:avLst/>
              <a:gdLst/>
              <a:ahLst/>
              <a:cxnLst/>
              <a:rect l="l" t="t" r="r" b="b"/>
              <a:pathLst>
                <a:path w="3407" h="371" extrusionOk="0">
                  <a:moveTo>
                    <a:pt x="225" y="0"/>
                  </a:moveTo>
                  <a:cubicBezTo>
                    <a:pt x="84" y="0"/>
                    <a:pt x="1" y="2"/>
                    <a:pt x="1" y="2"/>
                  </a:cubicBezTo>
                  <a:lnTo>
                    <a:pt x="3406" y="371"/>
                  </a:lnTo>
                  <a:cubicBezTo>
                    <a:pt x="2582" y="32"/>
                    <a:pt x="844" y="0"/>
                    <a:pt x="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8"/>
            <p:cNvSpPr/>
            <p:nvPr/>
          </p:nvSpPr>
          <p:spPr>
            <a:xfrm>
              <a:off x="1178951" y="3781610"/>
              <a:ext cx="146886" cy="8018"/>
            </a:xfrm>
            <a:custGeom>
              <a:avLst/>
              <a:gdLst/>
              <a:ahLst/>
              <a:cxnLst/>
              <a:rect l="l" t="t" r="r" b="b"/>
              <a:pathLst>
                <a:path w="3609" h="197" extrusionOk="0">
                  <a:moveTo>
                    <a:pt x="1526" y="0"/>
                  </a:moveTo>
                  <a:cubicBezTo>
                    <a:pt x="994" y="0"/>
                    <a:pt x="447" y="47"/>
                    <a:pt x="1" y="185"/>
                  </a:cubicBezTo>
                  <a:lnTo>
                    <a:pt x="3608" y="197"/>
                  </a:lnTo>
                  <a:cubicBezTo>
                    <a:pt x="3608" y="189"/>
                    <a:pt x="2598" y="0"/>
                    <a:pt x="15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8"/>
            <p:cNvSpPr/>
            <p:nvPr/>
          </p:nvSpPr>
          <p:spPr>
            <a:xfrm>
              <a:off x="1164910" y="3863742"/>
              <a:ext cx="135734" cy="15873"/>
            </a:xfrm>
            <a:custGeom>
              <a:avLst/>
              <a:gdLst/>
              <a:ahLst/>
              <a:cxnLst/>
              <a:rect l="l" t="t" r="r" b="b"/>
              <a:pathLst>
                <a:path w="3335" h="390" extrusionOk="0">
                  <a:moveTo>
                    <a:pt x="0" y="1"/>
                  </a:moveTo>
                  <a:cubicBezTo>
                    <a:pt x="0" y="1"/>
                    <a:pt x="1606" y="389"/>
                    <a:pt x="3007" y="389"/>
                  </a:cubicBezTo>
                  <a:cubicBezTo>
                    <a:pt x="3118" y="389"/>
                    <a:pt x="3227" y="387"/>
                    <a:pt x="3334" y="382"/>
                  </a:cubicBezTo>
                  <a:lnTo>
                    <a:pt x="3334" y="60"/>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8"/>
            <p:cNvSpPr/>
            <p:nvPr/>
          </p:nvSpPr>
          <p:spPr>
            <a:xfrm>
              <a:off x="2600721" y="4533413"/>
              <a:ext cx="364428" cy="137485"/>
            </a:xfrm>
            <a:custGeom>
              <a:avLst/>
              <a:gdLst/>
              <a:ahLst/>
              <a:cxnLst/>
              <a:rect l="l" t="t" r="r" b="b"/>
              <a:pathLst>
                <a:path w="8954" h="3378" extrusionOk="0">
                  <a:moveTo>
                    <a:pt x="1" y="1"/>
                  </a:moveTo>
                  <a:cubicBezTo>
                    <a:pt x="485" y="1874"/>
                    <a:pt x="2565" y="3377"/>
                    <a:pt x="4873" y="3377"/>
                  </a:cubicBezTo>
                  <a:cubicBezTo>
                    <a:pt x="6249" y="3377"/>
                    <a:pt x="7705" y="2844"/>
                    <a:pt x="8954" y="1537"/>
                  </a:cubicBezTo>
                  <a:lnTo>
                    <a:pt x="76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8"/>
            <p:cNvSpPr/>
            <p:nvPr/>
          </p:nvSpPr>
          <p:spPr>
            <a:xfrm>
              <a:off x="2649683" y="4533413"/>
              <a:ext cx="474928" cy="92877"/>
            </a:xfrm>
            <a:custGeom>
              <a:avLst/>
              <a:gdLst/>
              <a:ahLst/>
              <a:cxnLst/>
              <a:rect l="l" t="t" r="r" b="b"/>
              <a:pathLst>
                <a:path w="11669" h="2282" extrusionOk="0">
                  <a:moveTo>
                    <a:pt x="0" y="1"/>
                  </a:moveTo>
                  <a:cubicBezTo>
                    <a:pt x="0" y="1"/>
                    <a:pt x="429" y="1084"/>
                    <a:pt x="1834" y="1287"/>
                  </a:cubicBezTo>
                  <a:cubicBezTo>
                    <a:pt x="1834" y="1287"/>
                    <a:pt x="2152" y="2282"/>
                    <a:pt x="5073" y="2282"/>
                  </a:cubicBezTo>
                  <a:cubicBezTo>
                    <a:pt x="5299" y="2282"/>
                    <a:pt x="5540" y="2276"/>
                    <a:pt x="5798" y="2263"/>
                  </a:cubicBezTo>
                  <a:cubicBezTo>
                    <a:pt x="7549" y="2180"/>
                    <a:pt x="7977" y="2096"/>
                    <a:pt x="9180" y="1442"/>
                  </a:cubicBezTo>
                  <a:cubicBezTo>
                    <a:pt x="11668" y="1132"/>
                    <a:pt x="11001" y="1"/>
                    <a:pt x="11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8"/>
            <p:cNvSpPr/>
            <p:nvPr/>
          </p:nvSpPr>
          <p:spPr>
            <a:xfrm>
              <a:off x="2043946" y="2952235"/>
              <a:ext cx="11640" cy="45625"/>
            </a:xfrm>
            <a:custGeom>
              <a:avLst/>
              <a:gdLst/>
              <a:ahLst/>
              <a:cxnLst/>
              <a:rect l="l" t="t" r="r" b="b"/>
              <a:pathLst>
                <a:path w="286" h="1121" fill="none" extrusionOk="0">
                  <a:moveTo>
                    <a:pt x="286" y="1120"/>
                  </a:moveTo>
                  <a:lnTo>
                    <a:pt x="0" y="1"/>
                  </a:lnTo>
                </a:path>
              </a:pathLst>
            </a:custGeom>
            <a:noFill/>
            <a:ln w="7450"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8"/>
            <p:cNvSpPr/>
            <p:nvPr/>
          </p:nvSpPr>
          <p:spPr>
            <a:xfrm>
              <a:off x="1964459" y="3547873"/>
              <a:ext cx="589784" cy="661416"/>
            </a:xfrm>
            <a:custGeom>
              <a:avLst/>
              <a:gdLst/>
              <a:ahLst/>
              <a:cxnLst/>
              <a:rect l="l" t="t" r="r" b="b"/>
              <a:pathLst>
                <a:path w="14491" h="16251" extrusionOk="0">
                  <a:moveTo>
                    <a:pt x="7267" y="0"/>
                  </a:moveTo>
                  <a:cubicBezTo>
                    <a:pt x="7222" y="0"/>
                    <a:pt x="7177" y="12"/>
                    <a:pt x="7132" y="34"/>
                  </a:cubicBezTo>
                  <a:cubicBezTo>
                    <a:pt x="4947" y="1375"/>
                    <a:pt x="2774" y="1583"/>
                    <a:pt x="1592" y="1583"/>
                  </a:cubicBezTo>
                  <a:cubicBezTo>
                    <a:pt x="1557" y="1583"/>
                    <a:pt x="1522" y="1583"/>
                    <a:pt x="1489" y="1582"/>
                  </a:cubicBezTo>
                  <a:cubicBezTo>
                    <a:pt x="894" y="1558"/>
                    <a:pt x="524" y="1499"/>
                    <a:pt x="524" y="1499"/>
                  </a:cubicBezTo>
                  <a:cubicBezTo>
                    <a:pt x="508" y="1496"/>
                    <a:pt x="491" y="1495"/>
                    <a:pt x="474" y="1495"/>
                  </a:cubicBezTo>
                  <a:cubicBezTo>
                    <a:pt x="420" y="1495"/>
                    <a:pt x="368" y="1510"/>
                    <a:pt x="322" y="1546"/>
                  </a:cubicBezTo>
                  <a:cubicBezTo>
                    <a:pt x="263" y="1594"/>
                    <a:pt x="227" y="1666"/>
                    <a:pt x="227" y="1725"/>
                  </a:cubicBezTo>
                  <a:cubicBezTo>
                    <a:pt x="227" y="1773"/>
                    <a:pt x="1" y="6535"/>
                    <a:pt x="2680" y="11417"/>
                  </a:cubicBezTo>
                  <a:cubicBezTo>
                    <a:pt x="3513" y="12953"/>
                    <a:pt x="4846" y="14429"/>
                    <a:pt x="6942" y="16191"/>
                  </a:cubicBezTo>
                  <a:cubicBezTo>
                    <a:pt x="6990" y="16239"/>
                    <a:pt x="7049" y="16251"/>
                    <a:pt x="7109" y="16251"/>
                  </a:cubicBezTo>
                  <a:cubicBezTo>
                    <a:pt x="7168" y="16251"/>
                    <a:pt x="7204" y="16239"/>
                    <a:pt x="7263" y="16191"/>
                  </a:cubicBezTo>
                  <a:cubicBezTo>
                    <a:pt x="9276" y="14679"/>
                    <a:pt x="10692" y="13203"/>
                    <a:pt x="11585" y="11702"/>
                  </a:cubicBezTo>
                  <a:cubicBezTo>
                    <a:pt x="14431" y="6940"/>
                    <a:pt x="14491" y="2058"/>
                    <a:pt x="14491" y="1999"/>
                  </a:cubicBezTo>
                  <a:cubicBezTo>
                    <a:pt x="14491" y="1927"/>
                    <a:pt x="14455" y="1844"/>
                    <a:pt x="14395" y="1808"/>
                  </a:cubicBezTo>
                  <a:cubicBezTo>
                    <a:pt x="14349" y="1771"/>
                    <a:pt x="14302" y="1741"/>
                    <a:pt x="14250" y="1741"/>
                  </a:cubicBezTo>
                  <a:cubicBezTo>
                    <a:pt x="14236" y="1741"/>
                    <a:pt x="14220" y="1744"/>
                    <a:pt x="14205" y="1749"/>
                  </a:cubicBezTo>
                  <a:cubicBezTo>
                    <a:pt x="14205" y="1749"/>
                    <a:pt x="13776" y="1785"/>
                    <a:pt x="13121" y="1785"/>
                  </a:cubicBezTo>
                  <a:cubicBezTo>
                    <a:pt x="11871" y="1773"/>
                    <a:pt x="9454" y="1511"/>
                    <a:pt x="7418" y="46"/>
                  </a:cubicBezTo>
                  <a:cubicBezTo>
                    <a:pt x="7368" y="15"/>
                    <a:pt x="7318" y="0"/>
                    <a:pt x="72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8"/>
            <p:cNvSpPr/>
            <p:nvPr/>
          </p:nvSpPr>
          <p:spPr>
            <a:xfrm>
              <a:off x="2223718" y="3729027"/>
              <a:ext cx="79528" cy="306797"/>
            </a:xfrm>
            <a:custGeom>
              <a:avLst/>
              <a:gdLst/>
              <a:ahLst/>
              <a:cxnLst/>
              <a:rect l="l" t="t" r="r" b="b"/>
              <a:pathLst>
                <a:path w="1954" h="7538" extrusionOk="0">
                  <a:moveTo>
                    <a:pt x="120" y="1"/>
                  </a:moveTo>
                  <a:lnTo>
                    <a:pt x="477" y="4799"/>
                  </a:lnTo>
                  <a:lnTo>
                    <a:pt x="1548" y="4799"/>
                  </a:lnTo>
                  <a:lnTo>
                    <a:pt x="1905" y="1"/>
                  </a:lnTo>
                  <a:close/>
                  <a:moveTo>
                    <a:pt x="1001" y="5585"/>
                  </a:moveTo>
                  <a:cubicBezTo>
                    <a:pt x="453" y="5585"/>
                    <a:pt x="0" y="6025"/>
                    <a:pt x="0" y="6537"/>
                  </a:cubicBezTo>
                  <a:cubicBezTo>
                    <a:pt x="0" y="7078"/>
                    <a:pt x="430" y="7537"/>
                    <a:pt x="980" y="7537"/>
                  </a:cubicBezTo>
                  <a:cubicBezTo>
                    <a:pt x="987" y="7537"/>
                    <a:pt x="994" y="7537"/>
                    <a:pt x="1001" y="7537"/>
                  </a:cubicBezTo>
                  <a:cubicBezTo>
                    <a:pt x="1524" y="7537"/>
                    <a:pt x="1953" y="7085"/>
                    <a:pt x="1953" y="6537"/>
                  </a:cubicBezTo>
                  <a:cubicBezTo>
                    <a:pt x="1953" y="6025"/>
                    <a:pt x="1524" y="5585"/>
                    <a:pt x="1001" y="5585"/>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8"/>
            <p:cNvSpPr/>
            <p:nvPr/>
          </p:nvSpPr>
          <p:spPr>
            <a:xfrm>
              <a:off x="2632711" y="2657611"/>
              <a:ext cx="401750" cy="366422"/>
            </a:xfrm>
            <a:custGeom>
              <a:avLst/>
              <a:gdLst/>
              <a:ahLst/>
              <a:cxnLst/>
              <a:rect l="l" t="t" r="r" b="b"/>
              <a:pathLst>
                <a:path w="9871" h="9003" extrusionOk="0">
                  <a:moveTo>
                    <a:pt x="7620" y="1"/>
                  </a:moveTo>
                  <a:cubicBezTo>
                    <a:pt x="6382" y="1"/>
                    <a:pt x="5394" y="1001"/>
                    <a:pt x="5394" y="2227"/>
                  </a:cubicBezTo>
                  <a:cubicBezTo>
                    <a:pt x="5394" y="2739"/>
                    <a:pt x="5572" y="3216"/>
                    <a:pt x="5846" y="3585"/>
                  </a:cubicBezTo>
                  <a:lnTo>
                    <a:pt x="2334" y="6621"/>
                  </a:lnTo>
                  <a:cubicBezTo>
                    <a:pt x="2084" y="6383"/>
                    <a:pt x="1762" y="6228"/>
                    <a:pt x="1381" y="6228"/>
                  </a:cubicBezTo>
                  <a:cubicBezTo>
                    <a:pt x="631" y="6228"/>
                    <a:pt x="0" y="6859"/>
                    <a:pt x="0" y="7621"/>
                  </a:cubicBezTo>
                  <a:cubicBezTo>
                    <a:pt x="0" y="8371"/>
                    <a:pt x="631" y="9002"/>
                    <a:pt x="1381" y="9002"/>
                  </a:cubicBezTo>
                  <a:cubicBezTo>
                    <a:pt x="2143" y="9002"/>
                    <a:pt x="2774" y="8371"/>
                    <a:pt x="2774" y="7621"/>
                  </a:cubicBezTo>
                  <a:cubicBezTo>
                    <a:pt x="2774" y="7323"/>
                    <a:pt x="2667" y="7038"/>
                    <a:pt x="2513" y="6811"/>
                  </a:cubicBezTo>
                  <a:lnTo>
                    <a:pt x="6025" y="3775"/>
                  </a:lnTo>
                  <a:cubicBezTo>
                    <a:pt x="6430" y="4192"/>
                    <a:pt x="7001" y="4466"/>
                    <a:pt x="7632" y="4466"/>
                  </a:cubicBezTo>
                  <a:cubicBezTo>
                    <a:pt x="8870" y="4466"/>
                    <a:pt x="9871" y="3466"/>
                    <a:pt x="9871" y="2227"/>
                  </a:cubicBezTo>
                  <a:cubicBezTo>
                    <a:pt x="9835" y="1001"/>
                    <a:pt x="8847" y="1"/>
                    <a:pt x="76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8"/>
            <p:cNvSpPr/>
            <p:nvPr/>
          </p:nvSpPr>
          <p:spPr>
            <a:xfrm>
              <a:off x="2264418" y="4879399"/>
              <a:ext cx="914936" cy="109564"/>
            </a:xfrm>
            <a:custGeom>
              <a:avLst/>
              <a:gdLst/>
              <a:ahLst/>
              <a:cxnLst/>
              <a:rect l="l" t="t" r="r" b="b"/>
              <a:pathLst>
                <a:path w="22480" h="2692" extrusionOk="0">
                  <a:moveTo>
                    <a:pt x="1" y="1"/>
                  </a:moveTo>
                  <a:lnTo>
                    <a:pt x="1" y="2692"/>
                  </a:lnTo>
                  <a:lnTo>
                    <a:pt x="22480" y="2692"/>
                  </a:lnTo>
                  <a:lnTo>
                    <a:pt x="22480" y="1"/>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8"/>
            <p:cNvSpPr/>
            <p:nvPr/>
          </p:nvSpPr>
          <p:spPr>
            <a:xfrm>
              <a:off x="2434014" y="5036907"/>
              <a:ext cx="745828" cy="54294"/>
            </a:xfrm>
            <a:custGeom>
              <a:avLst/>
              <a:gdLst/>
              <a:ahLst/>
              <a:cxnLst/>
              <a:rect l="l" t="t" r="r" b="b"/>
              <a:pathLst>
                <a:path w="18325" h="1334" extrusionOk="0">
                  <a:moveTo>
                    <a:pt x="1" y="1"/>
                  </a:moveTo>
                  <a:lnTo>
                    <a:pt x="1" y="1334"/>
                  </a:lnTo>
                  <a:lnTo>
                    <a:pt x="18324" y="1334"/>
                  </a:lnTo>
                  <a:lnTo>
                    <a:pt x="18324" y="1"/>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8"/>
            <p:cNvSpPr/>
            <p:nvPr/>
          </p:nvSpPr>
          <p:spPr>
            <a:xfrm>
              <a:off x="2434014" y="5126079"/>
              <a:ext cx="745828" cy="54294"/>
            </a:xfrm>
            <a:custGeom>
              <a:avLst/>
              <a:gdLst/>
              <a:ahLst/>
              <a:cxnLst/>
              <a:rect l="l" t="t" r="r" b="b"/>
              <a:pathLst>
                <a:path w="18325" h="1334" extrusionOk="0">
                  <a:moveTo>
                    <a:pt x="1" y="0"/>
                  </a:moveTo>
                  <a:lnTo>
                    <a:pt x="1" y="1334"/>
                  </a:lnTo>
                  <a:lnTo>
                    <a:pt x="18324" y="1334"/>
                  </a:lnTo>
                  <a:lnTo>
                    <a:pt x="18324"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8"/>
            <p:cNvSpPr/>
            <p:nvPr/>
          </p:nvSpPr>
          <p:spPr>
            <a:xfrm>
              <a:off x="2689895" y="5214764"/>
              <a:ext cx="489947" cy="54782"/>
            </a:xfrm>
            <a:custGeom>
              <a:avLst/>
              <a:gdLst/>
              <a:ahLst/>
              <a:cxnLst/>
              <a:rect l="l" t="t" r="r" b="b"/>
              <a:pathLst>
                <a:path w="12038" h="1346" extrusionOk="0">
                  <a:moveTo>
                    <a:pt x="0" y="0"/>
                  </a:moveTo>
                  <a:lnTo>
                    <a:pt x="0" y="1345"/>
                  </a:lnTo>
                  <a:lnTo>
                    <a:pt x="12037" y="1345"/>
                  </a:lnTo>
                  <a:lnTo>
                    <a:pt x="12037" y="0"/>
                  </a:lnTo>
                  <a:close/>
                </a:path>
              </a:pathLst>
            </a:custGeom>
            <a:solidFill>
              <a:srgbClr val="E2E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8"/>
            <p:cNvSpPr/>
            <p:nvPr/>
          </p:nvSpPr>
          <p:spPr>
            <a:xfrm>
              <a:off x="2894859" y="2508365"/>
              <a:ext cx="94546" cy="94546"/>
            </a:xfrm>
            <a:custGeom>
              <a:avLst/>
              <a:gdLst/>
              <a:ahLst/>
              <a:cxnLst/>
              <a:rect l="l" t="t" r="r" b="b"/>
              <a:pathLst>
                <a:path w="2323" h="2323" extrusionOk="0">
                  <a:moveTo>
                    <a:pt x="1167" y="1"/>
                  </a:moveTo>
                  <a:cubicBezTo>
                    <a:pt x="524" y="1"/>
                    <a:pt x="1" y="525"/>
                    <a:pt x="1" y="1168"/>
                  </a:cubicBezTo>
                  <a:cubicBezTo>
                    <a:pt x="1" y="1811"/>
                    <a:pt x="524" y="2323"/>
                    <a:pt x="1167" y="2323"/>
                  </a:cubicBezTo>
                  <a:cubicBezTo>
                    <a:pt x="1810" y="2323"/>
                    <a:pt x="2322" y="1811"/>
                    <a:pt x="2322" y="1168"/>
                  </a:cubicBezTo>
                  <a:cubicBezTo>
                    <a:pt x="2322" y="525"/>
                    <a:pt x="1810" y="1"/>
                    <a:pt x="1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8"/>
            <p:cNvSpPr/>
            <p:nvPr/>
          </p:nvSpPr>
          <p:spPr>
            <a:xfrm>
              <a:off x="-1006072" y="1271750"/>
              <a:ext cx="486039" cy="429385"/>
            </a:xfrm>
            <a:custGeom>
              <a:avLst/>
              <a:gdLst/>
              <a:ahLst/>
              <a:cxnLst/>
              <a:rect l="l" t="t" r="r" b="b"/>
              <a:pathLst>
                <a:path w="11942" h="10550" extrusionOk="0">
                  <a:moveTo>
                    <a:pt x="7370" y="0"/>
                  </a:moveTo>
                  <a:lnTo>
                    <a:pt x="0" y="10549"/>
                  </a:lnTo>
                  <a:lnTo>
                    <a:pt x="4572" y="10549"/>
                  </a:lnTo>
                  <a:lnTo>
                    <a:pt x="119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8"/>
            <p:cNvSpPr/>
            <p:nvPr/>
          </p:nvSpPr>
          <p:spPr>
            <a:xfrm>
              <a:off x="-705666"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8"/>
            <p:cNvSpPr/>
            <p:nvPr/>
          </p:nvSpPr>
          <p:spPr>
            <a:xfrm>
              <a:off x="-405219"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8"/>
            <p:cNvSpPr/>
            <p:nvPr/>
          </p:nvSpPr>
          <p:spPr>
            <a:xfrm>
              <a:off x="-105261" y="1271750"/>
              <a:ext cx="486080" cy="429385"/>
            </a:xfrm>
            <a:custGeom>
              <a:avLst/>
              <a:gdLst/>
              <a:ahLst/>
              <a:cxnLst/>
              <a:rect l="l" t="t" r="r" b="b"/>
              <a:pathLst>
                <a:path w="11943" h="10550" extrusionOk="0">
                  <a:moveTo>
                    <a:pt x="7371" y="0"/>
                  </a:moveTo>
                  <a:lnTo>
                    <a:pt x="1" y="10549"/>
                  </a:lnTo>
                  <a:lnTo>
                    <a:pt x="4573" y="10549"/>
                  </a:lnTo>
                  <a:lnTo>
                    <a:pt x="119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8"/>
            <p:cNvSpPr/>
            <p:nvPr/>
          </p:nvSpPr>
          <p:spPr>
            <a:xfrm>
              <a:off x="195186" y="1271750"/>
              <a:ext cx="485103" cy="429385"/>
            </a:xfrm>
            <a:custGeom>
              <a:avLst/>
              <a:gdLst/>
              <a:ahLst/>
              <a:cxnLst/>
              <a:rect l="l" t="t" r="r" b="b"/>
              <a:pathLst>
                <a:path w="11919" h="10550" extrusionOk="0">
                  <a:moveTo>
                    <a:pt x="7359" y="0"/>
                  </a:moveTo>
                  <a:lnTo>
                    <a:pt x="1" y="10549"/>
                  </a:lnTo>
                  <a:lnTo>
                    <a:pt x="4573"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8"/>
            <p:cNvSpPr/>
            <p:nvPr/>
          </p:nvSpPr>
          <p:spPr>
            <a:xfrm>
              <a:off x="495633" y="1271750"/>
              <a:ext cx="485103" cy="429385"/>
            </a:xfrm>
            <a:custGeom>
              <a:avLst/>
              <a:gdLst/>
              <a:ahLst/>
              <a:cxnLst/>
              <a:rect l="l" t="t" r="r" b="b"/>
              <a:pathLst>
                <a:path w="11919" h="10550" extrusionOk="0">
                  <a:moveTo>
                    <a:pt x="7359" y="0"/>
                  </a:moveTo>
                  <a:lnTo>
                    <a:pt x="1" y="10549"/>
                  </a:lnTo>
                  <a:lnTo>
                    <a:pt x="4561" y="10549"/>
                  </a:lnTo>
                  <a:lnTo>
                    <a:pt x="119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8"/>
            <p:cNvSpPr/>
            <p:nvPr/>
          </p:nvSpPr>
          <p:spPr>
            <a:xfrm>
              <a:off x="792702" y="1271750"/>
              <a:ext cx="485103" cy="429385"/>
            </a:xfrm>
            <a:custGeom>
              <a:avLst/>
              <a:gdLst/>
              <a:ahLst/>
              <a:cxnLst/>
              <a:rect l="l" t="t" r="r" b="b"/>
              <a:pathLst>
                <a:path w="11919" h="10550" extrusionOk="0">
                  <a:moveTo>
                    <a:pt x="7346" y="0"/>
                  </a:moveTo>
                  <a:lnTo>
                    <a:pt x="0" y="10549"/>
                  </a:lnTo>
                  <a:lnTo>
                    <a:pt x="4560" y="10549"/>
                  </a:lnTo>
                  <a:lnTo>
                    <a:pt x="119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 name="Google Shape;798;p28"/>
          <p:cNvGrpSpPr/>
          <p:nvPr/>
        </p:nvGrpSpPr>
        <p:grpSpPr>
          <a:xfrm>
            <a:off x="2668850" y="3353934"/>
            <a:ext cx="3894575" cy="641966"/>
            <a:chOff x="4590600" y="2297159"/>
            <a:chExt cx="3894575" cy="641966"/>
          </a:xfrm>
        </p:grpSpPr>
        <p:sp>
          <p:nvSpPr>
            <p:cNvPr id="799" name="Google Shape;799;p28"/>
            <p:cNvSpPr/>
            <p:nvPr/>
          </p:nvSpPr>
          <p:spPr>
            <a:xfrm>
              <a:off x="4875875" y="2392525"/>
              <a:ext cx="3609300" cy="546600"/>
            </a:xfrm>
            <a:prstGeom prst="roundRect">
              <a:avLst>
                <a:gd name="adj" fmla="val 16667"/>
              </a:avLst>
            </a:prstGeom>
            <a:solidFill>
              <a:schemeClr val="lt2"/>
            </a:solidFill>
            <a:ln>
              <a:noFill/>
            </a:ln>
          </p:spPr>
          <p:txBody>
            <a:bodyPr spcFirstLastPara="1" wrap="square" lIns="182875" tIns="91425" rIns="274300" bIns="91425" anchor="ctr" anchorCtr="0">
              <a:noAutofit/>
            </a:bodyPr>
            <a:lstStyle/>
            <a:p>
              <a:pPr marL="0" lvl="0" indent="0" algn="ctr" rtl="0">
                <a:spcBef>
                  <a:spcPts val="0"/>
                </a:spcBef>
                <a:spcAft>
                  <a:spcPts val="0"/>
                </a:spcAft>
                <a:buClr>
                  <a:srgbClr val="000000"/>
                </a:buClr>
                <a:buSzPts val="1100"/>
                <a:buFont typeface="Arial"/>
                <a:buNone/>
              </a:pPr>
              <a:r>
                <a:rPr lang="en" sz="1200">
                  <a:solidFill>
                    <a:schemeClr val="dk1"/>
                  </a:solidFill>
                  <a:latin typeface="Fira Sans"/>
                  <a:ea typeface="Fira Sans"/>
                  <a:cs typeface="Fira Sans"/>
                  <a:sym typeface="Fira Sans"/>
                </a:rPr>
                <a:t>Jangan malas membaca dokumentasi</a:t>
              </a:r>
              <a:endParaRPr sz="1200">
                <a:solidFill>
                  <a:schemeClr val="dk1"/>
                </a:solidFill>
                <a:latin typeface="Fira Sans"/>
                <a:ea typeface="Fira Sans"/>
                <a:cs typeface="Fira Sans"/>
                <a:sym typeface="Fira Sans"/>
              </a:endParaRPr>
            </a:p>
          </p:txBody>
        </p:sp>
        <p:sp>
          <p:nvSpPr>
            <p:cNvPr id="800" name="Google Shape;800;p28"/>
            <p:cNvSpPr/>
            <p:nvPr/>
          </p:nvSpPr>
          <p:spPr>
            <a:xfrm>
              <a:off x="4590600" y="2297159"/>
              <a:ext cx="547291" cy="546636"/>
            </a:xfrm>
            <a:custGeom>
              <a:avLst/>
              <a:gdLst/>
              <a:ahLst/>
              <a:cxnLst/>
              <a:rect l="l" t="t" r="r" b="b"/>
              <a:pathLst>
                <a:path w="27554" h="27521" extrusionOk="0">
                  <a:moveTo>
                    <a:pt x="27553" y="13777"/>
                  </a:moveTo>
                  <a:cubicBezTo>
                    <a:pt x="27553" y="21349"/>
                    <a:pt x="21382" y="27520"/>
                    <a:pt x="13777" y="27520"/>
                  </a:cubicBezTo>
                  <a:cubicBezTo>
                    <a:pt x="6171" y="27520"/>
                    <a:pt x="0" y="21349"/>
                    <a:pt x="0" y="13777"/>
                  </a:cubicBezTo>
                  <a:cubicBezTo>
                    <a:pt x="0" y="6172"/>
                    <a:pt x="6171" y="1"/>
                    <a:pt x="13777" y="1"/>
                  </a:cubicBezTo>
                  <a:cubicBezTo>
                    <a:pt x="21382" y="1"/>
                    <a:pt x="27553" y="6172"/>
                    <a:pt x="27553" y="13777"/>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2500" b="1">
                  <a:solidFill>
                    <a:schemeClr val="lt1"/>
                  </a:solidFill>
                  <a:latin typeface="Fira Sans"/>
                  <a:ea typeface="Fira Sans"/>
                  <a:cs typeface="Fira Sans"/>
                  <a:sym typeface="Fira Sans"/>
                </a:rPr>
                <a:t>9</a:t>
              </a:r>
              <a:endParaRPr b="1">
                <a:solidFill>
                  <a:schemeClr val="lt1"/>
                </a:solidFill>
                <a:latin typeface="Fira Sans"/>
                <a:ea typeface="Fira Sans"/>
                <a:cs typeface="Fira Sans"/>
                <a:sym typeface="Fira Sans"/>
              </a:endParaRPr>
            </a:p>
          </p:txBody>
        </p:sp>
      </p:grpSp>
      <p:grpSp>
        <p:nvGrpSpPr>
          <p:cNvPr id="801" name="Google Shape;801;p28"/>
          <p:cNvGrpSpPr/>
          <p:nvPr/>
        </p:nvGrpSpPr>
        <p:grpSpPr>
          <a:xfrm>
            <a:off x="2668850" y="4170964"/>
            <a:ext cx="3894575" cy="548787"/>
            <a:chOff x="4590600" y="3114189"/>
            <a:chExt cx="3894575" cy="548787"/>
          </a:xfrm>
        </p:grpSpPr>
        <p:sp>
          <p:nvSpPr>
            <p:cNvPr id="802" name="Google Shape;802;p28"/>
            <p:cNvSpPr/>
            <p:nvPr/>
          </p:nvSpPr>
          <p:spPr>
            <a:xfrm>
              <a:off x="4875875" y="3116376"/>
              <a:ext cx="3609300" cy="546600"/>
            </a:xfrm>
            <a:prstGeom prst="roundRect">
              <a:avLst>
                <a:gd name="adj" fmla="val 16667"/>
              </a:avLst>
            </a:prstGeom>
            <a:solidFill>
              <a:schemeClr val="lt2"/>
            </a:solidFill>
            <a:ln>
              <a:noFill/>
            </a:ln>
          </p:spPr>
          <p:txBody>
            <a:bodyPr spcFirstLastPara="1" wrap="square" lIns="182875" tIns="91425" rIns="274300" bIns="91425" anchor="ctr" anchorCtr="0">
              <a:noAutofit/>
            </a:bodyPr>
            <a:lstStyle/>
            <a:p>
              <a:pPr marL="0" lvl="0" indent="0" algn="ctr" rtl="0">
                <a:spcBef>
                  <a:spcPts val="0"/>
                </a:spcBef>
                <a:spcAft>
                  <a:spcPts val="0"/>
                </a:spcAft>
                <a:buClr>
                  <a:srgbClr val="000000"/>
                </a:buClr>
                <a:buSzPts val="1100"/>
                <a:buFont typeface="Arial"/>
                <a:buNone/>
              </a:pPr>
              <a:r>
                <a:rPr lang="en" sz="1200">
                  <a:solidFill>
                    <a:schemeClr val="dk1"/>
                  </a:solidFill>
                  <a:latin typeface="Fira Sans"/>
                  <a:ea typeface="Fira Sans"/>
                  <a:cs typeface="Fira Sans"/>
                  <a:sym typeface="Fira Sans"/>
                </a:rPr>
                <a:t>Asah skill coding python</a:t>
              </a:r>
              <a:endParaRPr sz="1200">
                <a:solidFill>
                  <a:schemeClr val="dk1"/>
                </a:solidFill>
                <a:latin typeface="Fira Sans"/>
                <a:ea typeface="Fira Sans"/>
                <a:cs typeface="Fira Sans"/>
                <a:sym typeface="Fira Sans"/>
              </a:endParaRPr>
            </a:p>
          </p:txBody>
        </p:sp>
        <p:sp>
          <p:nvSpPr>
            <p:cNvPr id="803" name="Google Shape;803;p28"/>
            <p:cNvSpPr/>
            <p:nvPr/>
          </p:nvSpPr>
          <p:spPr>
            <a:xfrm>
              <a:off x="4590600" y="3114189"/>
              <a:ext cx="547291" cy="546616"/>
            </a:xfrm>
            <a:custGeom>
              <a:avLst/>
              <a:gdLst/>
              <a:ahLst/>
              <a:cxnLst/>
              <a:rect l="l" t="t" r="r" b="b"/>
              <a:pathLst>
                <a:path w="27554" h="27520" extrusionOk="0">
                  <a:moveTo>
                    <a:pt x="27553" y="13777"/>
                  </a:moveTo>
                  <a:cubicBezTo>
                    <a:pt x="27553" y="21349"/>
                    <a:pt x="21382" y="27520"/>
                    <a:pt x="13777" y="27520"/>
                  </a:cubicBezTo>
                  <a:cubicBezTo>
                    <a:pt x="6171" y="27520"/>
                    <a:pt x="0" y="21349"/>
                    <a:pt x="0" y="13777"/>
                  </a:cubicBezTo>
                  <a:cubicBezTo>
                    <a:pt x="0" y="6171"/>
                    <a:pt x="6171" y="0"/>
                    <a:pt x="13777" y="0"/>
                  </a:cubicBezTo>
                  <a:cubicBezTo>
                    <a:pt x="21382" y="0"/>
                    <a:pt x="27553" y="6171"/>
                    <a:pt x="27553" y="13777"/>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2500" b="1">
                  <a:solidFill>
                    <a:schemeClr val="lt1"/>
                  </a:solidFill>
                  <a:latin typeface="Fira Sans"/>
                  <a:ea typeface="Fira Sans"/>
                  <a:cs typeface="Fira Sans"/>
                  <a:sym typeface="Fira Sans"/>
                </a:rPr>
                <a:t>10</a:t>
              </a:r>
              <a:endParaRPr b="1">
                <a:solidFill>
                  <a:schemeClr val="lt1"/>
                </a:solidFill>
                <a:latin typeface="Fira Sans"/>
                <a:ea typeface="Fira Sans"/>
                <a:cs typeface="Fira Sans"/>
                <a:sym typeface="Fira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29"/>
          <p:cNvSpPr txBox="1">
            <a:spLocks noGrp="1"/>
          </p:cNvSpPr>
          <p:nvPr>
            <p:ph type="title"/>
          </p:nvPr>
        </p:nvSpPr>
        <p:spPr>
          <a:xfrm>
            <a:off x="457200" y="335300"/>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Platform belajar CTF</a:t>
            </a:r>
            <a:endParaRPr/>
          </a:p>
        </p:txBody>
      </p:sp>
      <p:sp>
        <p:nvSpPr>
          <p:cNvPr id="809" name="Google Shape;809;p29"/>
          <p:cNvSpPr/>
          <p:nvPr/>
        </p:nvSpPr>
        <p:spPr>
          <a:xfrm>
            <a:off x="738425" y="1784775"/>
            <a:ext cx="7948345" cy="1602264"/>
          </a:xfrm>
          <a:custGeom>
            <a:avLst/>
            <a:gdLst/>
            <a:ahLst/>
            <a:cxnLst/>
            <a:rect l="l" t="t" r="r" b="b"/>
            <a:pathLst>
              <a:path w="42077" h="48352" extrusionOk="0">
                <a:moveTo>
                  <a:pt x="1619" y="0"/>
                </a:moveTo>
                <a:cubicBezTo>
                  <a:pt x="714" y="0"/>
                  <a:pt x="0" y="714"/>
                  <a:pt x="0" y="1607"/>
                </a:cubicBezTo>
                <a:lnTo>
                  <a:pt x="0" y="46744"/>
                </a:lnTo>
                <a:cubicBezTo>
                  <a:pt x="0" y="47637"/>
                  <a:pt x="714" y="48351"/>
                  <a:pt x="1619" y="48351"/>
                </a:cubicBezTo>
                <a:lnTo>
                  <a:pt x="40458" y="48351"/>
                </a:lnTo>
                <a:cubicBezTo>
                  <a:pt x="41350" y="48351"/>
                  <a:pt x="42077" y="47637"/>
                  <a:pt x="42077" y="46744"/>
                </a:cubicBezTo>
                <a:lnTo>
                  <a:pt x="42077" y="1607"/>
                </a:lnTo>
                <a:cubicBezTo>
                  <a:pt x="42077" y="714"/>
                  <a:pt x="41350" y="0"/>
                  <a:pt x="40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0" name="Google Shape;810;p29"/>
          <p:cNvGrpSpPr/>
          <p:nvPr/>
        </p:nvGrpSpPr>
        <p:grpSpPr>
          <a:xfrm>
            <a:off x="887878" y="2003800"/>
            <a:ext cx="7629819" cy="1211700"/>
            <a:chOff x="218550" y="3445625"/>
            <a:chExt cx="1809000" cy="1211700"/>
          </a:xfrm>
        </p:grpSpPr>
        <p:sp>
          <p:nvSpPr>
            <p:cNvPr id="811" name="Google Shape;811;p29"/>
            <p:cNvSpPr txBox="1"/>
            <p:nvPr/>
          </p:nvSpPr>
          <p:spPr>
            <a:xfrm>
              <a:off x="450676" y="3445625"/>
              <a:ext cx="1349400" cy="37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Fira Sans"/>
                  <a:ea typeface="Fira Sans"/>
                  <a:cs typeface="Fira Sans"/>
                  <a:sym typeface="Fira Sans"/>
                </a:rPr>
                <a:t>URL</a:t>
              </a:r>
              <a:endParaRPr b="1">
                <a:solidFill>
                  <a:srgbClr val="000000"/>
                </a:solidFill>
                <a:latin typeface="Fira Sans"/>
                <a:ea typeface="Fira Sans"/>
                <a:cs typeface="Fira Sans"/>
                <a:sym typeface="Fira Sans"/>
              </a:endParaRPr>
            </a:p>
          </p:txBody>
        </p:sp>
        <p:sp>
          <p:nvSpPr>
            <p:cNvPr id="812" name="Google Shape;812;p29"/>
            <p:cNvSpPr txBox="1"/>
            <p:nvPr/>
          </p:nvSpPr>
          <p:spPr>
            <a:xfrm>
              <a:off x="218550" y="3925925"/>
              <a:ext cx="1809000" cy="731400"/>
            </a:xfrm>
            <a:prstGeom prst="rect">
              <a:avLst/>
            </a:prstGeom>
            <a:noFill/>
            <a:ln>
              <a:noFill/>
            </a:ln>
          </p:spPr>
          <p:txBody>
            <a:bodyPr spcFirstLastPara="1" wrap="square" lIns="182875" tIns="91425" rIns="182875" bIns="91425" anchor="ctr" anchorCtr="0">
              <a:noAutofit/>
            </a:bodyPr>
            <a:lstStyle/>
            <a:p>
              <a:pPr marL="457200" lvl="0" indent="-298450" algn="ctr" rtl="0">
                <a:spcBef>
                  <a:spcPts val="0"/>
                </a:spcBef>
                <a:spcAft>
                  <a:spcPts val="0"/>
                </a:spcAft>
                <a:buClr>
                  <a:schemeClr val="dk1"/>
                </a:buClr>
                <a:buSzPts val="1100"/>
                <a:buFont typeface="Fira Sans"/>
                <a:buAutoNum type="arabicPeriod"/>
              </a:pPr>
              <a:r>
                <a:rPr lang="en" sz="1100">
                  <a:solidFill>
                    <a:schemeClr val="dk1"/>
                  </a:solidFill>
                  <a:uFill>
                    <a:noFill/>
                  </a:uFill>
                  <a:latin typeface="Fira Sans"/>
                  <a:ea typeface="Fira Sans"/>
                  <a:cs typeface="Fira Sans"/>
                  <a:sym typeface="Fira Sans"/>
                  <a:hlinkClick r:id="rId3">
                    <a:extLst>
                      <a:ext uri="{A12FA001-AC4F-418D-AE19-62706E023703}">
                        <ahyp:hlinkClr xmlns:ahyp="http://schemas.microsoft.com/office/drawing/2018/hyperlinkcolor" val="tx"/>
                      </a:ext>
                    </a:extLst>
                  </a:hlinkClick>
                </a:rPr>
                <a:t>https://ctflearn.com/</a:t>
              </a:r>
              <a:endParaRPr sz="1100">
                <a:solidFill>
                  <a:schemeClr val="dk1"/>
                </a:solidFill>
                <a:latin typeface="Fira Sans"/>
                <a:ea typeface="Fira Sans"/>
                <a:cs typeface="Fira Sans"/>
                <a:sym typeface="Fira Sans"/>
              </a:endParaRPr>
            </a:p>
            <a:p>
              <a:pPr marL="457200" lvl="0" indent="-298450" algn="ctr" rtl="0">
                <a:spcBef>
                  <a:spcPts val="0"/>
                </a:spcBef>
                <a:spcAft>
                  <a:spcPts val="0"/>
                </a:spcAft>
                <a:buClr>
                  <a:schemeClr val="dk1"/>
                </a:buClr>
                <a:buSzPts val="1100"/>
                <a:buFont typeface="Fira Sans"/>
                <a:buAutoNum type="arabicPeriod"/>
              </a:pPr>
              <a:r>
                <a:rPr lang="en" sz="1100">
                  <a:solidFill>
                    <a:schemeClr val="dk1"/>
                  </a:solidFill>
                  <a:latin typeface="Fira Sans"/>
                  <a:ea typeface="Fira Sans"/>
                  <a:cs typeface="Fira Sans"/>
                  <a:sym typeface="Fira Sans"/>
                </a:rPr>
                <a:t>https://picoctf.org/</a:t>
              </a:r>
              <a:endParaRPr sz="1100">
                <a:solidFill>
                  <a:schemeClr val="dk1"/>
                </a:solidFill>
                <a:latin typeface="Fira Sans"/>
                <a:ea typeface="Fira Sans"/>
                <a:cs typeface="Fira Sans"/>
                <a:sym typeface="Fira Sans"/>
              </a:endParaRPr>
            </a:p>
            <a:p>
              <a:pPr marL="0" lvl="0" indent="0" algn="ctr" rtl="0">
                <a:spcBef>
                  <a:spcPts val="0"/>
                </a:spcBef>
                <a:spcAft>
                  <a:spcPts val="0"/>
                </a:spcAft>
                <a:buNone/>
              </a:pPr>
              <a:endParaRPr sz="1100">
                <a:latin typeface="Fira Sans"/>
                <a:ea typeface="Fira Sans"/>
                <a:cs typeface="Fira Sans"/>
                <a:sym typeface="Fira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30"/>
          <p:cNvSpPr txBox="1">
            <a:spLocks noGrp="1"/>
          </p:cNvSpPr>
          <p:nvPr>
            <p:ph type="title"/>
          </p:nvPr>
        </p:nvSpPr>
        <p:spPr>
          <a:xfrm>
            <a:off x="4533575" y="2285400"/>
            <a:ext cx="8229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 You!</a:t>
            </a:r>
            <a:endParaRPr/>
          </a:p>
        </p:txBody>
      </p:sp>
      <p:grpSp>
        <p:nvGrpSpPr>
          <p:cNvPr id="818" name="Google Shape;818;p30"/>
          <p:cNvGrpSpPr/>
          <p:nvPr/>
        </p:nvGrpSpPr>
        <p:grpSpPr>
          <a:xfrm>
            <a:off x="388339" y="274968"/>
            <a:ext cx="3807724" cy="4593554"/>
            <a:chOff x="783125" y="1463225"/>
            <a:chExt cx="2497032" cy="3337368"/>
          </a:xfrm>
        </p:grpSpPr>
        <p:sp>
          <p:nvSpPr>
            <p:cNvPr id="819" name="Google Shape;819;p30"/>
            <p:cNvSpPr/>
            <p:nvPr/>
          </p:nvSpPr>
          <p:spPr>
            <a:xfrm>
              <a:off x="1356175" y="4562756"/>
              <a:ext cx="1332383" cy="237837"/>
            </a:xfrm>
            <a:custGeom>
              <a:avLst/>
              <a:gdLst/>
              <a:ahLst/>
              <a:cxnLst/>
              <a:rect l="l" t="t" r="r" b="b"/>
              <a:pathLst>
                <a:path w="40363" h="7205" extrusionOk="0">
                  <a:moveTo>
                    <a:pt x="20182" y="1"/>
                  </a:moveTo>
                  <a:cubicBezTo>
                    <a:pt x="9038" y="1"/>
                    <a:pt x="1" y="1608"/>
                    <a:pt x="1" y="3597"/>
                  </a:cubicBezTo>
                  <a:cubicBezTo>
                    <a:pt x="1" y="5597"/>
                    <a:pt x="9038" y="7204"/>
                    <a:pt x="20182" y="7204"/>
                  </a:cubicBezTo>
                  <a:cubicBezTo>
                    <a:pt x="31326" y="7204"/>
                    <a:pt x="40363" y="5597"/>
                    <a:pt x="40363" y="3597"/>
                  </a:cubicBezTo>
                  <a:cubicBezTo>
                    <a:pt x="40363" y="1608"/>
                    <a:pt x="31326" y="1"/>
                    <a:pt x="201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0"/>
            <p:cNvSpPr/>
            <p:nvPr/>
          </p:nvSpPr>
          <p:spPr>
            <a:xfrm>
              <a:off x="1057452" y="1687044"/>
              <a:ext cx="1878302" cy="2460565"/>
            </a:xfrm>
            <a:custGeom>
              <a:avLst/>
              <a:gdLst/>
              <a:ahLst/>
              <a:cxnLst/>
              <a:rect l="l" t="t" r="r" b="b"/>
              <a:pathLst>
                <a:path w="56901" h="74540" extrusionOk="0">
                  <a:moveTo>
                    <a:pt x="28867" y="0"/>
                  </a:moveTo>
                  <a:cubicBezTo>
                    <a:pt x="19306" y="0"/>
                    <a:pt x="9834" y="5502"/>
                    <a:pt x="5502" y="13782"/>
                  </a:cubicBezTo>
                  <a:cubicBezTo>
                    <a:pt x="1" y="24307"/>
                    <a:pt x="6204" y="33213"/>
                    <a:pt x="10895" y="39702"/>
                  </a:cubicBezTo>
                  <a:cubicBezTo>
                    <a:pt x="15586" y="46191"/>
                    <a:pt x="11955" y="49477"/>
                    <a:pt x="13515" y="62241"/>
                  </a:cubicBezTo>
                  <a:cubicBezTo>
                    <a:pt x="14909" y="73739"/>
                    <a:pt x="25163" y="74309"/>
                    <a:pt x="27183" y="74309"/>
                  </a:cubicBezTo>
                  <a:cubicBezTo>
                    <a:pt x="27406" y="74309"/>
                    <a:pt x="27528" y="74302"/>
                    <a:pt x="27528" y="74302"/>
                  </a:cubicBezTo>
                  <a:cubicBezTo>
                    <a:pt x="35029" y="74183"/>
                    <a:pt x="40173" y="74540"/>
                    <a:pt x="42506" y="65301"/>
                  </a:cubicBezTo>
                  <a:cubicBezTo>
                    <a:pt x="44840" y="56049"/>
                    <a:pt x="48709" y="55478"/>
                    <a:pt x="52805" y="44822"/>
                  </a:cubicBezTo>
                  <a:cubicBezTo>
                    <a:pt x="56901" y="34154"/>
                    <a:pt x="52924" y="31106"/>
                    <a:pt x="50805" y="23391"/>
                  </a:cubicBezTo>
                  <a:cubicBezTo>
                    <a:pt x="48697" y="15664"/>
                    <a:pt x="48340" y="5365"/>
                    <a:pt x="36601" y="1281"/>
                  </a:cubicBezTo>
                  <a:cubicBezTo>
                    <a:pt x="34084" y="409"/>
                    <a:pt x="31472" y="0"/>
                    <a:pt x="288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0"/>
            <p:cNvSpPr/>
            <p:nvPr/>
          </p:nvSpPr>
          <p:spPr>
            <a:xfrm>
              <a:off x="1043323" y="1503466"/>
              <a:ext cx="545556" cy="2914156"/>
            </a:xfrm>
            <a:custGeom>
              <a:avLst/>
              <a:gdLst/>
              <a:ahLst/>
              <a:cxnLst/>
              <a:rect l="l" t="t" r="r" b="b"/>
              <a:pathLst>
                <a:path w="16527" h="88281" extrusionOk="0">
                  <a:moveTo>
                    <a:pt x="9180" y="48395"/>
                  </a:moveTo>
                  <a:cubicBezTo>
                    <a:pt x="9263" y="48395"/>
                    <a:pt x="9347" y="48395"/>
                    <a:pt x="9430" y="48418"/>
                  </a:cubicBezTo>
                  <a:cubicBezTo>
                    <a:pt x="10573" y="48478"/>
                    <a:pt x="11311" y="48895"/>
                    <a:pt x="11573" y="49669"/>
                  </a:cubicBezTo>
                  <a:cubicBezTo>
                    <a:pt x="11823" y="50395"/>
                    <a:pt x="11692" y="51371"/>
                    <a:pt x="11311" y="52467"/>
                  </a:cubicBezTo>
                  <a:cubicBezTo>
                    <a:pt x="10918" y="52657"/>
                    <a:pt x="10514" y="52836"/>
                    <a:pt x="10073" y="52967"/>
                  </a:cubicBezTo>
                  <a:cubicBezTo>
                    <a:pt x="9449" y="53158"/>
                    <a:pt x="8868" y="53253"/>
                    <a:pt x="8349" y="53253"/>
                  </a:cubicBezTo>
                  <a:cubicBezTo>
                    <a:pt x="7482" y="53253"/>
                    <a:pt x="6786" y="52988"/>
                    <a:pt x="6346" y="52467"/>
                  </a:cubicBezTo>
                  <a:cubicBezTo>
                    <a:pt x="5811" y="51824"/>
                    <a:pt x="5727" y="50871"/>
                    <a:pt x="6144" y="50038"/>
                  </a:cubicBezTo>
                  <a:cubicBezTo>
                    <a:pt x="6668" y="48990"/>
                    <a:pt x="7775" y="48395"/>
                    <a:pt x="9180" y="48395"/>
                  </a:cubicBezTo>
                  <a:close/>
                  <a:moveTo>
                    <a:pt x="16230" y="1"/>
                  </a:moveTo>
                  <a:cubicBezTo>
                    <a:pt x="16189" y="1"/>
                    <a:pt x="16148" y="11"/>
                    <a:pt x="16109" y="31"/>
                  </a:cubicBezTo>
                  <a:cubicBezTo>
                    <a:pt x="15990" y="91"/>
                    <a:pt x="3786" y="6354"/>
                    <a:pt x="1572" y="20653"/>
                  </a:cubicBezTo>
                  <a:cubicBezTo>
                    <a:pt x="0" y="30833"/>
                    <a:pt x="4418" y="33417"/>
                    <a:pt x="8311" y="35679"/>
                  </a:cubicBezTo>
                  <a:cubicBezTo>
                    <a:pt x="9954" y="36631"/>
                    <a:pt x="11502" y="37524"/>
                    <a:pt x="12442" y="38917"/>
                  </a:cubicBezTo>
                  <a:cubicBezTo>
                    <a:pt x="14526" y="42013"/>
                    <a:pt x="15205" y="46097"/>
                    <a:pt x="14145" y="49049"/>
                  </a:cubicBezTo>
                  <a:cubicBezTo>
                    <a:pt x="13704" y="50288"/>
                    <a:pt x="12978" y="51288"/>
                    <a:pt x="12002" y="52002"/>
                  </a:cubicBezTo>
                  <a:cubicBezTo>
                    <a:pt x="12288" y="51002"/>
                    <a:pt x="12323" y="50145"/>
                    <a:pt x="12085" y="49466"/>
                  </a:cubicBezTo>
                  <a:cubicBezTo>
                    <a:pt x="11847" y="48787"/>
                    <a:pt x="11192" y="47954"/>
                    <a:pt x="9466" y="47859"/>
                  </a:cubicBezTo>
                  <a:cubicBezTo>
                    <a:pt x="9376" y="47854"/>
                    <a:pt x="9287" y="47852"/>
                    <a:pt x="9200" y="47852"/>
                  </a:cubicBezTo>
                  <a:cubicBezTo>
                    <a:pt x="7593" y="47852"/>
                    <a:pt x="6277" y="48569"/>
                    <a:pt x="5668" y="49800"/>
                  </a:cubicBezTo>
                  <a:cubicBezTo>
                    <a:pt x="5156" y="50823"/>
                    <a:pt x="5263" y="52002"/>
                    <a:pt x="5953" y="52800"/>
                  </a:cubicBezTo>
                  <a:cubicBezTo>
                    <a:pt x="6500" y="53446"/>
                    <a:pt x="7345" y="53775"/>
                    <a:pt x="8382" y="53775"/>
                  </a:cubicBezTo>
                  <a:cubicBezTo>
                    <a:pt x="8950" y="53775"/>
                    <a:pt x="9575" y="53676"/>
                    <a:pt x="10240" y="53479"/>
                  </a:cubicBezTo>
                  <a:cubicBezTo>
                    <a:pt x="10502" y="53383"/>
                    <a:pt x="10752" y="53300"/>
                    <a:pt x="11014" y="53193"/>
                  </a:cubicBezTo>
                  <a:lnTo>
                    <a:pt x="11014" y="53193"/>
                  </a:lnTo>
                  <a:cubicBezTo>
                    <a:pt x="10097" y="55181"/>
                    <a:pt x="8466" y="57408"/>
                    <a:pt x="6751" y="58932"/>
                  </a:cubicBezTo>
                  <a:cubicBezTo>
                    <a:pt x="2632" y="62646"/>
                    <a:pt x="3667" y="78196"/>
                    <a:pt x="8716" y="88138"/>
                  </a:cubicBezTo>
                  <a:cubicBezTo>
                    <a:pt x="8763" y="88221"/>
                    <a:pt x="8847" y="88280"/>
                    <a:pt x="8954" y="88280"/>
                  </a:cubicBezTo>
                  <a:cubicBezTo>
                    <a:pt x="9001" y="88280"/>
                    <a:pt x="9025" y="88269"/>
                    <a:pt x="9061" y="88269"/>
                  </a:cubicBezTo>
                  <a:cubicBezTo>
                    <a:pt x="9192" y="88209"/>
                    <a:pt x="9251" y="88042"/>
                    <a:pt x="9180" y="87911"/>
                  </a:cubicBezTo>
                  <a:cubicBezTo>
                    <a:pt x="4322" y="78339"/>
                    <a:pt x="3191" y="62861"/>
                    <a:pt x="7096" y="59372"/>
                  </a:cubicBezTo>
                  <a:cubicBezTo>
                    <a:pt x="8561" y="58039"/>
                    <a:pt x="10025" y="56193"/>
                    <a:pt x="10990" y="54407"/>
                  </a:cubicBezTo>
                  <a:cubicBezTo>
                    <a:pt x="11287" y="53860"/>
                    <a:pt x="11526" y="53336"/>
                    <a:pt x="11716" y="52848"/>
                  </a:cubicBezTo>
                  <a:cubicBezTo>
                    <a:pt x="13073" y="52062"/>
                    <a:pt x="14073" y="50835"/>
                    <a:pt x="14633" y="49264"/>
                  </a:cubicBezTo>
                  <a:cubicBezTo>
                    <a:pt x="15752" y="46132"/>
                    <a:pt x="15038" y="41870"/>
                    <a:pt x="12871" y="38631"/>
                  </a:cubicBezTo>
                  <a:cubicBezTo>
                    <a:pt x="11859" y="37143"/>
                    <a:pt x="10263" y="36215"/>
                    <a:pt x="8561" y="35226"/>
                  </a:cubicBezTo>
                  <a:cubicBezTo>
                    <a:pt x="4810" y="33036"/>
                    <a:pt x="572" y="30571"/>
                    <a:pt x="2096" y="20748"/>
                  </a:cubicBezTo>
                  <a:cubicBezTo>
                    <a:pt x="4275" y="6711"/>
                    <a:pt x="16229" y="567"/>
                    <a:pt x="16348" y="508"/>
                  </a:cubicBezTo>
                  <a:cubicBezTo>
                    <a:pt x="16490" y="448"/>
                    <a:pt x="16526" y="282"/>
                    <a:pt x="16467" y="151"/>
                  </a:cubicBezTo>
                  <a:cubicBezTo>
                    <a:pt x="16424" y="58"/>
                    <a:pt x="16329" y="1"/>
                    <a:pt x="162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0"/>
            <p:cNvSpPr/>
            <p:nvPr/>
          </p:nvSpPr>
          <p:spPr>
            <a:xfrm>
              <a:off x="2354910" y="1483131"/>
              <a:ext cx="636730" cy="2839784"/>
            </a:xfrm>
            <a:custGeom>
              <a:avLst/>
              <a:gdLst/>
              <a:ahLst/>
              <a:cxnLst/>
              <a:rect l="l" t="t" r="r" b="b"/>
              <a:pathLst>
                <a:path w="19289" h="86028" extrusionOk="0">
                  <a:moveTo>
                    <a:pt x="12359" y="15078"/>
                  </a:moveTo>
                  <a:cubicBezTo>
                    <a:pt x="13085" y="15078"/>
                    <a:pt x="13919" y="15423"/>
                    <a:pt x="14752" y="16126"/>
                  </a:cubicBezTo>
                  <a:cubicBezTo>
                    <a:pt x="14288" y="17209"/>
                    <a:pt x="13514" y="18078"/>
                    <a:pt x="12252" y="18447"/>
                  </a:cubicBezTo>
                  <a:cubicBezTo>
                    <a:pt x="11984" y="18522"/>
                    <a:pt x="11723" y="18559"/>
                    <a:pt x="11484" y="18559"/>
                  </a:cubicBezTo>
                  <a:cubicBezTo>
                    <a:pt x="10928" y="18559"/>
                    <a:pt x="10492" y="18361"/>
                    <a:pt x="10359" y="17995"/>
                  </a:cubicBezTo>
                  <a:cubicBezTo>
                    <a:pt x="10026" y="17126"/>
                    <a:pt x="10430" y="15971"/>
                    <a:pt x="11240" y="15423"/>
                  </a:cubicBezTo>
                  <a:cubicBezTo>
                    <a:pt x="11561" y="15185"/>
                    <a:pt x="11954" y="15078"/>
                    <a:pt x="12359" y="15078"/>
                  </a:cubicBezTo>
                  <a:close/>
                  <a:moveTo>
                    <a:pt x="4526" y="1"/>
                  </a:moveTo>
                  <a:cubicBezTo>
                    <a:pt x="4392" y="1"/>
                    <a:pt x="4283" y="92"/>
                    <a:pt x="4251" y="231"/>
                  </a:cubicBezTo>
                  <a:cubicBezTo>
                    <a:pt x="4239" y="374"/>
                    <a:pt x="4334" y="517"/>
                    <a:pt x="4477" y="540"/>
                  </a:cubicBezTo>
                  <a:cubicBezTo>
                    <a:pt x="4572" y="552"/>
                    <a:pt x="13181" y="2124"/>
                    <a:pt x="15014" y="10232"/>
                  </a:cubicBezTo>
                  <a:cubicBezTo>
                    <a:pt x="15348" y="11708"/>
                    <a:pt x="15502" y="13828"/>
                    <a:pt x="14955" y="15578"/>
                  </a:cubicBezTo>
                  <a:cubicBezTo>
                    <a:pt x="13919" y="14780"/>
                    <a:pt x="13050" y="14536"/>
                    <a:pt x="12373" y="14536"/>
                  </a:cubicBezTo>
                  <a:cubicBezTo>
                    <a:pt x="11695" y="14536"/>
                    <a:pt x="11210" y="14780"/>
                    <a:pt x="10942" y="14959"/>
                  </a:cubicBezTo>
                  <a:cubicBezTo>
                    <a:pt x="9906" y="15649"/>
                    <a:pt x="9454" y="17066"/>
                    <a:pt x="9847" y="18162"/>
                  </a:cubicBezTo>
                  <a:cubicBezTo>
                    <a:pt x="10054" y="18750"/>
                    <a:pt x="10677" y="19080"/>
                    <a:pt x="11458" y="19080"/>
                  </a:cubicBezTo>
                  <a:cubicBezTo>
                    <a:pt x="11752" y="19080"/>
                    <a:pt x="12069" y="19033"/>
                    <a:pt x="12395" y="18935"/>
                  </a:cubicBezTo>
                  <a:cubicBezTo>
                    <a:pt x="13550" y="18590"/>
                    <a:pt x="14550" y="17697"/>
                    <a:pt x="15169" y="16471"/>
                  </a:cubicBezTo>
                  <a:cubicBezTo>
                    <a:pt x="17074" y="18281"/>
                    <a:pt x="17669" y="22198"/>
                    <a:pt x="17824" y="25186"/>
                  </a:cubicBezTo>
                  <a:cubicBezTo>
                    <a:pt x="18027" y="28615"/>
                    <a:pt x="17693" y="32735"/>
                    <a:pt x="17026" y="35699"/>
                  </a:cubicBezTo>
                  <a:cubicBezTo>
                    <a:pt x="16324" y="38807"/>
                    <a:pt x="13514" y="43974"/>
                    <a:pt x="10537" y="49451"/>
                  </a:cubicBezTo>
                  <a:cubicBezTo>
                    <a:pt x="8335" y="53499"/>
                    <a:pt x="6061" y="57678"/>
                    <a:pt x="4275" y="61631"/>
                  </a:cubicBezTo>
                  <a:cubicBezTo>
                    <a:pt x="0" y="71085"/>
                    <a:pt x="2536" y="85658"/>
                    <a:pt x="2560" y="85801"/>
                  </a:cubicBezTo>
                  <a:cubicBezTo>
                    <a:pt x="2584" y="85944"/>
                    <a:pt x="2691" y="86027"/>
                    <a:pt x="2834" y="86027"/>
                  </a:cubicBezTo>
                  <a:lnTo>
                    <a:pt x="2858" y="86027"/>
                  </a:lnTo>
                  <a:cubicBezTo>
                    <a:pt x="3001" y="86003"/>
                    <a:pt x="3108" y="85860"/>
                    <a:pt x="3084" y="85717"/>
                  </a:cubicBezTo>
                  <a:cubicBezTo>
                    <a:pt x="3060" y="85563"/>
                    <a:pt x="548" y="71156"/>
                    <a:pt x="4763" y="61857"/>
                  </a:cubicBezTo>
                  <a:cubicBezTo>
                    <a:pt x="6549" y="57916"/>
                    <a:pt x="8823" y="53737"/>
                    <a:pt x="11014" y="49701"/>
                  </a:cubicBezTo>
                  <a:cubicBezTo>
                    <a:pt x="14002" y="44189"/>
                    <a:pt x="16836" y="38997"/>
                    <a:pt x="17562" y="35818"/>
                  </a:cubicBezTo>
                  <a:cubicBezTo>
                    <a:pt x="18705" y="30782"/>
                    <a:pt x="19289" y="19424"/>
                    <a:pt x="15443" y="15995"/>
                  </a:cubicBezTo>
                  <a:lnTo>
                    <a:pt x="15407" y="15947"/>
                  </a:lnTo>
                  <a:cubicBezTo>
                    <a:pt x="16014" y="14363"/>
                    <a:pt x="16062" y="12423"/>
                    <a:pt x="15538" y="10113"/>
                  </a:cubicBezTo>
                  <a:cubicBezTo>
                    <a:pt x="13621" y="1660"/>
                    <a:pt x="4656" y="16"/>
                    <a:pt x="4572" y="5"/>
                  </a:cubicBezTo>
                  <a:cubicBezTo>
                    <a:pt x="4557" y="2"/>
                    <a:pt x="4541" y="1"/>
                    <a:pt x="45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0"/>
            <p:cNvSpPr/>
            <p:nvPr/>
          </p:nvSpPr>
          <p:spPr>
            <a:xfrm>
              <a:off x="2347449" y="3581584"/>
              <a:ext cx="349609" cy="981156"/>
            </a:xfrm>
            <a:custGeom>
              <a:avLst/>
              <a:gdLst/>
              <a:ahLst/>
              <a:cxnLst/>
              <a:rect l="l" t="t" r="r" b="b"/>
              <a:pathLst>
                <a:path w="10591" h="29723" extrusionOk="0">
                  <a:moveTo>
                    <a:pt x="6970" y="1"/>
                  </a:moveTo>
                  <a:cubicBezTo>
                    <a:pt x="5462" y="1"/>
                    <a:pt x="3793" y="1336"/>
                    <a:pt x="2643" y="4851"/>
                  </a:cubicBezTo>
                  <a:cubicBezTo>
                    <a:pt x="0" y="12911"/>
                    <a:pt x="6668" y="29723"/>
                    <a:pt x="6668" y="29723"/>
                  </a:cubicBezTo>
                  <a:cubicBezTo>
                    <a:pt x="6668" y="29723"/>
                    <a:pt x="10454" y="9530"/>
                    <a:pt x="10537" y="4851"/>
                  </a:cubicBezTo>
                  <a:cubicBezTo>
                    <a:pt x="10591" y="2222"/>
                    <a:pt x="8914" y="1"/>
                    <a:pt x="697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0"/>
            <p:cNvSpPr/>
            <p:nvPr/>
          </p:nvSpPr>
          <p:spPr>
            <a:xfrm>
              <a:off x="2492470" y="3581716"/>
              <a:ext cx="77078" cy="981024"/>
            </a:xfrm>
            <a:custGeom>
              <a:avLst/>
              <a:gdLst/>
              <a:ahLst/>
              <a:cxnLst/>
              <a:rect l="l" t="t" r="r" b="b"/>
              <a:pathLst>
                <a:path w="2335" h="29719" fill="none" extrusionOk="0">
                  <a:moveTo>
                    <a:pt x="2334" y="1"/>
                  </a:moveTo>
                  <a:cubicBezTo>
                    <a:pt x="2334" y="1"/>
                    <a:pt x="1" y="14717"/>
                    <a:pt x="2275" y="29719"/>
                  </a:cubicBezTo>
                </a:path>
              </a:pathLst>
            </a:custGeom>
            <a:noFill/>
            <a:ln w="3875" cap="rnd" cmpd="sng">
              <a:solidFill>
                <a:srgbClr val="0606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0"/>
            <p:cNvSpPr/>
            <p:nvPr/>
          </p:nvSpPr>
          <p:spPr>
            <a:xfrm>
              <a:off x="2249966" y="4249410"/>
              <a:ext cx="677596" cy="389221"/>
            </a:xfrm>
            <a:custGeom>
              <a:avLst/>
              <a:gdLst/>
              <a:ahLst/>
              <a:cxnLst/>
              <a:rect l="l" t="t" r="r" b="b"/>
              <a:pathLst>
                <a:path w="20527" h="11791" extrusionOk="0">
                  <a:moveTo>
                    <a:pt x="13341" y="0"/>
                  </a:moveTo>
                  <a:cubicBezTo>
                    <a:pt x="12541" y="0"/>
                    <a:pt x="11764" y="107"/>
                    <a:pt x="11073" y="313"/>
                  </a:cubicBezTo>
                  <a:cubicBezTo>
                    <a:pt x="9953" y="645"/>
                    <a:pt x="9239" y="1285"/>
                    <a:pt x="8832" y="1995"/>
                  </a:cubicBezTo>
                  <a:lnTo>
                    <a:pt x="8832" y="1995"/>
                  </a:lnTo>
                  <a:cubicBezTo>
                    <a:pt x="8412" y="1857"/>
                    <a:pt x="7926" y="1776"/>
                    <a:pt x="7395" y="1776"/>
                  </a:cubicBezTo>
                  <a:cubicBezTo>
                    <a:pt x="6568" y="1776"/>
                    <a:pt x="5634" y="1974"/>
                    <a:pt x="4680" y="2468"/>
                  </a:cubicBezTo>
                  <a:cubicBezTo>
                    <a:pt x="1929" y="3885"/>
                    <a:pt x="0" y="6635"/>
                    <a:pt x="929" y="11791"/>
                  </a:cubicBezTo>
                  <a:lnTo>
                    <a:pt x="20491" y="11791"/>
                  </a:lnTo>
                  <a:cubicBezTo>
                    <a:pt x="20491" y="11791"/>
                    <a:pt x="20526" y="9215"/>
                    <a:pt x="19468" y="7639"/>
                  </a:cubicBezTo>
                  <a:lnTo>
                    <a:pt x="19468" y="7639"/>
                  </a:lnTo>
                  <a:cubicBezTo>
                    <a:pt x="20051" y="6864"/>
                    <a:pt x="20359" y="5725"/>
                    <a:pt x="19967" y="4183"/>
                  </a:cubicBezTo>
                  <a:cubicBezTo>
                    <a:pt x="19236" y="1303"/>
                    <a:pt x="16142" y="0"/>
                    <a:pt x="13341" y="0"/>
                  </a:cubicBezTo>
                  <a:close/>
                </a:path>
              </a:pathLst>
            </a:custGeom>
            <a:solidFill>
              <a:srgbClr val="FFFFFF"/>
            </a:solidFill>
            <a:ln w="3875" cap="flat" cmpd="sng">
              <a:solidFill>
                <a:srgbClr val="06060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0"/>
            <p:cNvSpPr/>
            <p:nvPr/>
          </p:nvSpPr>
          <p:spPr>
            <a:xfrm>
              <a:off x="1187650" y="3741690"/>
              <a:ext cx="258171" cy="852912"/>
            </a:xfrm>
            <a:custGeom>
              <a:avLst/>
              <a:gdLst/>
              <a:ahLst/>
              <a:cxnLst/>
              <a:rect l="l" t="t" r="r" b="b"/>
              <a:pathLst>
                <a:path w="7821" h="25838" extrusionOk="0">
                  <a:moveTo>
                    <a:pt x="2876" y="0"/>
                  </a:moveTo>
                  <a:cubicBezTo>
                    <a:pt x="952" y="0"/>
                    <a:pt x="0" y="1789"/>
                    <a:pt x="712" y="6609"/>
                  </a:cubicBezTo>
                  <a:cubicBezTo>
                    <a:pt x="1593" y="12586"/>
                    <a:pt x="6594" y="25837"/>
                    <a:pt x="6594" y="25837"/>
                  </a:cubicBezTo>
                  <a:cubicBezTo>
                    <a:pt x="7820" y="21110"/>
                    <a:pt x="7308" y="1251"/>
                    <a:pt x="4403" y="286"/>
                  </a:cubicBezTo>
                  <a:cubicBezTo>
                    <a:pt x="3846" y="101"/>
                    <a:pt x="3334" y="0"/>
                    <a:pt x="287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0"/>
            <p:cNvSpPr/>
            <p:nvPr/>
          </p:nvSpPr>
          <p:spPr>
            <a:xfrm>
              <a:off x="1272061" y="3741690"/>
              <a:ext cx="133261" cy="852912"/>
            </a:xfrm>
            <a:custGeom>
              <a:avLst/>
              <a:gdLst/>
              <a:ahLst/>
              <a:cxnLst/>
              <a:rect l="l" t="t" r="r" b="b"/>
              <a:pathLst>
                <a:path w="4037" h="25838" fill="none" extrusionOk="0">
                  <a:moveTo>
                    <a:pt x="1" y="1"/>
                  </a:moveTo>
                  <a:cubicBezTo>
                    <a:pt x="1" y="1"/>
                    <a:pt x="3430" y="14252"/>
                    <a:pt x="4037" y="25837"/>
                  </a:cubicBezTo>
                </a:path>
              </a:pathLst>
            </a:custGeom>
            <a:noFill/>
            <a:ln w="3875" cap="rnd" cmpd="sng">
              <a:solidFill>
                <a:srgbClr val="0606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0"/>
            <p:cNvSpPr/>
            <p:nvPr/>
          </p:nvSpPr>
          <p:spPr>
            <a:xfrm>
              <a:off x="1430451" y="3713828"/>
              <a:ext cx="348652" cy="866612"/>
            </a:xfrm>
            <a:custGeom>
              <a:avLst/>
              <a:gdLst/>
              <a:ahLst/>
              <a:cxnLst/>
              <a:rect l="l" t="t" r="r" b="b"/>
              <a:pathLst>
                <a:path w="10562" h="26253" extrusionOk="0">
                  <a:moveTo>
                    <a:pt x="7554" y="0"/>
                  </a:moveTo>
                  <a:cubicBezTo>
                    <a:pt x="6153" y="0"/>
                    <a:pt x="4394" y="1219"/>
                    <a:pt x="2870" y="3976"/>
                  </a:cubicBezTo>
                  <a:cubicBezTo>
                    <a:pt x="1" y="9167"/>
                    <a:pt x="1168" y="26253"/>
                    <a:pt x="1168" y="26253"/>
                  </a:cubicBezTo>
                  <a:cubicBezTo>
                    <a:pt x="3108" y="20811"/>
                    <a:pt x="10562" y="6238"/>
                    <a:pt x="10014" y="2631"/>
                  </a:cubicBezTo>
                  <a:cubicBezTo>
                    <a:pt x="9746" y="950"/>
                    <a:pt x="8790" y="0"/>
                    <a:pt x="75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0"/>
            <p:cNvSpPr/>
            <p:nvPr/>
          </p:nvSpPr>
          <p:spPr>
            <a:xfrm>
              <a:off x="1468976" y="3725977"/>
              <a:ext cx="251569" cy="854464"/>
            </a:xfrm>
            <a:custGeom>
              <a:avLst/>
              <a:gdLst/>
              <a:ahLst/>
              <a:cxnLst/>
              <a:rect l="l" t="t" r="r" b="b"/>
              <a:pathLst>
                <a:path w="7621" h="25885" fill="none" extrusionOk="0">
                  <a:moveTo>
                    <a:pt x="1" y="25885"/>
                  </a:moveTo>
                  <a:cubicBezTo>
                    <a:pt x="1" y="25885"/>
                    <a:pt x="322" y="8382"/>
                    <a:pt x="7621" y="0"/>
                  </a:cubicBezTo>
                </a:path>
              </a:pathLst>
            </a:custGeom>
            <a:noFill/>
            <a:ln w="3875" cap="rnd" cmpd="sng">
              <a:solidFill>
                <a:srgbClr val="06060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0"/>
            <p:cNvSpPr/>
            <p:nvPr/>
          </p:nvSpPr>
          <p:spPr>
            <a:xfrm>
              <a:off x="1189532" y="4355872"/>
              <a:ext cx="622965" cy="307125"/>
            </a:xfrm>
            <a:custGeom>
              <a:avLst/>
              <a:gdLst/>
              <a:ahLst/>
              <a:cxnLst/>
              <a:rect l="l" t="t" r="r" b="b"/>
              <a:pathLst>
                <a:path w="18872" h="9304" extrusionOk="0">
                  <a:moveTo>
                    <a:pt x="8952" y="0"/>
                  </a:moveTo>
                  <a:cubicBezTo>
                    <a:pt x="8767" y="0"/>
                    <a:pt x="8577" y="10"/>
                    <a:pt x="8382" y="29"/>
                  </a:cubicBezTo>
                  <a:cubicBezTo>
                    <a:pt x="7010" y="171"/>
                    <a:pt x="6199" y="689"/>
                    <a:pt x="5755" y="1326"/>
                  </a:cubicBezTo>
                  <a:lnTo>
                    <a:pt x="5755" y="1326"/>
                  </a:lnTo>
                  <a:cubicBezTo>
                    <a:pt x="5657" y="1318"/>
                    <a:pt x="5556" y="1314"/>
                    <a:pt x="5454" y="1314"/>
                  </a:cubicBezTo>
                  <a:cubicBezTo>
                    <a:pt x="4091" y="1314"/>
                    <a:pt x="2372" y="2026"/>
                    <a:pt x="1501" y="3517"/>
                  </a:cubicBezTo>
                  <a:cubicBezTo>
                    <a:pt x="0" y="6065"/>
                    <a:pt x="131" y="9304"/>
                    <a:pt x="131" y="9304"/>
                  </a:cubicBezTo>
                  <a:lnTo>
                    <a:pt x="18872" y="9304"/>
                  </a:lnTo>
                  <a:cubicBezTo>
                    <a:pt x="18872" y="9304"/>
                    <a:pt x="18348" y="4780"/>
                    <a:pt x="16110" y="3029"/>
                  </a:cubicBezTo>
                  <a:cubicBezTo>
                    <a:pt x="14926" y="2098"/>
                    <a:pt x="13960" y="1878"/>
                    <a:pt x="13311" y="1878"/>
                  </a:cubicBezTo>
                  <a:cubicBezTo>
                    <a:pt x="13049" y="1878"/>
                    <a:pt x="12839" y="1914"/>
                    <a:pt x="12688" y="1953"/>
                  </a:cubicBezTo>
                  <a:lnTo>
                    <a:pt x="12688" y="1953"/>
                  </a:lnTo>
                  <a:cubicBezTo>
                    <a:pt x="12163" y="909"/>
                    <a:pt x="10787" y="0"/>
                    <a:pt x="8952" y="0"/>
                  </a:cubicBezTo>
                  <a:close/>
                </a:path>
              </a:pathLst>
            </a:custGeom>
            <a:solidFill>
              <a:srgbClr val="FFFFFF"/>
            </a:solidFill>
            <a:ln w="3875" cap="flat" cmpd="sng">
              <a:solidFill>
                <a:srgbClr val="06060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0"/>
            <p:cNvSpPr/>
            <p:nvPr/>
          </p:nvSpPr>
          <p:spPr>
            <a:xfrm>
              <a:off x="1698143" y="2906462"/>
              <a:ext cx="591902" cy="1353707"/>
            </a:xfrm>
            <a:custGeom>
              <a:avLst/>
              <a:gdLst/>
              <a:ahLst/>
              <a:cxnLst/>
              <a:rect l="l" t="t" r="r" b="b"/>
              <a:pathLst>
                <a:path w="17931" h="41009" extrusionOk="0">
                  <a:moveTo>
                    <a:pt x="0" y="1"/>
                  </a:moveTo>
                  <a:lnTo>
                    <a:pt x="1905" y="40173"/>
                  </a:lnTo>
                  <a:cubicBezTo>
                    <a:pt x="1905" y="40173"/>
                    <a:pt x="3831" y="41009"/>
                    <a:pt x="5948" y="41009"/>
                  </a:cubicBezTo>
                  <a:cubicBezTo>
                    <a:pt x="7006" y="41009"/>
                    <a:pt x="8112" y="40800"/>
                    <a:pt x="9049" y="40173"/>
                  </a:cubicBezTo>
                  <a:lnTo>
                    <a:pt x="9049" y="20504"/>
                  </a:lnTo>
                  <a:lnTo>
                    <a:pt x="11323" y="40518"/>
                  </a:lnTo>
                  <a:cubicBezTo>
                    <a:pt x="11323" y="40518"/>
                    <a:pt x="12915" y="41005"/>
                    <a:pt x="14630" y="41005"/>
                  </a:cubicBezTo>
                  <a:cubicBezTo>
                    <a:pt x="15841" y="41005"/>
                    <a:pt x="17113" y="40762"/>
                    <a:pt x="17931" y="39934"/>
                  </a:cubicBezTo>
                  <a:lnTo>
                    <a:pt x="15847" y="227"/>
                  </a:lnTo>
                  <a:cubicBezTo>
                    <a:pt x="13139" y="1045"/>
                    <a:pt x="10565" y="1325"/>
                    <a:pt x="8308" y="1325"/>
                  </a:cubicBezTo>
                  <a:cubicBezTo>
                    <a:pt x="3402" y="1325"/>
                    <a:pt x="0"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0"/>
            <p:cNvSpPr/>
            <p:nvPr/>
          </p:nvSpPr>
          <p:spPr>
            <a:xfrm>
              <a:off x="1793249" y="4243996"/>
              <a:ext cx="170596" cy="173765"/>
            </a:xfrm>
            <a:custGeom>
              <a:avLst/>
              <a:gdLst/>
              <a:ahLst/>
              <a:cxnLst/>
              <a:rect l="l" t="t" r="r" b="b"/>
              <a:pathLst>
                <a:path w="5168" h="5264" extrusionOk="0">
                  <a:moveTo>
                    <a:pt x="0" y="1"/>
                  </a:moveTo>
                  <a:lnTo>
                    <a:pt x="0" y="3930"/>
                  </a:lnTo>
                  <a:cubicBezTo>
                    <a:pt x="0" y="3930"/>
                    <a:pt x="1413" y="3851"/>
                    <a:pt x="2613" y="3851"/>
                  </a:cubicBezTo>
                  <a:cubicBezTo>
                    <a:pt x="3212" y="3851"/>
                    <a:pt x="3759" y="3870"/>
                    <a:pt x="4049" y="3930"/>
                  </a:cubicBezTo>
                  <a:cubicBezTo>
                    <a:pt x="4930" y="4109"/>
                    <a:pt x="4346" y="4990"/>
                    <a:pt x="5168" y="5263"/>
                  </a:cubicBezTo>
                  <a:lnTo>
                    <a:pt x="5168" y="144"/>
                  </a:lnTo>
                  <a:cubicBezTo>
                    <a:pt x="4481" y="389"/>
                    <a:pt x="3755" y="481"/>
                    <a:pt x="3051" y="481"/>
                  </a:cubicBezTo>
                  <a:cubicBezTo>
                    <a:pt x="1874" y="481"/>
                    <a:pt x="760" y="224"/>
                    <a:pt x="0" y="1"/>
                  </a:cubicBezTo>
                  <a:close/>
                </a:path>
              </a:pathLst>
            </a:custGeom>
            <a:solidFill>
              <a:srgbClr val="FFFFFF"/>
            </a:solidFill>
            <a:ln w="3875" cap="flat" cmpd="sng">
              <a:solidFill>
                <a:srgbClr val="06060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0"/>
            <p:cNvSpPr/>
            <p:nvPr/>
          </p:nvSpPr>
          <p:spPr>
            <a:xfrm>
              <a:off x="2102569" y="4240463"/>
              <a:ext cx="166667" cy="147027"/>
            </a:xfrm>
            <a:custGeom>
              <a:avLst/>
              <a:gdLst/>
              <a:ahLst/>
              <a:cxnLst/>
              <a:rect l="l" t="t" r="r" b="b"/>
              <a:pathLst>
                <a:path w="5049" h="4454" extrusionOk="0">
                  <a:moveTo>
                    <a:pt x="5049" y="1"/>
                  </a:moveTo>
                  <a:cubicBezTo>
                    <a:pt x="4275" y="448"/>
                    <a:pt x="3307" y="592"/>
                    <a:pt x="2378" y="592"/>
                  </a:cubicBezTo>
                  <a:cubicBezTo>
                    <a:pt x="1479" y="592"/>
                    <a:pt x="616" y="457"/>
                    <a:pt x="1" y="334"/>
                  </a:cubicBezTo>
                  <a:lnTo>
                    <a:pt x="1" y="334"/>
                  </a:lnTo>
                  <a:lnTo>
                    <a:pt x="215" y="4454"/>
                  </a:lnTo>
                  <a:cubicBezTo>
                    <a:pt x="215" y="4454"/>
                    <a:pt x="655" y="3704"/>
                    <a:pt x="1322" y="3620"/>
                  </a:cubicBezTo>
                  <a:cubicBezTo>
                    <a:pt x="1723" y="3562"/>
                    <a:pt x="2455" y="3526"/>
                    <a:pt x="3063" y="3526"/>
                  </a:cubicBezTo>
                  <a:cubicBezTo>
                    <a:pt x="3448" y="3526"/>
                    <a:pt x="3783" y="3540"/>
                    <a:pt x="3954" y="3573"/>
                  </a:cubicBezTo>
                  <a:cubicBezTo>
                    <a:pt x="4382" y="3668"/>
                    <a:pt x="5049" y="4454"/>
                    <a:pt x="5049" y="4454"/>
                  </a:cubicBezTo>
                  <a:lnTo>
                    <a:pt x="5049" y="1"/>
                  </a:lnTo>
                  <a:close/>
                </a:path>
              </a:pathLst>
            </a:custGeom>
            <a:solidFill>
              <a:srgbClr val="FFFFFF"/>
            </a:solidFill>
            <a:ln w="3875" cap="flat" cmpd="sng">
              <a:solidFill>
                <a:srgbClr val="06060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0"/>
            <p:cNvSpPr/>
            <p:nvPr/>
          </p:nvSpPr>
          <p:spPr>
            <a:xfrm>
              <a:off x="1922556" y="3260446"/>
              <a:ext cx="141118" cy="176273"/>
            </a:xfrm>
            <a:custGeom>
              <a:avLst/>
              <a:gdLst/>
              <a:ahLst/>
              <a:cxnLst/>
              <a:rect l="l" t="t" r="r" b="b"/>
              <a:pathLst>
                <a:path w="4275" h="5340" extrusionOk="0">
                  <a:moveTo>
                    <a:pt x="1916" y="0"/>
                  </a:moveTo>
                  <a:cubicBezTo>
                    <a:pt x="745" y="0"/>
                    <a:pt x="1" y="208"/>
                    <a:pt x="1" y="208"/>
                  </a:cubicBezTo>
                  <a:lnTo>
                    <a:pt x="2168" y="5339"/>
                  </a:lnTo>
                  <a:lnTo>
                    <a:pt x="4275" y="279"/>
                  </a:lnTo>
                  <a:cubicBezTo>
                    <a:pt x="3389" y="68"/>
                    <a:pt x="2583" y="0"/>
                    <a:pt x="19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0"/>
            <p:cNvSpPr/>
            <p:nvPr/>
          </p:nvSpPr>
          <p:spPr>
            <a:xfrm>
              <a:off x="2042058" y="4348973"/>
              <a:ext cx="291643" cy="336438"/>
            </a:xfrm>
            <a:custGeom>
              <a:avLst/>
              <a:gdLst/>
              <a:ahLst/>
              <a:cxnLst/>
              <a:rect l="l" t="t" r="r" b="b"/>
              <a:pathLst>
                <a:path w="8835" h="10192" extrusionOk="0">
                  <a:moveTo>
                    <a:pt x="4911" y="1"/>
                  </a:moveTo>
                  <a:cubicBezTo>
                    <a:pt x="4274" y="1"/>
                    <a:pt x="3507" y="37"/>
                    <a:pt x="3084" y="95"/>
                  </a:cubicBezTo>
                  <a:cubicBezTo>
                    <a:pt x="2381" y="178"/>
                    <a:pt x="1929" y="964"/>
                    <a:pt x="1929" y="964"/>
                  </a:cubicBezTo>
                  <a:cubicBezTo>
                    <a:pt x="1929" y="964"/>
                    <a:pt x="2215" y="4881"/>
                    <a:pt x="1095" y="6358"/>
                  </a:cubicBezTo>
                  <a:cubicBezTo>
                    <a:pt x="0" y="7834"/>
                    <a:pt x="310" y="9727"/>
                    <a:pt x="310" y="9727"/>
                  </a:cubicBezTo>
                  <a:cubicBezTo>
                    <a:pt x="1736" y="10069"/>
                    <a:pt x="3039" y="10191"/>
                    <a:pt x="4171" y="10191"/>
                  </a:cubicBezTo>
                  <a:cubicBezTo>
                    <a:pt x="6980" y="10191"/>
                    <a:pt x="8739" y="9441"/>
                    <a:pt x="8739" y="9441"/>
                  </a:cubicBezTo>
                  <a:cubicBezTo>
                    <a:pt x="8835" y="7608"/>
                    <a:pt x="7870" y="6001"/>
                    <a:pt x="7453" y="4667"/>
                  </a:cubicBezTo>
                  <a:cubicBezTo>
                    <a:pt x="7037" y="3322"/>
                    <a:pt x="6989" y="976"/>
                    <a:pt x="6989" y="976"/>
                  </a:cubicBezTo>
                  <a:cubicBezTo>
                    <a:pt x="6989" y="976"/>
                    <a:pt x="6310" y="143"/>
                    <a:pt x="5846" y="47"/>
                  </a:cubicBezTo>
                  <a:cubicBezTo>
                    <a:pt x="5666" y="15"/>
                    <a:pt x="5314" y="1"/>
                    <a:pt x="49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0"/>
            <p:cNvSpPr/>
            <p:nvPr/>
          </p:nvSpPr>
          <p:spPr>
            <a:xfrm>
              <a:off x="2050707" y="4635481"/>
              <a:ext cx="280651" cy="49944"/>
            </a:xfrm>
            <a:custGeom>
              <a:avLst/>
              <a:gdLst/>
              <a:ahLst/>
              <a:cxnLst/>
              <a:rect l="l" t="t" r="r" b="b"/>
              <a:pathLst>
                <a:path w="8502" h="1513" extrusionOk="0">
                  <a:moveTo>
                    <a:pt x="8477" y="0"/>
                  </a:moveTo>
                  <a:cubicBezTo>
                    <a:pt x="6900" y="474"/>
                    <a:pt x="5278" y="627"/>
                    <a:pt x="3838" y="627"/>
                  </a:cubicBezTo>
                  <a:cubicBezTo>
                    <a:pt x="2235" y="627"/>
                    <a:pt x="858" y="437"/>
                    <a:pt x="24" y="286"/>
                  </a:cubicBezTo>
                  <a:lnTo>
                    <a:pt x="24" y="286"/>
                  </a:lnTo>
                  <a:cubicBezTo>
                    <a:pt x="0" y="751"/>
                    <a:pt x="60" y="1048"/>
                    <a:pt x="60" y="1048"/>
                  </a:cubicBezTo>
                  <a:cubicBezTo>
                    <a:pt x="1490" y="1390"/>
                    <a:pt x="2794" y="1512"/>
                    <a:pt x="3927" y="1512"/>
                  </a:cubicBezTo>
                  <a:cubicBezTo>
                    <a:pt x="6736" y="1512"/>
                    <a:pt x="8489" y="762"/>
                    <a:pt x="8489" y="762"/>
                  </a:cubicBezTo>
                  <a:cubicBezTo>
                    <a:pt x="8501" y="512"/>
                    <a:pt x="8489" y="251"/>
                    <a:pt x="8477" y="0"/>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0"/>
            <p:cNvSpPr/>
            <p:nvPr/>
          </p:nvSpPr>
          <p:spPr>
            <a:xfrm>
              <a:off x="2122607" y="4413412"/>
              <a:ext cx="180829" cy="76946"/>
            </a:xfrm>
            <a:custGeom>
              <a:avLst/>
              <a:gdLst/>
              <a:ahLst/>
              <a:cxnLst/>
              <a:rect l="l" t="t" r="r" b="b"/>
              <a:pathLst>
                <a:path w="5478" h="2331" extrusionOk="0">
                  <a:moveTo>
                    <a:pt x="263" y="0"/>
                  </a:moveTo>
                  <a:cubicBezTo>
                    <a:pt x="1" y="0"/>
                    <a:pt x="1" y="417"/>
                    <a:pt x="263" y="417"/>
                  </a:cubicBezTo>
                  <a:cubicBezTo>
                    <a:pt x="1263" y="429"/>
                    <a:pt x="2263" y="429"/>
                    <a:pt x="3263" y="453"/>
                  </a:cubicBezTo>
                  <a:cubicBezTo>
                    <a:pt x="2275" y="655"/>
                    <a:pt x="1311" y="870"/>
                    <a:pt x="322" y="1060"/>
                  </a:cubicBezTo>
                  <a:cubicBezTo>
                    <a:pt x="72" y="1120"/>
                    <a:pt x="168" y="1441"/>
                    <a:pt x="382" y="1477"/>
                  </a:cubicBezTo>
                  <a:cubicBezTo>
                    <a:pt x="822" y="1536"/>
                    <a:pt x="1251" y="1560"/>
                    <a:pt x="1692" y="1584"/>
                  </a:cubicBezTo>
                  <a:cubicBezTo>
                    <a:pt x="1215" y="1679"/>
                    <a:pt x="763" y="1798"/>
                    <a:pt x="299" y="1917"/>
                  </a:cubicBezTo>
                  <a:cubicBezTo>
                    <a:pt x="47" y="1994"/>
                    <a:pt x="127" y="2331"/>
                    <a:pt x="353" y="2331"/>
                  </a:cubicBezTo>
                  <a:cubicBezTo>
                    <a:pt x="373" y="2331"/>
                    <a:pt x="395" y="2328"/>
                    <a:pt x="418" y="2322"/>
                  </a:cubicBezTo>
                  <a:cubicBezTo>
                    <a:pt x="1620" y="1977"/>
                    <a:pt x="2858" y="1727"/>
                    <a:pt x="4109" y="1560"/>
                  </a:cubicBezTo>
                  <a:cubicBezTo>
                    <a:pt x="4367" y="1537"/>
                    <a:pt x="4394" y="1143"/>
                    <a:pt x="4121" y="1143"/>
                  </a:cubicBezTo>
                  <a:cubicBezTo>
                    <a:pt x="4117" y="1143"/>
                    <a:pt x="4113" y="1143"/>
                    <a:pt x="4109" y="1143"/>
                  </a:cubicBezTo>
                  <a:cubicBezTo>
                    <a:pt x="3577" y="1161"/>
                    <a:pt x="3052" y="1172"/>
                    <a:pt x="2519" y="1172"/>
                  </a:cubicBezTo>
                  <a:cubicBezTo>
                    <a:pt x="2324" y="1172"/>
                    <a:pt x="2127" y="1170"/>
                    <a:pt x="1930" y="1167"/>
                  </a:cubicBezTo>
                  <a:cubicBezTo>
                    <a:pt x="3049" y="929"/>
                    <a:pt x="4168" y="691"/>
                    <a:pt x="5287" y="465"/>
                  </a:cubicBezTo>
                  <a:cubicBezTo>
                    <a:pt x="5478" y="417"/>
                    <a:pt x="5418" y="48"/>
                    <a:pt x="5192" y="48"/>
                  </a:cubicBezTo>
                  <a:cubicBezTo>
                    <a:pt x="3561" y="36"/>
                    <a:pt x="1906" y="12"/>
                    <a:pt x="263" y="0"/>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0"/>
            <p:cNvSpPr/>
            <p:nvPr/>
          </p:nvSpPr>
          <p:spPr>
            <a:xfrm>
              <a:off x="1698539" y="2906099"/>
              <a:ext cx="525882" cy="93451"/>
            </a:xfrm>
            <a:custGeom>
              <a:avLst/>
              <a:gdLst/>
              <a:ahLst/>
              <a:cxnLst/>
              <a:rect l="l" t="t" r="r" b="b"/>
              <a:pathLst>
                <a:path w="15931" h="2831" extrusionOk="0">
                  <a:moveTo>
                    <a:pt x="0" y="0"/>
                  </a:moveTo>
                  <a:lnTo>
                    <a:pt x="95" y="1905"/>
                  </a:lnTo>
                  <a:cubicBezTo>
                    <a:pt x="1756" y="2351"/>
                    <a:pt x="4309" y="2831"/>
                    <a:pt x="7522" y="2831"/>
                  </a:cubicBezTo>
                  <a:cubicBezTo>
                    <a:pt x="9974" y="2831"/>
                    <a:pt x="12812" y="2551"/>
                    <a:pt x="15931" y="1762"/>
                  </a:cubicBezTo>
                  <a:lnTo>
                    <a:pt x="15847" y="226"/>
                  </a:lnTo>
                  <a:cubicBezTo>
                    <a:pt x="13140" y="1040"/>
                    <a:pt x="10566" y="1319"/>
                    <a:pt x="8310" y="1319"/>
                  </a:cubicBezTo>
                  <a:cubicBezTo>
                    <a:pt x="3403" y="1319"/>
                    <a:pt x="0" y="0"/>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0"/>
            <p:cNvSpPr/>
            <p:nvPr/>
          </p:nvSpPr>
          <p:spPr>
            <a:xfrm>
              <a:off x="1996832" y="3583300"/>
              <a:ext cx="129729" cy="672513"/>
            </a:xfrm>
            <a:custGeom>
              <a:avLst/>
              <a:gdLst/>
              <a:ahLst/>
              <a:cxnLst/>
              <a:rect l="l" t="t" r="r" b="b"/>
              <a:pathLst>
                <a:path w="3930" h="20373" extrusionOk="0">
                  <a:moveTo>
                    <a:pt x="1" y="1"/>
                  </a:moveTo>
                  <a:lnTo>
                    <a:pt x="2275" y="20015"/>
                  </a:lnTo>
                  <a:cubicBezTo>
                    <a:pt x="2275" y="20015"/>
                    <a:pt x="2966" y="20217"/>
                    <a:pt x="3930" y="20372"/>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0"/>
            <p:cNvSpPr/>
            <p:nvPr/>
          </p:nvSpPr>
          <p:spPr>
            <a:xfrm>
              <a:off x="1910771" y="3256287"/>
              <a:ext cx="156831" cy="22480"/>
            </a:xfrm>
            <a:custGeom>
              <a:avLst/>
              <a:gdLst/>
              <a:ahLst/>
              <a:cxnLst/>
              <a:rect l="l" t="t" r="r" b="b"/>
              <a:pathLst>
                <a:path w="4751" h="681" extrusionOk="0">
                  <a:moveTo>
                    <a:pt x="2138" y="0"/>
                  </a:moveTo>
                  <a:cubicBezTo>
                    <a:pt x="815" y="0"/>
                    <a:pt x="135" y="409"/>
                    <a:pt x="96" y="441"/>
                  </a:cubicBezTo>
                  <a:cubicBezTo>
                    <a:pt x="36" y="465"/>
                    <a:pt x="0" y="560"/>
                    <a:pt x="48" y="620"/>
                  </a:cubicBezTo>
                  <a:cubicBezTo>
                    <a:pt x="63" y="657"/>
                    <a:pt x="107" y="681"/>
                    <a:pt x="152" y="681"/>
                  </a:cubicBezTo>
                  <a:cubicBezTo>
                    <a:pt x="178" y="681"/>
                    <a:pt x="205" y="673"/>
                    <a:pt x="227" y="655"/>
                  </a:cubicBezTo>
                  <a:cubicBezTo>
                    <a:pt x="227" y="648"/>
                    <a:pt x="872" y="263"/>
                    <a:pt x="2119" y="263"/>
                  </a:cubicBezTo>
                  <a:cubicBezTo>
                    <a:pt x="2765" y="263"/>
                    <a:pt x="3573" y="366"/>
                    <a:pt x="4537" y="679"/>
                  </a:cubicBezTo>
                  <a:lnTo>
                    <a:pt x="4584" y="679"/>
                  </a:lnTo>
                  <a:cubicBezTo>
                    <a:pt x="4644" y="679"/>
                    <a:pt x="4691" y="643"/>
                    <a:pt x="4739" y="584"/>
                  </a:cubicBezTo>
                  <a:cubicBezTo>
                    <a:pt x="4751" y="524"/>
                    <a:pt x="4715" y="453"/>
                    <a:pt x="4644" y="417"/>
                  </a:cubicBezTo>
                  <a:cubicBezTo>
                    <a:pt x="3643" y="105"/>
                    <a:pt x="2808" y="0"/>
                    <a:pt x="213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0"/>
            <p:cNvSpPr/>
            <p:nvPr/>
          </p:nvSpPr>
          <p:spPr>
            <a:xfrm>
              <a:off x="1984651" y="3255890"/>
              <a:ext cx="16538" cy="331750"/>
            </a:xfrm>
            <a:custGeom>
              <a:avLst/>
              <a:gdLst/>
              <a:ahLst/>
              <a:cxnLst/>
              <a:rect l="l" t="t" r="r" b="b"/>
              <a:pathLst>
                <a:path w="501" h="10050" extrusionOk="0">
                  <a:moveTo>
                    <a:pt x="132" y="1"/>
                  </a:moveTo>
                  <a:cubicBezTo>
                    <a:pt x="60" y="1"/>
                    <a:pt x="1" y="60"/>
                    <a:pt x="1" y="132"/>
                  </a:cubicBezTo>
                  <a:lnTo>
                    <a:pt x="239" y="9919"/>
                  </a:lnTo>
                  <a:cubicBezTo>
                    <a:pt x="239" y="9990"/>
                    <a:pt x="298" y="10049"/>
                    <a:pt x="370" y="10049"/>
                  </a:cubicBezTo>
                  <a:cubicBezTo>
                    <a:pt x="441" y="10049"/>
                    <a:pt x="501" y="9990"/>
                    <a:pt x="501" y="9919"/>
                  </a:cubicBezTo>
                  <a:lnTo>
                    <a:pt x="263" y="132"/>
                  </a:lnTo>
                  <a:cubicBezTo>
                    <a:pt x="263" y="60"/>
                    <a:pt x="203" y="1"/>
                    <a:pt x="13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0"/>
            <p:cNvSpPr/>
            <p:nvPr/>
          </p:nvSpPr>
          <p:spPr>
            <a:xfrm>
              <a:off x="1935530" y="2945317"/>
              <a:ext cx="36179" cy="198192"/>
            </a:xfrm>
            <a:custGeom>
              <a:avLst/>
              <a:gdLst/>
              <a:ahLst/>
              <a:cxnLst/>
              <a:rect l="l" t="t" r="r" b="b"/>
              <a:pathLst>
                <a:path w="1096" h="6004" extrusionOk="0">
                  <a:moveTo>
                    <a:pt x="942" y="1"/>
                  </a:moveTo>
                  <a:cubicBezTo>
                    <a:pt x="877" y="1"/>
                    <a:pt x="809" y="46"/>
                    <a:pt x="798" y="110"/>
                  </a:cubicBezTo>
                  <a:cubicBezTo>
                    <a:pt x="774" y="288"/>
                    <a:pt x="0" y="4503"/>
                    <a:pt x="810" y="5932"/>
                  </a:cubicBezTo>
                  <a:cubicBezTo>
                    <a:pt x="846" y="5968"/>
                    <a:pt x="893" y="6003"/>
                    <a:pt x="929" y="6003"/>
                  </a:cubicBezTo>
                  <a:cubicBezTo>
                    <a:pt x="953" y="6003"/>
                    <a:pt x="977" y="5992"/>
                    <a:pt x="1001" y="5968"/>
                  </a:cubicBezTo>
                  <a:cubicBezTo>
                    <a:pt x="1072" y="5944"/>
                    <a:pt x="1096" y="5849"/>
                    <a:pt x="1048" y="5789"/>
                  </a:cubicBezTo>
                  <a:cubicBezTo>
                    <a:pt x="274" y="4456"/>
                    <a:pt x="1048" y="205"/>
                    <a:pt x="1072" y="169"/>
                  </a:cubicBezTo>
                  <a:cubicBezTo>
                    <a:pt x="1084" y="98"/>
                    <a:pt x="1036" y="15"/>
                    <a:pt x="965" y="3"/>
                  </a:cubicBezTo>
                  <a:cubicBezTo>
                    <a:pt x="958" y="1"/>
                    <a:pt x="950" y="1"/>
                    <a:pt x="9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0"/>
            <p:cNvSpPr/>
            <p:nvPr/>
          </p:nvSpPr>
          <p:spPr>
            <a:xfrm>
              <a:off x="1702830" y="2920228"/>
              <a:ext cx="71962" cy="192613"/>
            </a:xfrm>
            <a:custGeom>
              <a:avLst/>
              <a:gdLst/>
              <a:ahLst/>
              <a:cxnLst/>
              <a:rect l="l" t="t" r="r" b="b"/>
              <a:pathLst>
                <a:path w="2180" h="5835" extrusionOk="0">
                  <a:moveTo>
                    <a:pt x="1751" y="1"/>
                  </a:moveTo>
                  <a:cubicBezTo>
                    <a:pt x="1668" y="25"/>
                    <a:pt x="1608" y="84"/>
                    <a:pt x="1608" y="155"/>
                  </a:cubicBezTo>
                  <a:cubicBezTo>
                    <a:pt x="1704" y="1608"/>
                    <a:pt x="1596" y="5394"/>
                    <a:pt x="144" y="5573"/>
                  </a:cubicBezTo>
                  <a:cubicBezTo>
                    <a:pt x="61" y="5585"/>
                    <a:pt x="1" y="5644"/>
                    <a:pt x="25" y="5716"/>
                  </a:cubicBezTo>
                  <a:cubicBezTo>
                    <a:pt x="37" y="5799"/>
                    <a:pt x="84" y="5835"/>
                    <a:pt x="156" y="5835"/>
                  </a:cubicBezTo>
                  <a:lnTo>
                    <a:pt x="180" y="5835"/>
                  </a:lnTo>
                  <a:cubicBezTo>
                    <a:pt x="2180" y="5597"/>
                    <a:pt x="1906" y="358"/>
                    <a:pt x="1894" y="144"/>
                  </a:cubicBezTo>
                  <a:cubicBezTo>
                    <a:pt x="1882" y="60"/>
                    <a:pt x="1823" y="1"/>
                    <a:pt x="17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0"/>
            <p:cNvSpPr/>
            <p:nvPr/>
          </p:nvSpPr>
          <p:spPr>
            <a:xfrm>
              <a:off x="2151690" y="2926137"/>
              <a:ext cx="83383" cy="170992"/>
            </a:xfrm>
            <a:custGeom>
              <a:avLst/>
              <a:gdLst/>
              <a:ahLst/>
              <a:cxnLst/>
              <a:rect l="l" t="t" r="r" b="b"/>
              <a:pathLst>
                <a:path w="2526" h="5180" extrusionOk="0">
                  <a:moveTo>
                    <a:pt x="132" y="0"/>
                  </a:moveTo>
                  <a:cubicBezTo>
                    <a:pt x="60" y="0"/>
                    <a:pt x="1" y="60"/>
                    <a:pt x="1" y="143"/>
                  </a:cubicBezTo>
                  <a:cubicBezTo>
                    <a:pt x="1" y="346"/>
                    <a:pt x="132" y="5060"/>
                    <a:pt x="2394" y="5180"/>
                  </a:cubicBezTo>
                  <a:cubicBezTo>
                    <a:pt x="2466" y="5180"/>
                    <a:pt x="2525" y="5120"/>
                    <a:pt x="2525" y="5060"/>
                  </a:cubicBezTo>
                  <a:cubicBezTo>
                    <a:pt x="2525" y="4989"/>
                    <a:pt x="2466" y="4918"/>
                    <a:pt x="2394" y="4918"/>
                  </a:cubicBezTo>
                  <a:cubicBezTo>
                    <a:pt x="382" y="4810"/>
                    <a:pt x="263" y="179"/>
                    <a:pt x="263" y="143"/>
                  </a:cubicBezTo>
                  <a:cubicBezTo>
                    <a:pt x="263" y="60"/>
                    <a:pt x="203" y="0"/>
                    <a:pt x="1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0"/>
            <p:cNvSpPr/>
            <p:nvPr/>
          </p:nvSpPr>
          <p:spPr>
            <a:xfrm>
              <a:off x="1596335" y="4362045"/>
              <a:ext cx="397374" cy="322904"/>
            </a:xfrm>
            <a:custGeom>
              <a:avLst/>
              <a:gdLst/>
              <a:ahLst/>
              <a:cxnLst/>
              <a:rect l="l" t="t" r="r" b="b"/>
              <a:pathLst>
                <a:path w="12038" h="9782" extrusionOk="0">
                  <a:moveTo>
                    <a:pt x="8638" y="1"/>
                  </a:moveTo>
                  <a:cubicBezTo>
                    <a:pt x="7403" y="1"/>
                    <a:pt x="5954" y="80"/>
                    <a:pt x="5954" y="80"/>
                  </a:cubicBezTo>
                  <a:cubicBezTo>
                    <a:pt x="5954" y="80"/>
                    <a:pt x="5668" y="2068"/>
                    <a:pt x="4227" y="3688"/>
                  </a:cubicBezTo>
                  <a:cubicBezTo>
                    <a:pt x="2727" y="5378"/>
                    <a:pt x="1143" y="6248"/>
                    <a:pt x="1143" y="6248"/>
                  </a:cubicBezTo>
                  <a:cubicBezTo>
                    <a:pt x="417" y="6617"/>
                    <a:pt x="0" y="8581"/>
                    <a:pt x="1143" y="9307"/>
                  </a:cubicBezTo>
                  <a:cubicBezTo>
                    <a:pt x="2048" y="9653"/>
                    <a:pt x="3199" y="9781"/>
                    <a:pt x="4408" y="9781"/>
                  </a:cubicBezTo>
                  <a:cubicBezTo>
                    <a:pt x="7861" y="9781"/>
                    <a:pt x="11788" y="8736"/>
                    <a:pt x="11788" y="8736"/>
                  </a:cubicBezTo>
                  <a:cubicBezTo>
                    <a:pt x="12038" y="6509"/>
                    <a:pt x="11264" y="1473"/>
                    <a:pt x="11264" y="1473"/>
                  </a:cubicBezTo>
                  <a:cubicBezTo>
                    <a:pt x="10418" y="1175"/>
                    <a:pt x="11026" y="259"/>
                    <a:pt x="10121" y="80"/>
                  </a:cubicBezTo>
                  <a:cubicBezTo>
                    <a:pt x="9819" y="21"/>
                    <a:pt x="9256" y="1"/>
                    <a:pt x="86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0"/>
            <p:cNvSpPr/>
            <p:nvPr/>
          </p:nvSpPr>
          <p:spPr>
            <a:xfrm>
              <a:off x="1613633" y="4622904"/>
              <a:ext cx="373805" cy="62059"/>
            </a:xfrm>
            <a:custGeom>
              <a:avLst/>
              <a:gdLst/>
              <a:ahLst/>
              <a:cxnLst/>
              <a:rect l="l" t="t" r="r" b="b"/>
              <a:pathLst>
                <a:path w="11324" h="1880" extrusionOk="0">
                  <a:moveTo>
                    <a:pt x="11323" y="0"/>
                  </a:moveTo>
                  <a:lnTo>
                    <a:pt x="11323" y="0"/>
                  </a:lnTo>
                  <a:cubicBezTo>
                    <a:pt x="8321" y="703"/>
                    <a:pt x="5894" y="931"/>
                    <a:pt x="4005" y="931"/>
                  </a:cubicBezTo>
                  <a:cubicBezTo>
                    <a:pt x="2179" y="931"/>
                    <a:pt x="855" y="717"/>
                    <a:pt x="0" y="512"/>
                  </a:cubicBezTo>
                  <a:lnTo>
                    <a:pt x="0" y="512"/>
                  </a:lnTo>
                  <a:cubicBezTo>
                    <a:pt x="107" y="870"/>
                    <a:pt x="298" y="1203"/>
                    <a:pt x="643" y="1405"/>
                  </a:cubicBezTo>
                  <a:cubicBezTo>
                    <a:pt x="1545" y="1751"/>
                    <a:pt x="2693" y="1879"/>
                    <a:pt x="3900" y="1879"/>
                  </a:cubicBezTo>
                  <a:cubicBezTo>
                    <a:pt x="7349" y="1879"/>
                    <a:pt x="11275" y="834"/>
                    <a:pt x="11275" y="834"/>
                  </a:cubicBezTo>
                  <a:cubicBezTo>
                    <a:pt x="11311" y="572"/>
                    <a:pt x="11323" y="298"/>
                    <a:pt x="11323" y="0"/>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0"/>
            <p:cNvSpPr/>
            <p:nvPr/>
          </p:nvSpPr>
          <p:spPr>
            <a:xfrm>
              <a:off x="1718247" y="4413412"/>
              <a:ext cx="202747" cy="77177"/>
            </a:xfrm>
            <a:custGeom>
              <a:avLst/>
              <a:gdLst/>
              <a:ahLst/>
              <a:cxnLst/>
              <a:rect l="l" t="t" r="r" b="b"/>
              <a:pathLst>
                <a:path w="6142" h="2338" extrusionOk="0">
                  <a:moveTo>
                    <a:pt x="1760" y="0"/>
                  </a:moveTo>
                  <a:cubicBezTo>
                    <a:pt x="1487" y="0"/>
                    <a:pt x="1487" y="417"/>
                    <a:pt x="1760" y="417"/>
                  </a:cubicBezTo>
                  <a:cubicBezTo>
                    <a:pt x="2070" y="417"/>
                    <a:pt x="2391" y="429"/>
                    <a:pt x="2713" y="429"/>
                  </a:cubicBezTo>
                  <a:cubicBezTo>
                    <a:pt x="2094" y="548"/>
                    <a:pt x="1487" y="703"/>
                    <a:pt x="879" y="870"/>
                  </a:cubicBezTo>
                  <a:cubicBezTo>
                    <a:pt x="689" y="929"/>
                    <a:pt x="665" y="1227"/>
                    <a:pt x="879" y="1263"/>
                  </a:cubicBezTo>
                  <a:cubicBezTo>
                    <a:pt x="1499" y="1405"/>
                    <a:pt x="2153" y="1441"/>
                    <a:pt x="2796" y="1441"/>
                  </a:cubicBezTo>
                  <a:lnTo>
                    <a:pt x="248" y="1941"/>
                  </a:lnTo>
                  <a:cubicBezTo>
                    <a:pt x="1" y="1975"/>
                    <a:pt x="93" y="2338"/>
                    <a:pt x="315" y="2338"/>
                  </a:cubicBezTo>
                  <a:cubicBezTo>
                    <a:pt x="328" y="2338"/>
                    <a:pt x="342" y="2337"/>
                    <a:pt x="356" y="2334"/>
                  </a:cubicBezTo>
                  <a:cubicBezTo>
                    <a:pt x="1951" y="2025"/>
                    <a:pt x="3534" y="1727"/>
                    <a:pt x="5130" y="1417"/>
                  </a:cubicBezTo>
                  <a:cubicBezTo>
                    <a:pt x="5368" y="1370"/>
                    <a:pt x="5309" y="1012"/>
                    <a:pt x="5070" y="1012"/>
                  </a:cubicBezTo>
                  <a:cubicBezTo>
                    <a:pt x="4431" y="1012"/>
                    <a:pt x="3783" y="1041"/>
                    <a:pt x="3136" y="1041"/>
                  </a:cubicBezTo>
                  <a:cubicBezTo>
                    <a:pt x="2759" y="1041"/>
                    <a:pt x="2383" y="1031"/>
                    <a:pt x="2010" y="1001"/>
                  </a:cubicBezTo>
                  <a:cubicBezTo>
                    <a:pt x="3273" y="703"/>
                    <a:pt x="4570" y="524"/>
                    <a:pt x="5880" y="465"/>
                  </a:cubicBezTo>
                  <a:cubicBezTo>
                    <a:pt x="6142" y="465"/>
                    <a:pt x="6142" y="60"/>
                    <a:pt x="5880" y="60"/>
                  </a:cubicBezTo>
                  <a:cubicBezTo>
                    <a:pt x="4511" y="48"/>
                    <a:pt x="3130" y="36"/>
                    <a:pt x="1760" y="0"/>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0"/>
            <p:cNvSpPr/>
            <p:nvPr/>
          </p:nvSpPr>
          <p:spPr>
            <a:xfrm>
              <a:off x="1815664" y="1625147"/>
              <a:ext cx="274346" cy="342083"/>
            </a:xfrm>
            <a:custGeom>
              <a:avLst/>
              <a:gdLst/>
              <a:ahLst/>
              <a:cxnLst/>
              <a:rect l="l" t="t" r="r" b="b"/>
              <a:pathLst>
                <a:path w="8311" h="10363" extrusionOk="0">
                  <a:moveTo>
                    <a:pt x="1274" y="1584"/>
                  </a:moveTo>
                  <a:lnTo>
                    <a:pt x="1274" y="1584"/>
                  </a:lnTo>
                  <a:cubicBezTo>
                    <a:pt x="1274" y="1584"/>
                    <a:pt x="1274" y="1584"/>
                    <a:pt x="1274" y="1584"/>
                  </a:cubicBezTo>
                  <a:cubicBezTo>
                    <a:pt x="1274" y="1584"/>
                    <a:pt x="1274" y="1584"/>
                    <a:pt x="1274" y="1584"/>
                  </a:cubicBezTo>
                  <a:lnTo>
                    <a:pt x="1274" y="1584"/>
                  </a:lnTo>
                  <a:cubicBezTo>
                    <a:pt x="1274" y="1584"/>
                    <a:pt x="1274" y="1584"/>
                    <a:pt x="1274" y="1584"/>
                  </a:cubicBezTo>
                  <a:close/>
                  <a:moveTo>
                    <a:pt x="4179" y="1"/>
                  </a:moveTo>
                  <a:cubicBezTo>
                    <a:pt x="4179" y="1"/>
                    <a:pt x="3980" y="1631"/>
                    <a:pt x="1912" y="1631"/>
                  </a:cubicBezTo>
                  <a:cubicBezTo>
                    <a:pt x="1717" y="1631"/>
                    <a:pt x="1505" y="1616"/>
                    <a:pt x="1274" y="1584"/>
                  </a:cubicBezTo>
                  <a:lnTo>
                    <a:pt x="1274" y="1584"/>
                  </a:lnTo>
                  <a:cubicBezTo>
                    <a:pt x="1289" y="1600"/>
                    <a:pt x="1415" y="2961"/>
                    <a:pt x="72" y="3680"/>
                  </a:cubicBezTo>
                  <a:cubicBezTo>
                    <a:pt x="72" y="3680"/>
                    <a:pt x="0" y="6168"/>
                    <a:pt x="381" y="7192"/>
                  </a:cubicBezTo>
                  <a:cubicBezTo>
                    <a:pt x="786" y="8216"/>
                    <a:pt x="3274" y="10264"/>
                    <a:pt x="4429" y="10359"/>
                  </a:cubicBezTo>
                  <a:cubicBezTo>
                    <a:pt x="4453" y="10361"/>
                    <a:pt x="4477" y="10362"/>
                    <a:pt x="4502" y="10362"/>
                  </a:cubicBezTo>
                  <a:cubicBezTo>
                    <a:pt x="5700" y="10362"/>
                    <a:pt x="8181" y="7862"/>
                    <a:pt x="8251" y="6882"/>
                  </a:cubicBezTo>
                  <a:cubicBezTo>
                    <a:pt x="8311" y="5882"/>
                    <a:pt x="8251" y="3442"/>
                    <a:pt x="8251" y="3442"/>
                  </a:cubicBezTo>
                  <a:cubicBezTo>
                    <a:pt x="8251" y="3442"/>
                    <a:pt x="6632" y="2763"/>
                    <a:pt x="6858" y="917"/>
                  </a:cubicBezTo>
                  <a:lnTo>
                    <a:pt x="6858" y="917"/>
                  </a:lnTo>
                  <a:cubicBezTo>
                    <a:pt x="6858" y="917"/>
                    <a:pt x="6465" y="1033"/>
                    <a:pt x="5970" y="1033"/>
                  </a:cubicBezTo>
                  <a:cubicBezTo>
                    <a:pt x="5340" y="1033"/>
                    <a:pt x="4546" y="847"/>
                    <a:pt x="4179" y="1"/>
                  </a:cubicBezTo>
                  <a:close/>
                </a:path>
              </a:pathLst>
            </a:custGeom>
            <a:solidFill>
              <a:srgbClr val="FFFFFF"/>
            </a:solidFill>
            <a:ln w="387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0"/>
            <p:cNvSpPr/>
            <p:nvPr/>
          </p:nvSpPr>
          <p:spPr>
            <a:xfrm>
              <a:off x="1708343" y="1467384"/>
              <a:ext cx="463824" cy="336669"/>
            </a:xfrm>
            <a:custGeom>
              <a:avLst/>
              <a:gdLst/>
              <a:ahLst/>
              <a:cxnLst/>
              <a:rect l="l" t="t" r="r" b="b"/>
              <a:pathLst>
                <a:path w="14051" h="10199" extrusionOk="0">
                  <a:moveTo>
                    <a:pt x="9339" y="1"/>
                  </a:moveTo>
                  <a:cubicBezTo>
                    <a:pt x="7497" y="1"/>
                    <a:pt x="7323" y="1732"/>
                    <a:pt x="7323" y="1732"/>
                  </a:cubicBezTo>
                  <a:cubicBezTo>
                    <a:pt x="7323" y="1732"/>
                    <a:pt x="6811" y="1164"/>
                    <a:pt x="6062" y="1164"/>
                  </a:cubicBezTo>
                  <a:cubicBezTo>
                    <a:pt x="5890" y="1164"/>
                    <a:pt x="5706" y="1194"/>
                    <a:pt x="5513" y="1267"/>
                  </a:cubicBezTo>
                  <a:cubicBezTo>
                    <a:pt x="4466" y="1672"/>
                    <a:pt x="4287" y="2863"/>
                    <a:pt x="4287" y="2863"/>
                  </a:cubicBezTo>
                  <a:cubicBezTo>
                    <a:pt x="4287" y="2863"/>
                    <a:pt x="3770" y="2275"/>
                    <a:pt x="2831" y="2275"/>
                  </a:cubicBezTo>
                  <a:cubicBezTo>
                    <a:pt x="2495" y="2275"/>
                    <a:pt x="2106" y="2350"/>
                    <a:pt x="1668" y="2553"/>
                  </a:cubicBezTo>
                  <a:cubicBezTo>
                    <a:pt x="1" y="3327"/>
                    <a:pt x="275" y="6030"/>
                    <a:pt x="1858" y="6256"/>
                  </a:cubicBezTo>
                  <a:cubicBezTo>
                    <a:pt x="1858" y="6256"/>
                    <a:pt x="775" y="7054"/>
                    <a:pt x="929" y="8340"/>
                  </a:cubicBezTo>
                  <a:cubicBezTo>
                    <a:pt x="1045" y="9326"/>
                    <a:pt x="2066" y="10199"/>
                    <a:pt x="3274" y="10199"/>
                  </a:cubicBezTo>
                  <a:cubicBezTo>
                    <a:pt x="3306" y="10199"/>
                    <a:pt x="3338" y="10198"/>
                    <a:pt x="3370" y="10197"/>
                  </a:cubicBezTo>
                  <a:cubicBezTo>
                    <a:pt x="3311" y="9292"/>
                    <a:pt x="3334" y="8447"/>
                    <a:pt x="3334" y="8447"/>
                  </a:cubicBezTo>
                  <a:cubicBezTo>
                    <a:pt x="4680" y="7709"/>
                    <a:pt x="4537" y="6328"/>
                    <a:pt x="4537" y="6328"/>
                  </a:cubicBezTo>
                  <a:lnTo>
                    <a:pt x="4537" y="6328"/>
                  </a:lnTo>
                  <a:cubicBezTo>
                    <a:pt x="4769" y="6360"/>
                    <a:pt x="4982" y="6374"/>
                    <a:pt x="5178" y="6374"/>
                  </a:cubicBezTo>
                  <a:cubicBezTo>
                    <a:pt x="7244" y="6374"/>
                    <a:pt x="7442" y="4756"/>
                    <a:pt x="7442" y="4756"/>
                  </a:cubicBezTo>
                  <a:cubicBezTo>
                    <a:pt x="7805" y="5594"/>
                    <a:pt x="8590" y="5781"/>
                    <a:pt x="9216" y="5781"/>
                  </a:cubicBezTo>
                  <a:cubicBezTo>
                    <a:pt x="9719" y="5781"/>
                    <a:pt x="10121" y="5661"/>
                    <a:pt x="10121" y="5661"/>
                  </a:cubicBezTo>
                  <a:lnTo>
                    <a:pt x="10121" y="5661"/>
                  </a:lnTo>
                  <a:cubicBezTo>
                    <a:pt x="9895" y="7506"/>
                    <a:pt x="11526" y="8185"/>
                    <a:pt x="11526" y="8185"/>
                  </a:cubicBezTo>
                  <a:cubicBezTo>
                    <a:pt x="11526" y="8185"/>
                    <a:pt x="11538" y="8685"/>
                    <a:pt x="11538" y="9304"/>
                  </a:cubicBezTo>
                  <a:lnTo>
                    <a:pt x="11550" y="9304"/>
                  </a:lnTo>
                  <a:cubicBezTo>
                    <a:pt x="11550" y="9304"/>
                    <a:pt x="11558" y="9304"/>
                    <a:pt x="11573" y="9304"/>
                  </a:cubicBezTo>
                  <a:cubicBezTo>
                    <a:pt x="11749" y="9304"/>
                    <a:pt x="12901" y="9264"/>
                    <a:pt x="13252" y="8221"/>
                  </a:cubicBezTo>
                  <a:cubicBezTo>
                    <a:pt x="13621" y="7090"/>
                    <a:pt x="12848" y="6244"/>
                    <a:pt x="12848" y="6244"/>
                  </a:cubicBezTo>
                  <a:cubicBezTo>
                    <a:pt x="12848" y="6244"/>
                    <a:pt x="14050" y="5530"/>
                    <a:pt x="13645" y="4303"/>
                  </a:cubicBezTo>
                  <a:cubicBezTo>
                    <a:pt x="13342" y="3365"/>
                    <a:pt x="12398" y="3258"/>
                    <a:pt x="11985" y="3258"/>
                  </a:cubicBezTo>
                  <a:cubicBezTo>
                    <a:pt x="11863" y="3258"/>
                    <a:pt x="11788" y="3268"/>
                    <a:pt x="11788" y="3268"/>
                  </a:cubicBezTo>
                  <a:cubicBezTo>
                    <a:pt x="11788" y="3268"/>
                    <a:pt x="12871" y="732"/>
                    <a:pt x="10216" y="112"/>
                  </a:cubicBezTo>
                  <a:cubicBezTo>
                    <a:pt x="9888" y="35"/>
                    <a:pt x="9597" y="1"/>
                    <a:pt x="9339" y="1"/>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0"/>
            <p:cNvSpPr/>
            <p:nvPr/>
          </p:nvSpPr>
          <p:spPr>
            <a:xfrm>
              <a:off x="1775093" y="1765975"/>
              <a:ext cx="48855" cy="80841"/>
            </a:xfrm>
            <a:custGeom>
              <a:avLst/>
              <a:gdLst/>
              <a:ahLst/>
              <a:cxnLst/>
              <a:rect l="l" t="t" r="r" b="b"/>
              <a:pathLst>
                <a:path w="1480" h="2449" extrusionOk="0">
                  <a:moveTo>
                    <a:pt x="788" y="1"/>
                  </a:moveTo>
                  <a:cubicBezTo>
                    <a:pt x="711" y="1"/>
                    <a:pt x="624" y="17"/>
                    <a:pt x="527" y="57"/>
                  </a:cubicBezTo>
                  <a:cubicBezTo>
                    <a:pt x="0" y="274"/>
                    <a:pt x="200" y="2449"/>
                    <a:pt x="1336" y="2449"/>
                  </a:cubicBezTo>
                  <a:cubicBezTo>
                    <a:pt x="1382" y="2449"/>
                    <a:pt x="1430" y="2445"/>
                    <a:pt x="1479" y="2438"/>
                  </a:cubicBezTo>
                  <a:cubicBezTo>
                    <a:pt x="1360" y="1831"/>
                    <a:pt x="1312" y="1009"/>
                    <a:pt x="1301" y="366"/>
                  </a:cubicBezTo>
                  <a:cubicBezTo>
                    <a:pt x="1301" y="366"/>
                    <a:pt x="1154" y="1"/>
                    <a:pt x="788" y="1"/>
                  </a:cubicBezTo>
                  <a:close/>
                </a:path>
              </a:pathLst>
            </a:custGeom>
            <a:solidFill>
              <a:srgbClr val="FFFFFF"/>
            </a:solidFill>
            <a:ln w="387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0"/>
            <p:cNvSpPr/>
            <p:nvPr/>
          </p:nvSpPr>
          <p:spPr>
            <a:xfrm>
              <a:off x="2088803" y="1766008"/>
              <a:ext cx="41692" cy="80445"/>
            </a:xfrm>
            <a:custGeom>
              <a:avLst/>
              <a:gdLst/>
              <a:ahLst/>
              <a:cxnLst/>
              <a:rect l="l" t="t" r="r" b="b"/>
              <a:pathLst>
                <a:path w="1263" h="2437" extrusionOk="0">
                  <a:moveTo>
                    <a:pt x="477" y="0"/>
                  </a:moveTo>
                  <a:cubicBezTo>
                    <a:pt x="224" y="0"/>
                    <a:pt x="77" y="173"/>
                    <a:pt x="13" y="282"/>
                  </a:cubicBezTo>
                  <a:cubicBezTo>
                    <a:pt x="25" y="996"/>
                    <a:pt x="25" y="1865"/>
                    <a:pt x="1" y="2437"/>
                  </a:cubicBezTo>
                  <a:cubicBezTo>
                    <a:pt x="1072" y="2365"/>
                    <a:pt x="1263" y="258"/>
                    <a:pt x="739" y="56"/>
                  </a:cubicBezTo>
                  <a:cubicBezTo>
                    <a:pt x="641" y="17"/>
                    <a:pt x="554" y="0"/>
                    <a:pt x="477" y="0"/>
                  </a:cubicBezTo>
                  <a:close/>
                </a:path>
              </a:pathLst>
            </a:custGeom>
            <a:solidFill>
              <a:srgbClr val="FFFFFF"/>
            </a:solidFill>
            <a:ln w="387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0"/>
            <p:cNvSpPr/>
            <p:nvPr/>
          </p:nvSpPr>
          <p:spPr>
            <a:xfrm>
              <a:off x="1874623" y="1739929"/>
              <a:ext cx="30270" cy="51132"/>
            </a:xfrm>
            <a:custGeom>
              <a:avLst/>
              <a:gdLst/>
              <a:ahLst/>
              <a:cxnLst/>
              <a:rect l="l" t="t" r="r" b="b"/>
              <a:pathLst>
                <a:path w="917" h="1549" extrusionOk="0">
                  <a:moveTo>
                    <a:pt x="452" y="0"/>
                  </a:moveTo>
                  <a:cubicBezTo>
                    <a:pt x="202" y="0"/>
                    <a:pt x="0" y="346"/>
                    <a:pt x="0" y="774"/>
                  </a:cubicBezTo>
                  <a:cubicBezTo>
                    <a:pt x="0" y="1191"/>
                    <a:pt x="202" y="1548"/>
                    <a:pt x="452" y="1548"/>
                  </a:cubicBezTo>
                  <a:cubicBezTo>
                    <a:pt x="714" y="1548"/>
                    <a:pt x="917" y="1191"/>
                    <a:pt x="917" y="774"/>
                  </a:cubicBezTo>
                  <a:cubicBezTo>
                    <a:pt x="917" y="346"/>
                    <a:pt x="714" y="0"/>
                    <a:pt x="452" y="0"/>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0"/>
            <p:cNvSpPr/>
            <p:nvPr/>
          </p:nvSpPr>
          <p:spPr>
            <a:xfrm>
              <a:off x="2002345" y="1739929"/>
              <a:ext cx="30303" cy="51132"/>
            </a:xfrm>
            <a:custGeom>
              <a:avLst/>
              <a:gdLst/>
              <a:ahLst/>
              <a:cxnLst/>
              <a:rect l="l" t="t" r="r" b="b"/>
              <a:pathLst>
                <a:path w="918" h="1549" extrusionOk="0">
                  <a:moveTo>
                    <a:pt x="453" y="0"/>
                  </a:moveTo>
                  <a:cubicBezTo>
                    <a:pt x="203" y="0"/>
                    <a:pt x="1" y="346"/>
                    <a:pt x="1" y="774"/>
                  </a:cubicBezTo>
                  <a:cubicBezTo>
                    <a:pt x="1" y="1191"/>
                    <a:pt x="203" y="1548"/>
                    <a:pt x="453" y="1548"/>
                  </a:cubicBezTo>
                  <a:cubicBezTo>
                    <a:pt x="715" y="1548"/>
                    <a:pt x="917" y="1191"/>
                    <a:pt x="917" y="774"/>
                  </a:cubicBezTo>
                  <a:cubicBezTo>
                    <a:pt x="917" y="346"/>
                    <a:pt x="715" y="0"/>
                    <a:pt x="453" y="0"/>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0"/>
            <p:cNvSpPr/>
            <p:nvPr/>
          </p:nvSpPr>
          <p:spPr>
            <a:xfrm>
              <a:off x="1925692" y="1729299"/>
              <a:ext cx="29907" cy="103816"/>
            </a:xfrm>
            <a:custGeom>
              <a:avLst/>
              <a:gdLst/>
              <a:ahLst/>
              <a:cxnLst/>
              <a:rect l="l" t="t" r="r" b="b"/>
              <a:pathLst>
                <a:path w="906" h="3145" extrusionOk="0">
                  <a:moveTo>
                    <a:pt x="537" y="1"/>
                  </a:moveTo>
                  <a:cubicBezTo>
                    <a:pt x="453" y="1"/>
                    <a:pt x="394" y="84"/>
                    <a:pt x="418" y="156"/>
                  </a:cubicBezTo>
                  <a:cubicBezTo>
                    <a:pt x="418" y="168"/>
                    <a:pt x="477" y="858"/>
                    <a:pt x="203" y="1632"/>
                  </a:cubicBezTo>
                  <a:cubicBezTo>
                    <a:pt x="13" y="2180"/>
                    <a:pt x="1" y="2525"/>
                    <a:pt x="132" y="2775"/>
                  </a:cubicBezTo>
                  <a:cubicBezTo>
                    <a:pt x="239" y="2966"/>
                    <a:pt x="429" y="3085"/>
                    <a:pt x="727" y="3144"/>
                  </a:cubicBezTo>
                  <a:lnTo>
                    <a:pt x="751" y="3144"/>
                  </a:lnTo>
                  <a:cubicBezTo>
                    <a:pt x="810" y="3144"/>
                    <a:pt x="870" y="3096"/>
                    <a:pt x="894" y="3037"/>
                  </a:cubicBezTo>
                  <a:cubicBezTo>
                    <a:pt x="906" y="2966"/>
                    <a:pt x="858" y="2894"/>
                    <a:pt x="787" y="2882"/>
                  </a:cubicBezTo>
                  <a:cubicBezTo>
                    <a:pt x="560" y="2835"/>
                    <a:pt x="429" y="2763"/>
                    <a:pt x="370" y="2644"/>
                  </a:cubicBezTo>
                  <a:cubicBezTo>
                    <a:pt x="275" y="2465"/>
                    <a:pt x="310" y="2180"/>
                    <a:pt x="477" y="1715"/>
                  </a:cubicBezTo>
                  <a:cubicBezTo>
                    <a:pt x="751" y="882"/>
                    <a:pt x="679" y="156"/>
                    <a:pt x="679" y="120"/>
                  </a:cubicBezTo>
                  <a:cubicBezTo>
                    <a:pt x="679" y="48"/>
                    <a:pt x="608" y="1"/>
                    <a:pt x="537" y="1"/>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0"/>
            <p:cNvSpPr/>
            <p:nvPr/>
          </p:nvSpPr>
          <p:spPr>
            <a:xfrm>
              <a:off x="1904069" y="1858540"/>
              <a:ext cx="103024" cy="15449"/>
            </a:xfrm>
            <a:custGeom>
              <a:avLst/>
              <a:gdLst/>
              <a:ahLst/>
              <a:cxnLst/>
              <a:rect l="l" t="t" r="r" b="b"/>
              <a:pathLst>
                <a:path w="3121" h="468" extrusionOk="0">
                  <a:moveTo>
                    <a:pt x="157" y="0"/>
                  </a:moveTo>
                  <a:cubicBezTo>
                    <a:pt x="95" y="0"/>
                    <a:pt x="33" y="28"/>
                    <a:pt x="13" y="98"/>
                  </a:cubicBezTo>
                  <a:cubicBezTo>
                    <a:pt x="1" y="170"/>
                    <a:pt x="25" y="241"/>
                    <a:pt x="96" y="277"/>
                  </a:cubicBezTo>
                  <a:cubicBezTo>
                    <a:pt x="132" y="289"/>
                    <a:pt x="680" y="467"/>
                    <a:pt x="1513" y="467"/>
                  </a:cubicBezTo>
                  <a:cubicBezTo>
                    <a:pt x="1942" y="467"/>
                    <a:pt x="2454" y="420"/>
                    <a:pt x="3001" y="277"/>
                  </a:cubicBezTo>
                  <a:cubicBezTo>
                    <a:pt x="3073" y="253"/>
                    <a:pt x="3120" y="182"/>
                    <a:pt x="3109" y="110"/>
                  </a:cubicBezTo>
                  <a:cubicBezTo>
                    <a:pt x="3098" y="46"/>
                    <a:pt x="3030" y="1"/>
                    <a:pt x="2964" y="1"/>
                  </a:cubicBezTo>
                  <a:cubicBezTo>
                    <a:pt x="2957" y="1"/>
                    <a:pt x="2949" y="2"/>
                    <a:pt x="2942" y="3"/>
                  </a:cubicBezTo>
                  <a:cubicBezTo>
                    <a:pt x="2422" y="138"/>
                    <a:pt x="1944" y="183"/>
                    <a:pt x="1538" y="183"/>
                  </a:cubicBezTo>
                  <a:cubicBezTo>
                    <a:pt x="726" y="183"/>
                    <a:pt x="199" y="3"/>
                    <a:pt x="191" y="3"/>
                  </a:cubicBezTo>
                  <a:cubicBezTo>
                    <a:pt x="180" y="1"/>
                    <a:pt x="169" y="0"/>
                    <a:pt x="157" y="0"/>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0"/>
            <p:cNvSpPr/>
            <p:nvPr/>
          </p:nvSpPr>
          <p:spPr>
            <a:xfrm>
              <a:off x="1849831" y="1702394"/>
              <a:ext cx="68034" cy="17132"/>
            </a:xfrm>
            <a:custGeom>
              <a:avLst/>
              <a:gdLst/>
              <a:ahLst/>
              <a:cxnLst/>
              <a:rect l="l" t="t" r="r" b="b"/>
              <a:pathLst>
                <a:path w="2061" h="519" extrusionOk="0">
                  <a:moveTo>
                    <a:pt x="1059" y="1"/>
                  </a:moveTo>
                  <a:cubicBezTo>
                    <a:pt x="752" y="1"/>
                    <a:pt x="408" y="64"/>
                    <a:pt x="96" y="268"/>
                  </a:cubicBezTo>
                  <a:cubicBezTo>
                    <a:pt x="13" y="316"/>
                    <a:pt x="1" y="399"/>
                    <a:pt x="49" y="459"/>
                  </a:cubicBezTo>
                  <a:cubicBezTo>
                    <a:pt x="72" y="506"/>
                    <a:pt x="120" y="518"/>
                    <a:pt x="168" y="518"/>
                  </a:cubicBezTo>
                  <a:cubicBezTo>
                    <a:pt x="180" y="518"/>
                    <a:pt x="215" y="518"/>
                    <a:pt x="239" y="494"/>
                  </a:cubicBezTo>
                  <a:cubicBezTo>
                    <a:pt x="496" y="326"/>
                    <a:pt x="783" y="273"/>
                    <a:pt x="1043" y="273"/>
                  </a:cubicBezTo>
                  <a:cubicBezTo>
                    <a:pt x="1480" y="273"/>
                    <a:pt x="1839" y="423"/>
                    <a:pt x="1846" y="423"/>
                  </a:cubicBezTo>
                  <a:cubicBezTo>
                    <a:pt x="1864" y="429"/>
                    <a:pt x="1882" y="432"/>
                    <a:pt x="1899" y="432"/>
                  </a:cubicBezTo>
                  <a:cubicBezTo>
                    <a:pt x="1955" y="432"/>
                    <a:pt x="2007" y="403"/>
                    <a:pt x="2025" y="340"/>
                  </a:cubicBezTo>
                  <a:cubicBezTo>
                    <a:pt x="2061" y="268"/>
                    <a:pt x="2025" y="197"/>
                    <a:pt x="1954" y="161"/>
                  </a:cubicBezTo>
                  <a:cubicBezTo>
                    <a:pt x="1925" y="154"/>
                    <a:pt x="1537" y="1"/>
                    <a:pt x="1059" y="1"/>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0"/>
            <p:cNvSpPr/>
            <p:nvPr/>
          </p:nvSpPr>
          <p:spPr>
            <a:xfrm>
              <a:off x="1987424" y="1702394"/>
              <a:ext cx="68001" cy="17132"/>
            </a:xfrm>
            <a:custGeom>
              <a:avLst/>
              <a:gdLst/>
              <a:ahLst/>
              <a:cxnLst/>
              <a:rect l="l" t="t" r="r" b="b"/>
              <a:pathLst>
                <a:path w="2060" h="519" extrusionOk="0">
                  <a:moveTo>
                    <a:pt x="1058" y="1"/>
                  </a:moveTo>
                  <a:cubicBezTo>
                    <a:pt x="751" y="1"/>
                    <a:pt x="407" y="64"/>
                    <a:pt x="95" y="268"/>
                  </a:cubicBezTo>
                  <a:cubicBezTo>
                    <a:pt x="12" y="316"/>
                    <a:pt x="0" y="399"/>
                    <a:pt x="48" y="459"/>
                  </a:cubicBezTo>
                  <a:cubicBezTo>
                    <a:pt x="72" y="506"/>
                    <a:pt x="119" y="518"/>
                    <a:pt x="167" y="518"/>
                  </a:cubicBezTo>
                  <a:cubicBezTo>
                    <a:pt x="179" y="518"/>
                    <a:pt x="214" y="518"/>
                    <a:pt x="238" y="494"/>
                  </a:cubicBezTo>
                  <a:cubicBezTo>
                    <a:pt x="495" y="326"/>
                    <a:pt x="783" y="273"/>
                    <a:pt x="1042" y="273"/>
                  </a:cubicBezTo>
                  <a:cubicBezTo>
                    <a:pt x="1479" y="273"/>
                    <a:pt x="1838" y="423"/>
                    <a:pt x="1846" y="423"/>
                  </a:cubicBezTo>
                  <a:cubicBezTo>
                    <a:pt x="1863" y="429"/>
                    <a:pt x="1881" y="432"/>
                    <a:pt x="1899" y="432"/>
                  </a:cubicBezTo>
                  <a:cubicBezTo>
                    <a:pt x="1954" y="432"/>
                    <a:pt x="2006" y="403"/>
                    <a:pt x="2024" y="340"/>
                  </a:cubicBezTo>
                  <a:cubicBezTo>
                    <a:pt x="2060" y="268"/>
                    <a:pt x="2024" y="197"/>
                    <a:pt x="1953" y="161"/>
                  </a:cubicBezTo>
                  <a:cubicBezTo>
                    <a:pt x="1924" y="154"/>
                    <a:pt x="1537" y="1"/>
                    <a:pt x="1058" y="1"/>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0"/>
            <p:cNvSpPr/>
            <p:nvPr/>
          </p:nvSpPr>
          <p:spPr>
            <a:xfrm>
              <a:off x="1920971" y="1726559"/>
              <a:ext cx="55457" cy="18122"/>
            </a:xfrm>
            <a:custGeom>
              <a:avLst/>
              <a:gdLst/>
              <a:ahLst/>
              <a:cxnLst/>
              <a:rect l="l" t="t" r="r" b="b"/>
              <a:pathLst>
                <a:path w="1680" h="549" extrusionOk="0">
                  <a:moveTo>
                    <a:pt x="899" y="0"/>
                  </a:moveTo>
                  <a:cubicBezTo>
                    <a:pt x="565" y="0"/>
                    <a:pt x="258" y="159"/>
                    <a:pt x="84" y="298"/>
                  </a:cubicBezTo>
                  <a:cubicBezTo>
                    <a:pt x="25" y="346"/>
                    <a:pt x="1" y="429"/>
                    <a:pt x="49" y="489"/>
                  </a:cubicBezTo>
                  <a:cubicBezTo>
                    <a:pt x="78" y="526"/>
                    <a:pt x="122" y="544"/>
                    <a:pt x="165" y="544"/>
                  </a:cubicBezTo>
                  <a:cubicBezTo>
                    <a:pt x="191" y="544"/>
                    <a:pt x="217" y="538"/>
                    <a:pt x="239" y="524"/>
                  </a:cubicBezTo>
                  <a:cubicBezTo>
                    <a:pt x="263" y="501"/>
                    <a:pt x="561" y="277"/>
                    <a:pt x="905" y="277"/>
                  </a:cubicBezTo>
                  <a:cubicBezTo>
                    <a:pt x="1078" y="277"/>
                    <a:pt x="1262" y="333"/>
                    <a:pt x="1430" y="501"/>
                  </a:cubicBezTo>
                  <a:cubicBezTo>
                    <a:pt x="1454" y="536"/>
                    <a:pt x="1489" y="548"/>
                    <a:pt x="1525" y="548"/>
                  </a:cubicBezTo>
                  <a:cubicBezTo>
                    <a:pt x="1549" y="548"/>
                    <a:pt x="1584" y="536"/>
                    <a:pt x="1620" y="501"/>
                  </a:cubicBezTo>
                  <a:cubicBezTo>
                    <a:pt x="1680" y="441"/>
                    <a:pt x="1680" y="370"/>
                    <a:pt x="1620" y="310"/>
                  </a:cubicBezTo>
                  <a:cubicBezTo>
                    <a:pt x="1392" y="82"/>
                    <a:pt x="1139" y="0"/>
                    <a:pt x="899" y="0"/>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0"/>
            <p:cNvSpPr/>
            <p:nvPr/>
          </p:nvSpPr>
          <p:spPr>
            <a:xfrm>
              <a:off x="1856136" y="1912877"/>
              <a:ext cx="218328" cy="295142"/>
            </a:xfrm>
            <a:custGeom>
              <a:avLst/>
              <a:gdLst/>
              <a:ahLst/>
              <a:cxnLst/>
              <a:rect l="l" t="t" r="r" b="b"/>
              <a:pathLst>
                <a:path w="6614" h="8941" extrusionOk="0">
                  <a:moveTo>
                    <a:pt x="5858" y="0"/>
                  </a:moveTo>
                  <a:lnTo>
                    <a:pt x="5858" y="0"/>
                  </a:lnTo>
                  <a:cubicBezTo>
                    <a:pt x="5019" y="862"/>
                    <a:pt x="3948" y="1646"/>
                    <a:pt x="3274" y="1646"/>
                  </a:cubicBezTo>
                  <a:cubicBezTo>
                    <a:pt x="3250" y="1646"/>
                    <a:pt x="3226" y="1645"/>
                    <a:pt x="3203" y="1643"/>
                  </a:cubicBezTo>
                  <a:cubicBezTo>
                    <a:pt x="2608" y="1584"/>
                    <a:pt x="1655" y="1024"/>
                    <a:pt x="822" y="333"/>
                  </a:cubicBezTo>
                  <a:lnTo>
                    <a:pt x="822" y="333"/>
                  </a:lnTo>
                  <a:cubicBezTo>
                    <a:pt x="822" y="334"/>
                    <a:pt x="1405" y="3810"/>
                    <a:pt x="405" y="4774"/>
                  </a:cubicBezTo>
                  <a:cubicBezTo>
                    <a:pt x="405" y="4774"/>
                    <a:pt x="0" y="8156"/>
                    <a:pt x="3334" y="8870"/>
                  </a:cubicBezTo>
                  <a:cubicBezTo>
                    <a:pt x="3557" y="8918"/>
                    <a:pt x="3764" y="8940"/>
                    <a:pt x="3955" y="8940"/>
                  </a:cubicBezTo>
                  <a:cubicBezTo>
                    <a:pt x="6614" y="8940"/>
                    <a:pt x="6251" y="4608"/>
                    <a:pt x="6251" y="4608"/>
                  </a:cubicBezTo>
                  <a:cubicBezTo>
                    <a:pt x="6251" y="4608"/>
                    <a:pt x="5203" y="3524"/>
                    <a:pt x="5858" y="0"/>
                  </a:cubicBezTo>
                  <a:close/>
                </a:path>
              </a:pathLst>
            </a:custGeom>
            <a:solidFill>
              <a:srgbClr val="FFFFFF"/>
            </a:solidFill>
            <a:ln w="387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0"/>
            <p:cNvSpPr/>
            <p:nvPr/>
          </p:nvSpPr>
          <p:spPr>
            <a:xfrm>
              <a:off x="1883635" y="1923870"/>
              <a:ext cx="141151" cy="99459"/>
            </a:xfrm>
            <a:custGeom>
              <a:avLst/>
              <a:gdLst/>
              <a:ahLst/>
              <a:cxnLst/>
              <a:rect l="l" t="t" r="r" b="b"/>
              <a:pathLst>
                <a:path w="4276" h="3013" extrusionOk="0">
                  <a:moveTo>
                    <a:pt x="1" y="0"/>
                  </a:moveTo>
                  <a:cubicBezTo>
                    <a:pt x="1" y="1"/>
                    <a:pt x="287" y="1667"/>
                    <a:pt x="120" y="3013"/>
                  </a:cubicBezTo>
                  <a:cubicBezTo>
                    <a:pt x="1108" y="2834"/>
                    <a:pt x="3204" y="2239"/>
                    <a:pt x="4275" y="358"/>
                  </a:cubicBezTo>
                  <a:lnTo>
                    <a:pt x="4275" y="358"/>
                  </a:lnTo>
                  <a:cubicBezTo>
                    <a:pt x="3632" y="911"/>
                    <a:pt x="2935" y="1314"/>
                    <a:pt x="2459" y="1314"/>
                  </a:cubicBezTo>
                  <a:cubicBezTo>
                    <a:pt x="2432" y="1314"/>
                    <a:pt x="2407" y="1313"/>
                    <a:pt x="2382" y="1310"/>
                  </a:cubicBezTo>
                  <a:cubicBezTo>
                    <a:pt x="1787" y="1251"/>
                    <a:pt x="834" y="691"/>
                    <a:pt x="1" y="0"/>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0"/>
            <p:cNvSpPr/>
            <p:nvPr/>
          </p:nvSpPr>
          <p:spPr>
            <a:xfrm>
              <a:off x="1641924" y="2059085"/>
              <a:ext cx="748733" cy="891468"/>
            </a:xfrm>
            <a:custGeom>
              <a:avLst/>
              <a:gdLst/>
              <a:ahLst/>
              <a:cxnLst/>
              <a:rect l="l" t="t" r="r" b="b"/>
              <a:pathLst>
                <a:path w="22682" h="27006" extrusionOk="0">
                  <a:moveTo>
                    <a:pt x="12716" y="0"/>
                  </a:moveTo>
                  <a:cubicBezTo>
                    <a:pt x="12716" y="0"/>
                    <a:pt x="13079" y="4284"/>
                    <a:pt x="10437" y="4284"/>
                  </a:cubicBezTo>
                  <a:cubicBezTo>
                    <a:pt x="10248" y="4284"/>
                    <a:pt x="10044" y="4262"/>
                    <a:pt x="9823" y="4215"/>
                  </a:cubicBezTo>
                  <a:cubicBezTo>
                    <a:pt x="6537" y="3513"/>
                    <a:pt x="6942" y="179"/>
                    <a:pt x="6942" y="179"/>
                  </a:cubicBezTo>
                  <a:lnTo>
                    <a:pt x="6942" y="179"/>
                  </a:lnTo>
                  <a:cubicBezTo>
                    <a:pt x="6942" y="179"/>
                    <a:pt x="2798" y="1322"/>
                    <a:pt x="1405" y="2250"/>
                  </a:cubicBezTo>
                  <a:cubicBezTo>
                    <a:pt x="1" y="3167"/>
                    <a:pt x="655" y="9227"/>
                    <a:pt x="882" y="11775"/>
                  </a:cubicBezTo>
                  <a:cubicBezTo>
                    <a:pt x="1108" y="14311"/>
                    <a:pt x="1715" y="25682"/>
                    <a:pt x="1715" y="25682"/>
                  </a:cubicBezTo>
                  <a:cubicBezTo>
                    <a:pt x="1715" y="25682"/>
                    <a:pt x="5117" y="27006"/>
                    <a:pt x="10023" y="27006"/>
                  </a:cubicBezTo>
                  <a:cubicBezTo>
                    <a:pt x="12280" y="27006"/>
                    <a:pt x="14854" y="26726"/>
                    <a:pt x="17562" y="25908"/>
                  </a:cubicBezTo>
                  <a:lnTo>
                    <a:pt x="18003" y="13883"/>
                  </a:lnTo>
                  <a:cubicBezTo>
                    <a:pt x="18003" y="13883"/>
                    <a:pt x="22170" y="12740"/>
                    <a:pt x="22432" y="12311"/>
                  </a:cubicBezTo>
                  <a:cubicBezTo>
                    <a:pt x="22682" y="11847"/>
                    <a:pt x="21015" y="5215"/>
                    <a:pt x="20455" y="3632"/>
                  </a:cubicBezTo>
                  <a:cubicBezTo>
                    <a:pt x="19884" y="2048"/>
                    <a:pt x="18265" y="1357"/>
                    <a:pt x="17348" y="1227"/>
                  </a:cubicBezTo>
                  <a:cubicBezTo>
                    <a:pt x="16419" y="1084"/>
                    <a:pt x="12717" y="0"/>
                    <a:pt x="127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0"/>
            <p:cNvSpPr/>
            <p:nvPr/>
          </p:nvSpPr>
          <p:spPr>
            <a:xfrm>
              <a:off x="1641924" y="2108603"/>
              <a:ext cx="97908" cy="567937"/>
            </a:xfrm>
            <a:custGeom>
              <a:avLst/>
              <a:gdLst/>
              <a:ahLst/>
              <a:cxnLst/>
              <a:rect l="l" t="t" r="r" b="b"/>
              <a:pathLst>
                <a:path w="2966" h="17205" extrusionOk="0">
                  <a:moveTo>
                    <a:pt x="2894" y="0"/>
                  </a:moveTo>
                  <a:lnTo>
                    <a:pt x="2894" y="0"/>
                  </a:lnTo>
                  <a:cubicBezTo>
                    <a:pt x="2298" y="238"/>
                    <a:pt x="1763" y="500"/>
                    <a:pt x="1405" y="739"/>
                  </a:cubicBezTo>
                  <a:cubicBezTo>
                    <a:pt x="1" y="1655"/>
                    <a:pt x="655" y="7716"/>
                    <a:pt x="882" y="10264"/>
                  </a:cubicBezTo>
                  <a:cubicBezTo>
                    <a:pt x="941" y="11049"/>
                    <a:pt x="1048" y="12704"/>
                    <a:pt x="1167" y="14585"/>
                  </a:cubicBezTo>
                  <a:lnTo>
                    <a:pt x="1310" y="17205"/>
                  </a:lnTo>
                  <a:cubicBezTo>
                    <a:pt x="1310" y="17205"/>
                    <a:pt x="2775" y="17050"/>
                    <a:pt x="2894" y="12490"/>
                  </a:cubicBezTo>
                  <a:cubicBezTo>
                    <a:pt x="2965" y="9287"/>
                    <a:pt x="2858" y="1786"/>
                    <a:pt x="28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0"/>
            <p:cNvSpPr/>
            <p:nvPr/>
          </p:nvSpPr>
          <p:spPr>
            <a:xfrm>
              <a:off x="2236200" y="2347178"/>
              <a:ext cx="73150" cy="169440"/>
            </a:xfrm>
            <a:custGeom>
              <a:avLst/>
              <a:gdLst/>
              <a:ahLst/>
              <a:cxnLst/>
              <a:rect l="l" t="t" r="r" b="b"/>
              <a:pathLst>
                <a:path w="2216" h="5133" extrusionOk="0">
                  <a:moveTo>
                    <a:pt x="608" y="0"/>
                  </a:moveTo>
                  <a:lnTo>
                    <a:pt x="1" y="5132"/>
                  </a:lnTo>
                  <a:cubicBezTo>
                    <a:pt x="1" y="5132"/>
                    <a:pt x="1096" y="4834"/>
                    <a:pt x="2215" y="4477"/>
                  </a:cubicBezTo>
                  <a:lnTo>
                    <a:pt x="1763" y="36"/>
                  </a:lnTo>
                  <a:lnTo>
                    <a:pt x="6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0"/>
            <p:cNvSpPr/>
            <p:nvPr/>
          </p:nvSpPr>
          <p:spPr>
            <a:xfrm>
              <a:off x="2110822" y="2784649"/>
              <a:ext cx="115601" cy="141514"/>
            </a:xfrm>
            <a:custGeom>
              <a:avLst/>
              <a:gdLst/>
              <a:ahLst/>
              <a:cxnLst/>
              <a:rect l="l" t="t" r="r" b="b"/>
              <a:pathLst>
                <a:path w="3502" h="4287" extrusionOk="0">
                  <a:moveTo>
                    <a:pt x="3501" y="0"/>
                  </a:moveTo>
                  <a:lnTo>
                    <a:pt x="3442" y="262"/>
                  </a:lnTo>
                  <a:lnTo>
                    <a:pt x="1" y="893"/>
                  </a:lnTo>
                  <a:lnTo>
                    <a:pt x="1918" y="4286"/>
                  </a:lnTo>
                  <a:cubicBezTo>
                    <a:pt x="2394" y="4167"/>
                    <a:pt x="2870" y="4048"/>
                    <a:pt x="3346" y="3905"/>
                  </a:cubicBezTo>
                  <a:lnTo>
                    <a:pt x="350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0"/>
            <p:cNvSpPr/>
            <p:nvPr/>
          </p:nvSpPr>
          <p:spPr>
            <a:xfrm>
              <a:off x="1516314" y="1819157"/>
              <a:ext cx="267909" cy="734572"/>
            </a:xfrm>
            <a:custGeom>
              <a:avLst/>
              <a:gdLst/>
              <a:ahLst/>
              <a:cxnLst/>
              <a:rect l="l" t="t" r="r" b="b"/>
              <a:pathLst>
                <a:path w="8116" h="22253" extrusionOk="0">
                  <a:moveTo>
                    <a:pt x="6180" y="1"/>
                  </a:moveTo>
                  <a:cubicBezTo>
                    <a:pt x="5936" y="1"/>
                    <a:pt x="5645" y="815"/>
                    <a:pt x="5508" y="1315"/>
                  </a:cubicBezTo>
                  <a:cubicBezTo>
                    <a:pt x="5341" y="1922"/>
                    <a:pt x="4818" y="2994"/>
                    <a:pt x="4782" y="3339"/>
                  </a:cubicBezTo>
                  <a:cubicBezTo>
                    <a:pt x="4782" y="3339"/>
                    <a:pt x="4520" y="5185"/>
                    <a:pt x="4329" y="6018"/>
                  </a:cubicBezTo>
                  <a:cubicBezTo>
                    <a:pt x="4139" y="6851"/>
                    <a:pt x="746" y="15341"/>
                    <a:pt x="329" y="18210"/>
                  </a:cubicBezTo>
                  <a:cubicBezTo>
                    <a:pt x="0" y="20472"/>
                    <a:pt x="1566" y="22252"/>
                    <a:pt x="3339" y="22252"/>
                  </a:cubicBezTo>
                  <a:cubicBezTo>
                    <a:pt x="3816" y="22252"/>
                    <a:pt x="4308" y="22124"/>
                    <a:pt x="4782" y="21841"/>
                  </a:cubicBezTo>
                  <a:cubicBezTo>
                    <a:pt x="6996" y="20496"/>
                    <a:pt x="6711" y="7554"/>
                    <a:pt x="6711" y="7554"/>
                  </a:cubicBezTo>
                  <a:cubicBezTo>
                    <a:pt x="6711" y="7554"/>
                    <a:pt x="7127" y="7090"/>
                    <a:pt x="7127" y="5554"/>
                  </a:cubicBezTo>
                  <a:cubicBezTo>
                    <a:pt x="7127" y="5554"/>
                    <a:pt x="7913" y="5280"/>
                    <a:pt x="8008" y="4804"/>
                  </a:cubicBezTo>
                  <a:cubicBezTo>
                    <a:pt x="8092" y="4315"/>
                    <a:pt x="8008" y="4006"/>
                    <a:pt x="8008" y="4006"/>
                  </a:cubicBezTo>
                  <a:cubicBezTo>
                    <a:pt x="8008" y="4006"/>
                    <a:pt x="8116" y="3315"/>
                    <a:pt x="7818" y="3220"/>
                  </a:cubicBezTo>
                  <a:cubicBezTo>
                    <a:pt x="7818" y="3220"/>
                    <a:pt x="7663" y="2327"/>
                    <a:pt x="7342" y="2196"/>
                  </a:cubicBezTo>
                  <a:cubicBezTo>
                    <a:pt x="7295" y="2178"/>
                    <a:pt x="7242" y="2170"/>
                    <a:pt x="7184" y="2170"/>
                  </a:cubicBezTo>
                  <a:cubicBezTo>
                    <a:pt x="6826" y="2170"/>
                    <a:pt x="6306" y="2470"/>
                    <a:pt x="6306" y="2470"/>
                  </a:cubicBezTo>
                  <a:cubicBezTo>
                    <a:pt x="6306" y="2470"/>
                    <a:pt x="6580" y="613"/>
                    <a:pt x="6330" y="124"/>
                  </a:cubicBezTo>
                  <a:cubicBezTo>
                    <a:pt x="6283" y="38"/>
                    <a:pt x="6233" y="1"/>
                    <a:pt x="6180" y="1"/>
                  </a:cubicBezTo>
                  <a:close/>
                </a:path>
              </a:pathLst>
            </a:custGeom>
            <a:solidFill>
              <a:srgbClr val="FFFFFF"/>
            </a:solidFill>
            <a:ln w="387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0"/>
            <p:cNvSpPr/>
            <p:nvPr/>
          </p:nvSpPr>
          <p:spPr>
            <a:xfrm>
              <a:off x="2231479" y="2342028"/>
              <a:ext cx="25187" cy="178881"/>
            </a:xfrm>
            <a:custGeom>
              <a:avLst/>
              <a:gdLst/>
              <a:ahLst/>
              <a:cxnLst/>
              <a:rect l="l" t="t" r="r" b="b"/>
              <a:pathLst>
                <a:path w="763" h="5419" extrusionOk="0">
                  <a:moveTo>
                    <a:pt x="613" y="0"/>
                  </a:moveTo>
                  <a:cubicBezTo>
                    <a:pt x="547" y="0"/>
                    <a:pt x="477" y="55"/>
                    <a:pt x="477" y="121"/>
                  </a:cubicBezTo>
                  <a:lnTo>
                    <a:pt x="1" y="5276"/>
                  </a:lnTo>
                  <a:cubicBezTo>
                    <a:pt x="1" y="5348"/>
                    <a:pt x="49" y="5407"/>
                    <a:pt x="144" y="5419"/>
                  </a:cubicBezTo>
                  <a:cubicBezTo>
                    <a:pt x="203" y="5419"/>
                    <a:pt x="263" y="5371"/>
                    <a:pt x="275" y="5300"/>
                  </a:cubicBezTo>
                  <a:lnTo>
                    <a:pt x="751" y="156"/>
                  </a:lnTo>
                  <a:cubicBezTo>
                    <a:pt x="763" y="73"/>
                    <a:pt x="703" y="2"/>
                    <a:pt x="632" y="2"/>
                  </a:cubicBezTo>
                  <a:cubicBezTo>
                    <a:pt x="626" y="1"/>
                    <a:pt x="619" y="0"/>
                    <a:pt x="613" y="0"/>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0"/>
            <p:cNvSpPr/>
            <p:nvPr/>
          </p:nvSpPr>
          <p:spPr>
            <a:xfrm>
              <a:off x="2236200" y="2341764"/>
              <a:ext cx="59385" cy="121378"/>
            </a:xfrm>
            <a:custGeom>
              <a:avLst/>
              <a:gdLst/>
              <a:ahLst/>
              <a:cxnLst/>
              <a:rect l="l" t="t" r="r" b="b"/>
              <a:pathLst>
                <a:path w="1799" h="3677" extrusionOk="0">
                  <a:moveTo>
                    <a:pt x="1638" y="1"/>
                  </a:moveTo>
                  <a:cubicBezTo>
                    <a:pt x="1587" y="1"/>
                    <a:pt x="1540" y="28"/>
                    <a:pt x="1513" y="81"/>
                  </a:cubicBezTo>
                  <a:lnTo>
                    <a:pt x="25" y="3474"/>
                  </a:lnTo>
                  <a:cubicBezTo>
                    <a:pt x="1" y="3558"/>
                    <a:pt x="25" y="3629"/>
                    <a:pt x="96" y="3653"/>
                  </a:cubicBezTo>
                  <a:cubicBezTo>
                    <a:pt x="132" y="3677"/>
                    <a:pt x="144" y="3677"/>
                    <a:pt x="156" y="3677"/>
                  </a:cubicBezTo>
                  <a:cubicBezTo>
                    <a:pt x="203" y="3677"/>
                    <a:pt x="251" y="3641"/>
                    <a:pt x="275" y="3582"/>
                  </a:cubicBezTo>
                  <a:lnTo>
                    <a:pt x="1763" y="188"/>
                  </a:lnTo>
                  <a:cubicBezTo>
                    <a:pt x="1799" y="117"/>
                    <a:pt x="1763" y="33"/>
                    <a:pt x="1691" y="10"/>
                  </a:cubicBezTo>
                  <a:cubicBezTo>
                    <a:pt x="1674" y="4"/>
                    <a:pt x="1656" y="1"/>
                    <a:pt x="1638" y="1"/>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0"/>
            <p:cNvSpPr/>
            <p:nvPr/>
          </p:nvSpPr>
          <p:spPr>
            <a:xfrm>
              <a:off x="1720525" y="1925454"/>
              <a:ext cx="53113" cy="11025"/>
            </a:xfrm>
            <a:custGeom>
              <a:avLst/>
              <a:gdLst/>
              <a:ahLst/>
              <a:cxnLst/>
              <a:rect l="l" t="t" r="r" b="b"/>
              <a:pathLst>
                <a:path w="1609" h="334" fill="none" extrusionOk="0">
                  <a:moveTo>
                    <a:pt x="1" y="333"/>
                  </a:moveTo>
                  <a:lnTo>
                    <a:pt x="1608" y="0"/>
                  </a:lnTo>
                </a:path>
              </a:pathLst>
            </a:custGeom>
            <a:noFill/>
            <a:ln w="3875" cap="flat" cmpd="sng">
              <a:solidFill>
                <a:srgbClr val="06060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0"/>
            <p:cNvSpPr/>
            <p:nvPr/>
          </p:nvSpPr>
          <p:spPr>
            <a:xfrm>
              <a:off x="1732310" y="1951368"/>
              <a:ext cx="47600" cy="11058"/>
            </a:xfrm>
            <a:custGeom>
              <a:avLst/>
              <a:gdLst/>
              <a:ahLst/>
              <a:cxnLst/>
              <a:rect l="l" t="t" r="r" b="b"/>
              <a:pathLst>
                <a:path w="1442" h="335" fill="none" extrusionOk="0">
                  <a:moveTo>
                    <a:pt x="1" y="334"/>
                  </a:moveTo>
                  <a:lnTo>
                    <a:pt x="1442" y="1"/>
                  </a:lnTo>
                </a:path>
              </a:pathLst>
            </a:custGeom>
            <a:noFill/>
            <a:ln w="3875" cap="flat" cmpd="sng">
              <a:solidFill>
                <a:srgbClr val="060606"/>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0"/>
            <p:cNvSpPr/>
            <p:nvPr/>
          </p:nvSpPr>
          <p:spPr>
            <a:xfrm>
              <a:off x="2087647" y="2397092"/>
              <a:ext cx="538855" cy="417048"/>
            </a:xfrm>
            <a:custGeom>
              <a:avLst/>
              <a:gdLst/>
              <a:ahLst/>
              <a:cxnLst/>
              <a:rect l="l" t="t" r="r" b="b"/>
              <a:pathLst>
                <a:path w="16324" h="12634" extrusionOk="0">
                  <a:moveTo>
                    <a:pt x="15276" y="1"/>
                  </a:moveTo>
                  <a:lnTo>
                    <a:pt x="0" y="2036"/>
                  </a:lnTo>
                  <a:lnTo>
                    <a:pt x="703" y="12633"/>
                  </a:lnTo>
                  <a:lnTo>
                    <a:pt x="16324" y="10883"/>
                  </a:lnTo>
                  <a:lnTo>
                    <a:pt x="152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0"/>
            <p:cNvSpPr/>
            <p:nvPr/>
          </p:nvSpPr>
          <p:spPr>
            <a:xfrm>
              <a:off x="2087647" y="2464304"/>
              <a:ext cx="538855" cy="349840"/>
            </a:xfrm>
            <a:custGeom>
              <a:avLst/>
              <a:gdLst/>
              <a:ahLst/>
              <a:cxnLst/>
              <a:rect l="l" t="t" r="r" b="b"/>
              <a:pathLst>
                <a:path w="16324" h="10598" extrusionOk="0">
                  <a:moveTo>
                    <a:pt x="0" y="0"/>
                  </a:moveTo>
                  <a:lnTo>
                    <a:pt x="703" y="10597"/>
                  </a:lnTo>
                  <a:lnTo>
                    <a:pt x="16324" y="8847"/>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0"/>
            <p:cNvSpPr/>
            <p:nvPr/>
          </p:nvSpPr>
          <p:spPr>
            <a:xfrm>
              <a:off x="2303808" y="2553930"/>
              <a:ext cx="108108" cy="108108"/>
            </a:xfrm>
            <a:custGeom>
              <a:avLst/>
              <a:gdLst/>
              <a:ahLst/>
              <a:cxnLst/>
              <a:rect l="l" t="t" r="r" b="b"/>
              <a:pathLst>
                <a:path w="3275" h="3275" extrusionOk="0">
                  <a:moveTo>
                    <a:pt x="1644" y="0"/>
                  </a:moveTo>
                  <a:cubicBezTo>
                    <a:pt x="739" y="0"/>
                    <a:pt x="1" y="726"/>
                    <a:pt x="1" y="1631"/>
                  </a:cubicBezTo>
                  <a:cubicBezTo>
                    <a:pt x="1" y="2536"/>
                    <a:pt x="739" y="3274"/>
                    <a:pt x="1644" y="3274"/>
                  </a:cubicBezTo>
                  <a:cubicBezTo>
                    <a:pt x="2537" y="3274"/>
                    <a:pt x="3275" y="2536"/>
                    <a:pt x="3275" y="1631"/>
                  </a:cubicBezTo>
                  <a:cubicBezTo>
                    <a:pt x="3275" y="726"/>
                    <a:pt x="2537" y="0"/>
                    <a:pt x="1644" y="0"/>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0"/>
            <p:cNvSpPr/>
            <p:nvPr/>
          </p:nvSpPr>
          <p:spPr>
            <a:xfrm>
              <a:off x="2273536" y="2626589"/>
              <a:ext cx="240181" cy="210967"/>
            </a:xfrm>
            <a:custGeom>
              <a:avLst/>
              <a:gdLst/>
              <a:ahLst/>
              <a:cxnLst/>
              <a:rect l="l" t="t" r="r" b="b"/>
              <a:pathLst>
                <a:path w="7276" h="6391" extrusionOk="0">
                  <a:moveTo>
                    <a:pt x="3622" y="1"/>
                  </a:moveTo>
                  <a:cubicBezTo>
                    <a:pt x="3618" y="1"/>
                    <a:pt x="3613" y="1"/>
                    <a:pt x="3608" y="2"/>
                  </a:cubicBezTo>
                  <a:cubicBezTo>
                    <a:pt x="3108" y="61"/>
                    <a:pt x="3525" y="1728"/>
                    <a:pt x="3525" y="1728"/>
                  </a:cubicBezTo>
                  <a:cubicBezTo>
                    <a:pt x="3525" y="1728"/>
                    <a:pt x="2865" y="335"/>
                    <a:pt x="2303" y="335"/>
                  </a:cubicBezTo>
                  <a:cubicBezTo>
                    <a:pt x="2261" y="335"/>
                    <a:pt x="2220" y="343"/>
                    <a:pt x="2180" y="359"/>
                  </a:cubicBezTo>
                  <a:cubicBezTo>
                    <a:pt x="1584" y="585"/>
                    <a:pt x="2799" y="2633"/>
                    <a:pt x="2799" y="2633"/>
                  </a:cubicBezTo>
                  <a:cubicBezTo>
                    <a:pt x="2799" y="2633"/>
                    <a:pt x="1412" y="954"/>
                    <a:pt x="974" y="954"/>
                  </a:cubicBezTo>
                  <a:cubicBezTo>
                    <a:pt x="953" y="954"/>
                    <a:pt x="934" y="958"/>
                    <a:pt x="918" y="966"/>
                  </a:cubicBezTo>
                  <a:cubicBezTo>
                    <a:pt x="560" y="1145"/>
                    <a:pt x="1620" y="3074"/>
                    <a:pt x="1620" y="3074"/>
                  </a:cubicBezTo>
                  <a:cubicBezTo>
                    <a:pt x="1620" y="3074"/>
                    <a:pt x="695" y="2012"/>
                    <a:pt x="337" y="2012"/>
                  </a:cubicBezTo>
                  <a:cubicBezTo>
                    <a:pt x="313" y="2012"/>
                    <a:pt x="293" y="2016"/>
                    <a:pt x="275" y="2026"/>
                  </a:cubicBezTo>
                  <a:cubicBezTo>
                    <a:pt x="1" y="2169"/>
                    <a:pt x="513" y="3466"/>
                    <a:pt x="1692" y="4943"/>
                  </a:cubicBezTo>
                  <a:cubicBezTo>
                    <a:pt x="2804" y="6351"/>
                    <a:pt x="3755" y="6384"/>
                    <a:pt x="3840" y="6384"/>
                  </a:cubicBezTo>
                  <a:cubicBezTo>
                    <a:pt x="3844" y="6384"/>
                    <a:pt x="3847" y="6383"/>
                    <a:pt x="3847" y="6383"/>
                  </a:cubicBezTo>
                  <a:cubicBezTo>
                    <a:pt x="3847" y="6383"/>
                    <a:pt x="3896" y="6390"/>
                    <a:pt x="3982" y="6390"/>
                  </a:cubicBezTo>
                  <a:cubicBezTo>
                    <a:pt x="4308" y="6390"/>
                    <a:pt x="5163" y="6294"/>
                    <a:pt x="5906" y="5371"/>
                  </a:cubicBezTo>
                  <a:cubicBezTo>
                    <a:pt x="6847" y="4240"/>
                    <a:pt x="7276" y="2276"/>
                    <a:pt x="6811" y="2097"/>
                  </a:cubicBezTo>
                  <a:cubicBezTo>
                    <a:pt x="6780" y="2085"/>
                    <a:pt x="6747" y="2080"/>
                    <a:pt x="6713" y="2080"/>
                  </a:cubicBezTo>
                  <a:cubicBezTo>
                    <a:pt x="6235" y="2080"/>
                    <a:pt x="5549" y="3181"/>
                    <a:pt x="5549" y="3181"/>
                  </a:cubicBezTo>
                  <a:cubicBezTo>
                    <a:pt x="5549" y="3181"/>
                    <a:pt x="4135" y="1"/>
                    <a:pt x="3622" y="1"/>
                  </a:cubicBezTo>
                  <a:close/>
                </a:path>
              </a:pathLst>
            </a:custGeom>
            <a:solidFill>
              <a:srgbClr val="FFFFFF"/>
            </a:solidFill>
            <a:ln w="3875" cap="flat" cmpd="sng">
              <a:solidFill>
                <a:schemeClr val="dk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0"/>
            <p:cNvSpPr/>
            <p:nvPr/>
          </p:nvSpPr>
          <p:spPr>
            <a:xfrm>
              <a:off x="1828605" y="1806744"/>
              <a:ext cx="64105" cy="45224"/>
            </a:xfrm>
            <a:custGeom>
              <a:avLst/>
              <a:gdLst/>
              <a:ahLst/>
              <a:cxnLst/>
              <a:rect l="l" t="t" r="r" b="b"/>
              <a:pathLst>
                <a:path w="1942" h="1370" extrusionOk="0">
                  <a:moveTo>
                    <a:pt x="965" y="0"/>
                  </a:moveTo>
                  <a:cubicBezTo>
                    <a:pt x="442" y="0"/>
                    <a:pt x="1" y="298"/>
                    <a:pt x="1" y="679"/>
                  </a:cubicBezTo>
                  <a:cubicBezTo>
                    <a:pt x="1" y="1060"/>
                    <a:pt x="442" y="1370"/>
                    <a:pt x="965" y="1370"/>
                  </a:cubicBezTo>
                  <a:cubicBezTo>
                    <a:pt x="1501" y="1370"/>
                    <a:pt x="1942" y="1060"/>
                    <a:pt x="1942" y="679"/>
                  </a:cubicBezTo>
                  <a:cubicBezTo>
                    <a:pt x="1942" y="298"/>
                    <a:pt x="1501" y="0"/>
                    <a:pt x="9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0"/>
            <p:cNvSpPr/>
            <p:nvPr/>
          </p:nvSpPr>
          <p:spPr>
            <a:xfrm>
              <a:off x="2013338" y="1806744"/>
              <a:ext cx="64105" cy="45224"/>
            </a:xfrm>
            <a:custGeom>
              <a:avLst/>
              <a:gdLst/>
              <a:ahLst/>
              <a:cxnLst/>
              <a:rect l="l" t="t" r="r" b="b"/>
              <a:pathLst>
                <a:path w="1942" h="1370" extrusionOk="0">
                  <a:moveTo>
                    <a:pt x="965" y="0"/>
                  </a:moveTo>
                  <a:cubicBezTo>
                    <a:pt x="441" y="0"/>
                    <a:pt x="1" y="298"/>
                    <a:pt x="1" y="679"/>
                  </a:cubicBezTo>
                  <a:cubicBezTo>
                    <a:pt x="1" y="1060"/>
                    <a:pt x="441" y="1370"/>
                    <a:pt x="965" y="1370"/>
                  </a:cubicBezTo>
                  <a:cubicBezTo>
                    <a:pt x="1501" y="1370"/>
                    <a:pt x="1942" y="1060"/>
                    <a:pt x="1942" y="679"/>
                  </a:cubicBezTo>
                  <a:cubicBezTo>
                    <a:pt x="1942" y="298"/>
                    <a:pt x="1501" y="0"/>
                    <a:pt x="9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0"/>
            <p:cNvSpPr/>
            <p:nvPr/>
          </p:nvSpPr>
          <p:spPr>
            <a:xfrm>
              <a:off x="1804242" y="1699423"/>
              <a:ext cx="131710" cy="131710"/>
            </a:xfrm>
            <a:custGeom>
              <a:avLst/>
              <a:gdLst/>
              <a:ahLst/>
              <a:cxnLst/>
              <a:rect l="l" t="t" r="r" b="b"/>
              <a:pathLst>
                <a:path w="3990" h="3990" extrusionOk="0">
                  <a:moveTo>
                    <a:pt x="1989" y="275"/>
                  </a:moveTo>
                  <a:cubicBezTo>
                    <a:pt x="2942" y="275"/>
                    <a:pt x="3716" y="1049"/>
                    <a:pt x="3716" y="2001"/>
                  </a:cubicBezTo>
                  <a:cubicBezTo>
                    <a:pt x="3716" y="2954"/>
                    <a:pt x="2942" y="3728"/>
                    <a:pt x="1989" y="3728"/>
                  </a:cubicBezTo>
                  <a:cubicBezTo>
                    <a:pt x="1037" y="3728"/>
                    <a:pt x="263" y="2954"/>
                    <a:pt x="263" y="2001"/>
                  </a:cubicBezTo>
                  <a:cubicBezTo>
                    <a:pt x="263" y="1049"/>
                    <a:pt x="1037" y="275"/>
                    <a:pt x="1989" y="275"/>
                  </a:cubicBezTo>
                  <a:close/>
                  <a:moveTo>
                    <a:pt x="1989" y="1"/>
                  </a:moveTo>
                  <a:cubicBezTo>
                    <a:pt x="894" y="1"/>
                    <a:pt x="1" y="894"/>
                    <a:pt x="1" y="2001"/>
                  </a:cubicBezTo>
                  <a:cubicBezTo>
                    <a:pt x="1" y="3097"/>
                    <a:pt x="894" y="3990"/>
                    <a:pt x="1989" y="3990"/>
                  </a:cubicBezTo>
                  <a:cubicBezTo>
                    <a:pt x="3096" y="3990"/>
                    <a:pt x="3989" y="3097"/>
                    <a:pt x="3989" y="2001"/>
                  </a:cubicBezTo>
                  <a:cubicBezTo>
                    <a:pt x="3989" y="894"/>
                    <a:pt x="3096" y="1"/>
                    <a:pt x="1989" y="1"/>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0"/>
            <p:cNvSpPr/>
            <p:nvPr/>
          </p:nvSpPr>
          <p:spPr>
            <a:xfrm>
              <a:off x="1961873" y="1699423"/>
              <a:ext cx="131677" cy="131710"/>
            </a:xfrm>
            <a:custGeom>
              <a:avLst/>
              <a:gdLst/>
              <a:ahLst/>
              <a:cxnLst/>
              <a:rect l="l" t="t" r="r" b="b"/>
              <a:pathLst>
                <a:path w="3989" h="3990" extrusionOk="0">
                  <a:moveTo>
                    <a:pt x="2000" y="275"/>
                  </a:moveTo>
                  <a:cubicBezTo>
                    <a:pt x="2953" y="275"/>
                    <a:pt x="3727" y="1049"/>
                    <a:pt x="3727" y="2001"/>
                  </a:cubicBezTo>
                  <a:cubicBezTo>
                    <a:pt x="3727" y="2954"/>
                    <a:pt x="2953" y="3728"/>
                    <a:pt x="2000" y="3728"/>
                  </a:cubicBezTo>
                  <a:cubicBezTo>
                    <a:pt x="1048" y="3728"/>
                    <a:pt x="274" y="2954"/>
                    <a:pt x="274" y="2001"/>
                  </a:cubicBezTo>
                  <a:cubicBezTo>
                    <a:pt x="274" y="1049"/>
                    <a:pt x="1048" y="275"/>
                    <a:pt x="2000" y="275"/>
                  </a:cubicBezTo>
                  <a:close/>
                  <a:moveTo>
                    <a:pt x="2000" y="1"/>
                  </a:moveTo>
                  <a:cubicBezTo>
                    <a:pt x="893" y="1"/>
                    <a:pt x="0" y="894"/>
                    <a:pt x="0" y="2001"/>
                  </a:cubicBezTo>
                  <a:cubicBezTo>
                    <a:pt x="0" y="3097"/>
                    <a:pt x="893" y="3990"/>
                    <a:pt x="2000" y="3990"/>
                  </a:cubicBezTo>
                  <a:cubicBezTo>
                    <a:pt x="3096" y="3990"/>
                    <a:pt x="3989" y="3097"/>
                    <a:pt x="3989" y="2001"/>
                  </a:cubicBezTo>
                  <a:cubicBezTo>
                    <a:pt x="3989" y="894"/>
                    <a:pt x="3096" y="1"/>
                    <a:pt x="2000" y="1"/>
                  </a:cubicBezTo>
                  <a:close/>
                </a:path>
              </a:pathLst>
            </a:custGeom>
            <a:solidFill>
              <a:srgbClr val="0606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0"/>
            <p:cNvSpPr/>
            <p:nvPr/>
          </p:nvSpPr>
          <p:spPr>
            <a:xfrm>
              <a:off x="2012975" y="1490823"/>
              <a:ext cx="49152" cy="42649"/>
            </a:xfrm>
            <a:custGeom>
              <a:avLst/>
              <a:gdLst/>
              <a:ahLst/>
              <a:cxnLst/>
              <a:rect l="l" t="t" r="r" b="b"/>
              <a:pathLst>
                <a:path w="1489" h="1292" extrusionOk="0">
                  <a:moveTo>
                    <a:pt x="667" y="992"/>
                  </a:moveTo>
                  <a:lnTo>
                    <a:pt x="667" y="992"/>
                  </a:lnTo>
                  <a:cubicBezTo>
                    <a:pt x="680" y="1006"/>
                    <a:pt x="691" y="1020"/>
                    <a:pt x="702" y="1034"/>
                  </a:cubicBezTo>
                  <a:cubicBezTo>
                    <a:pt x="690" y="1021"/>
                    <a:pt x="678" y="1006"/>
                    <a:pt x="667" y="992"/>
                  </a:cubicBezTo>
                  <a:close/>
                  <a:moveTo>
                    <a:pt x="441" y="1"/>
                  </a:moveTo>
                  <a:cubicBezTo>
                    <a:pt x="414" y="1"/>
                    <a:pt x="387" y="4"/>
                    <a:pt x="357" y="10"/>
                  </a:cubicBezTo>
                  <a:cubicBezTo>
                    <a:pt x="298" y="10"/>
                    <a:pt x="250" y="22"/>
                    <a:pt x="214" y="57"/>
                  </a:cubicBezTo>
                  <a:cubicBezTo>
                    <a:pt x="119" y="105"/>
                    <a:pt x="48" y="200"/>
                    <a:pt x="36" y="295"/>
                  </a:cubicBezTo>
                  <a:cubicBezTo>
                    <a:pt x="0" y="403"/>
                    <a:pt x="12" y="522"/>
                    <a:pt x="71" y="605"/>
                  </a:cubicBezTo>
                  <a:cubicBezTo>
                    <a:pt x="131" y="700"/>
                    <a:pt x="214" y="784"/>
                    <a:pt x="310" y="795"/>
                  </a:cubicBezTo>
                  <a:cubicBezTo>
                    <a:pt x="369" y="819"/>
                    <a:pt x="429" y="831"/>
                    <a:pt x="488" y="855"/>
                  </a:cubicBezTo>
                  <a:lnTo>
                    <a:pt x="405" y="807"/>
                  </a:lnTo>
                  <a:lnTo>
                    <a:pt x="405" y="807"/>
                  </a:lnTo>
                  <a:cubicBezTo>
                    <a:pt x="476" y="843"/>
                    <a:pt x="548" y="891"/>
                    <a:pt x="607" y="938"/>
                  </a:cubicBezTo>
                  <a:cubicBezTo>
                    <a:pt x="583" y="915"/>
                    <a:pt x="548" y="891"/>
                    <a:pt x="536" y="879"/>
                  </a:cubicBezTo>
                  <a:lnTo>
                    <a:pt x="536" y="879"/>
                  </a:lnTo>
                  <a:cubicBezTo>
                    <a:pt x="575" y="902"/>
                    <a:pt x="615" y="937"/>
                    <a:pt x="651" y="974"/>
                  </a:cubicBezTo>
                  <a:lnTo>
                    <a:pt x="651" y="974"/>
                  </a:lnTo>
                  <a:lnTo>
                    <a:pt x="726" y="1093"/>
                  </a:lnTo>
                  <a:cubicBezTo>
                    <a:pt x="774" y="1188"/>
                    <a:pt x="881" y="1260"/>
                    <a:pt x="964" y="1272"/>
                  </a:cubicBezTo>
                  <a:cubicBezTo>
                    <a:pt x="1005" y="1285"/>
                    <a:pt x="1046" y="1292"/>
                    <a:pt x="1088" y="1292"/>
                  </a:cubicBezTo>
                  <a:cubicBezTo>
                    <a:pt x="1158" y="1292"/>
                    <a:pt x="1226" y="1273"/>
                    <a:pt x="1286" y="1236"/>
                  </a:cubicBezTo>
                  <a:cubicBezTo>
                    <a:pt x="1369" y="1176"/>
                    <a:pt x="1441" y="1093"/>
                    <a:pt x="1464" y="986"/>
                  </a:cubicBezTo>
                  <a:cubicBezTo>
                    <a:pt x="1488" y="891"/>
                    <a:pt x="1476" y="784"/>
                    <a:pt x="1417" y="676"/>
                  </a:cubicBezTo>
                  <a:cubicBezTo>
                    <a:pt x="1369" y="593"/>
                    <a:pt x="1310" y="498"/>
                    <a:pt x="1238" y="426"/>
                  </a:cubicBezTo>
                  <a:cubicBezTo>
                    <a:pt x="1167" y="355"/>
                    <a:pt x="1083" y="272"/>
                    <a:pt x="1000" y="212"/>
                  </a:cubicBezTo>
                  <a:cubicBezTo>
                    <a:pt x="941" y="176"/>
                    <a:pt x="881" y="141"/>
                    <a:pt x="822" y="117"/>
                  </a:cubicBezTo>
                  <a:cubicBezTo>
                    <a:pt x="726" y="69"/>
                    <a:pt x="631" y="22"/>
                    <a:pt x="524" y="10"/>
                  </a:cubicBezTo>
                  <a:cubicBezTo>
                    <a:pt x="494" y="4"/>
                    <a:pt x="467" y="1"/>
                    <a:pt x="4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0"/>
            <p:cNvSpPr/>
            <p:nvPr/>
          </p:nvSpPr>
          <p:spPr>
            <a:xfrm>
              <a:off x="2042817" y="1541826"/>
              <a:ext cx="34627" cy="26375"/>
            </a:xfrm>
            <a:custGeom>
              <a:avLst/>
              <a:gdLst/>
              <a:ahLst/>
              <a:cxnLst/>
              <a:rect l="l" t="t" r="r" b="b"/>
              <a:pathLst>
                <a:path w="1049" h="799" extrusionOk="0">
                  <a:moveTo>
                    <a:pt x="525" y="1"/>
                  </a:moveTo>
                  <a:cubicBezTo>
                    <a:pt x="25" y="1"/>
                    <a:pt x="1" y="798"/>
                    <a:pt x="525" y="798"/>
                  </a:cubicBezTo>
                  <a:cubicBezTo>
                    <a:pt x="1049" y="798"/>
                    <a:pt x="1049" y="1"/>
                    <a:pt x="5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0"/>
            <p:cNvSpPr/>
            <p:nvPr/>
          </p:nvSpPr>
          <p:spPr>
            <a:xfrm>
              <a:off x="2107289" y="1594974"/>
              <a:ext cx="43276" cy="41031"/>
            </a:xfrm>
            <a:custGeom>
              <a:avLst/>
              <a:gdLst/>
              <a:ahLst/>
              <a:cxnLst/>
              <a:rect l="l" t="t" r="r" b="b"/>
              <a:pathLst>
                <a:path w="1311" h="1243" extrusionOk="0">
                  <a:moveTo>
                    <a:pt x="453" y="1"/>
                  </a:moveTo>
                  <a:cubicBezTo>
                    <a:pt x="426" y="1"/>
                    <a:pt x="399" y="4"/>
                    <a:pt x="370" y="10"/>
                  </a:cubicBezTo>
                  <a:cubicBezTo>
                    <a:pt x="310" y="10"/>
                    <a:pt x="274" y="22"/>
                    <a:pt x="227" y="57"/>
                  </a:cubicBezTo>
                  <a:cubicBezTo>
                    <a:pt x="179" y="81"/>
                    <a:pt x="131" y="117"/>
                    <a:pt x="108" y="153"/>
                  </a:cubicBezTo>
                  <a:cubicBezTo>
                    <a:pt x="72" y="200"/>
                    <a:pt x="48" y="248"/>
                    <a:pt x="36" y="296"/>
                  </a:cubicBezTo>
                  <a:cubicBezTo>
                    <a:pt x="1" y="391"/>
                    <a:pt x="12" y="510"/>
                    <a:pt x="72" y="605"/>
                  </a:cubicBezTo>
                  <a:cubicBezTo>
                    <a:pt x="96" y="629"/>
                    <a:pt x="120" y="665"/>
                    <a:pt x="131" y="677"/>
                  </a:cubicBezTo>
                  <a:cubicBezTo>
                    <a:pt x="167" y="677"/>
                    <a:pt x="227" y="712"/>
                    <a:pt x="298" y="736"/>
                  </a:cubicBezTo>
                  <a:cubicBezTo>
                    <a:pt x="328" y="736"/>
                    <a:pt x="357" y="745"/>
                    <a:pt x="384" y="758"/>
                  </a:cubicBezTo>
                  <a:lnTo>
                    <a:pt x="384" y="758"/>
                  </a:lnTo>
                  <a:lnTo>
                    <a:pt x="346" y="736"/>
                  </a:lnTo>
                  <a:lnTo>
                    <a:pt x="346" y="736"/>
                  </a:lnTo>
                  <a:cubicBezTo>
                    <a:pt x="365" y="746"/>
                    <a:pt x="382" y="755"/>
                    <a:pt x="398" y="765"/>
                  </a:cubicBezTo>
                  <a:lnTo>
                    <a:pt x="398" y="765"/>
                  </a:lnTo>
                  <a:cubicBezTo>
                    <a:pt x="394" y="763"/>
                    <a:pt x="389" y="760"/>
                    <a:pt x="384" y="758"/>
                  </a:cubicBezTo>
                  <a:lnTo>
                    <a:pt x="384" y="758"/>
                  </a:lnTo>
                  <a:lnTo>
                    <a:pt x="414" y="775"/>
                  </a:lnTo>
                  <a:lnTo>
                    <a:pt x="414" y="775"/>
                  </a:lnTo>
                  <a:cubicBezTo>
                    <a:pt x="409" y="772"/>
                    <a:pt x="404" y="768"/>
                    <a:pt x="398" y="765"/>
                  </a:cubicBezTo>
                  <a:lnTo>
                    <a:pt x="398" y="765"/>
                  </a:lnTo>
                  <a:cubicBezTo>
                    <a:pt x="409" y="771"/>
                    <a:pt x="420" y="777"/>
                    <a:pt x="429" y="784"/>
                  </a:cubicBezTo>
                  <a:lnTo>
                    <a:pt x="414" y="775"/>
                  </a:lnTo>
                  <a:lnTo>
                    <a:pt x="414" y="775"/>
                  </a:lnTo>
                  <a:cubicBezTo>
                    <a:pt x="425" y="782"/>
                    <a:pt x="435" y="789"/>
                    <a:pt x="446" y="797"/>
                  </a:cubicBezTo>
                  <a:lnTo>
                    <a:pt x="446" y="797"/>
                  </a:lnTo>
                  <a:cubicBezTo>
                    <a:pt x="427" y="782"/>
                    <a:pt x="413" y="768"/>
                    <a:pt x="405" y="760"/>
                  </a:cubicBezTo>
                  <a:lnTo>
                    <a:pt x="405" y="760"/>
                  </a:lnTo>
                  <a:cubicBezTo>
                    <a:pt x="419" y="769"/>
                    <a:pt x="433" y="782"/>
                    <a:pt x="446" y="797"/>
                  </a:cubicBezTo>
                  <a:lnTo>
                    <a:pt x="446" y="797"/>
                  </a:lnTo>
                  <a:cubicBezTo>
                    <a:pt x="446" y="797"/>
                    <a:pt x="446" y="797"/>
                    <a:pt x="446" y="797"/>
                  </a:cubicBezTo>
                  <a:lnTo>
                    <a:pt x="446" y="797"/>
                  </a:lnTo>
                  <a:cubicBezTo>
                    <a:pt x="446" y="797"/>
                    <a:pt x="446" y="797"/>
                    <a:pt x="446" y="797"/>
                  </a:cubicBezTo>
                  <a:lnTo>
                    <a:pt x="446" y="797"/>
                  </a:lnTo>
                  <a:cubicBezTo>
                    <a:pt x="446" y="797"/>
                    <a:pt x="446" y="797"/>
                    <a:pt x="446" y="797"/>
                  </a:cubicBezTo>
                  <a:lnTo>
                    <a:pt x="446" y="797"/>
                  </a:lnTo>
                  <a:cubicBezTo>
                    <a:pt x="456" y="804"/>
                    <a:pt x="466" y="811"/>
                    <a:pt x="477" y="819"/>
                  </a:cubicBezTo>
                  <a:cubicBezTo>
                    <a:pt x="465" y="812"/>
                    <a:pt x="455" y="804"/>
                    <a:pt x="446" y="797"/>
                  </a:cubicBezTo>
                  <a:lnTo>
                    <a:pt x="446" y="797"/>
                  </a:lnTo>
                  <a:cubicBezTo>
                    <a:pt x="453" y="804"/>
                    <a:pt x="459" y="812"/>
                    <a:pt x="465" y="821"/>
                  </a:cubicBezTo>
                  <a:lnTo>
                    <a:pt x="465" y="821"/>
                  </a:lnTo>
                  <a:cubicBezTo>
                    <a:pt x="457" y="812"/>
                    <a:pt x="449" y="804"/>
                    <a:pt x="441" y="796"/>
                  </a:cubicBezTo>
                  <a:lnTo>
                    <a:pt x="441" y="796"/>
                  </a:lnTo>
                  <a:cubicBezTo>
                    <a:pt x="456" y="816"/>
                    <a:pt x="469" y="836"/>
                    <a:pt x="481" y="857"/>
                  </a:cubicBezTo>
                  <a:lnTo>
                    <a:pt x="481" y="857"/>
                  </a:lnTo>
                  <a:cubicBezTo>
                    <a:pt x="491" y="888"/>
                    <a:pt x="501" y="919"/>
                    <a:pt x="501" y="950"/>
                  </a:cubicBezTo>
                  <a:cubicBezTo>
                    <a:pt x="524" y="1010"/>
                    <a:pt x="536" y="1058"/>
                    <a:pt x="584" y="1081"/>
                  </a:cubicBezTo>
                  <a:cubicBezTo>
                    <a:pt x="608" y="1129"/>
                    <a:pt x="643" y="1153"/>
                    <a:pt x="703" y="1189"/>
                  </a:cubicBezTo>
                  <a:cubicBezTo>
                    <a:pt x="739" y="1212"/>
                    <a:pt x="786" y="1224"/>
                    <a:pt x="846" y="1224"/>
                  </a:cubicBezTo>
                  <a:cubicBezTo>
                    <a:pt x="876" y="1236"/>
                    <a:pt x="902" y="1242"/>
                    <a:pt x="929" y="1242"/>
                  </a:cubicBezTo>
                  <a:cubicBezTo>
                    <a:pt x="956" y="1242"/>
                    <a:pt x="983" y="1236"/>
                    <a:pt x="1013" y="1224"/>
                  </a:cubicBezTo>
                  <a:cubicBezTo>
                    <a:pt x="1120" y="1200"/>
                    <a:pt x="1203" y="1141"/>
                    <a:pt x="1251" y="1058"/>
                  </a:cubicBezTo>
                  <a:lnTo>
                    <a:pt x="1298" y="962"/>
                  </a:lnTo>
                  <a:cubicBezTo>
                    <a:pt x="1310" y="891"/>
                    <a:pt x="1310" y="808"/>
                    <a:pt x="1298" y="760"/>
                  </a:cubicBezTo>
                  <a:cubicBezTo>
                    <a:pt x="1286" y="665"/>
                    <a:pt x="1239" y="581"/>
                    <a:pt x="1191" y="486"/>
                  </a:cubicBezTo>
                  <a:cubicBezTo>
                    <a:pt x="1167" y="427"/>
                    <a:pt x="1120" y="379"/>
                    <a:pt x="1084" y="331"/>
                  </a:cubicBezTo>
                  <a:cubicBezTo>
                    <a:pt x="1072" y="307"/>
                    <a:pt x="1048" y="296"/>
                    <a:pt x="1024" y="260"/>
                  </a:cubicBezTo>
                  <a:cubicBezTo>
                    <a:pt x="989" y="212"/>
                    <a:pt x="929" y="188"/>
                    <a:pt x="882" y="141"/>
                  </a:cubicBezTo>
                  <a:cubicBezTo>
                    <a:pt x="846" y="129"/>
                    <a:pt x="834" y="117"/>
                    <a:pt x="810" y="93"/>
                  </a:cubicBezTo>
                  <a:cubicBezTo>
                    <a:pt x="715" y="57"/>
                    <a:pt x="632" y="22"/>
                    <a:pt x="536" y="10"/>
                  </a:cubicBezTo>
                  <a:cubicBezTo>
                    <a:pt x="507" y="4"/>
                    <a:pt x="480" y="1"/>
                    <a:pt x="4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0"/>
            <p:cNvSpPr/>
            <p:nvPr/>
          </p:nvSpPr>
          <p:spPr>
            <a:xfrm>
              <a:off x="1895453" y="1522547"/>
              <a:ext cx="66845" cy="48261"/>
            </a:xfrm>
            <a:custGeom>
              <a:avLst/>
              <a:gdLst/>
              <a:ahLst/>
              <a:cxnLst/>
              <a:rect l="l" t="t" r="r" b="b"/>
              <a:pathLst>
                <a:path w="2025" h="1462" extrusionOk="0">
                  <a:moveTo>
                    <a:pt x="703" y="870"/>
                  </a:moveTo>
                  <a:lnTo>
                    <a:pt x="768" y="895"/>
                  </a:lnTo>
                  <a:lnTo>
                    <a:pt x="768" y="895"/>
                  </a:lnTo>
                  <a:cubicBezTo>
                    <a:pt x="746" y="885"/>
                    <a:pt x="725" y="877"/>
                    <a:pt x="703" y="870"/>
                  </a:cubicBezTo>
                  <a:close/>
                  <a:moveTo>
                    <a:pt x="400" y="1"/>
                  </a:moveTo>
                  <a:cubicBezTo>
                    <a:pt x="202" y="1"/>
                    <a:pt x="1" y="198"/>
                    <a:pt x="24" y="406"/>
                  </a:cubicBezTo>
                  <a:cubicBezTo>
                    <a:pt x="24" y="632"/>
                    <a:pt x="179" y="787"/>
                    <a:pt x="405" y="811"/>
                  </a:cubicBezTo>
                  <a:cubicBezTo>
                    <a:pt x="536" y="823"/>
                    <a:pt x="679" y="847"/>
                    <a:pt x="798" y="906"/>
                  </a:cubicBezTo>
                  <a:lnTo>
                    <a:pt x="768" y="895"/>
                  </a:lnTo>
                  <a:lnTo>
                    <a:pt x="768" y="895"/>
                  </a:lnTo>
                  <a:cubicBezTo>
                    <a:pt x="842" y="928"/>
                    <a:pt x="911" y="976"/>
                    <a:pt x="981" y="1023"/>
                  </a:cubicBezTo>
                  <a:lnTo>
                    <a:pt x="981" y="1023"/>
                  </a:lnTo>
                  <a:cubicBezTo>
                    <a:pt x="1048" y="1078"/>
                    <a:pt x="1109" y="1143"/>
                    <a:pt x="1170" y="1206"/>
                  </a:cubicBezTo>
                  <a:lnTo>
                    <a:pt x="1170" y="1206"/>
                  </a:lnTo>
                  <a:cubicBezTo>
                    <a:pt x="1182" y="1225"/>
                    <a:pt x="1198" y="1247"/>
                    <a:pt x="1214" y="1263"/>
                  </a:cubicBezTo>
                  <a:cubicBezTo>
                    <a:pt x="1274" y="1358"/>
                    <a:pt x="1345" y="1430"/>
                    <a:pt x="1453" y="1442"/>
                  </a:cubicBezTo>
                  <a:cubicBezTo>
                    <a:pt x="1488" y="1455"/>
                    <a:pt x="1527" y="1462"/>
                    <a:pt x="1567" y="1462"/>
                  </a:cubicBezTo>
                  <a:cubicBezTo>
                    <a:pt x="1634" y="1462"/>
                    <a:pt x="1703" y="1443"/>
                    <a:pt x="1762" y="1406"/>
                  </a:cubicBezTo>
                  <a:cubicBezTo>
                    <a:pt x="1941" y="1287"/>
                    <a:pt x="2024" y="1025"/>
                    <a:pt x="1905" y="847"/>
                  </a:cubicBezTo>
                  <a:cubicBezTo>
                    <a:pt x="1572" y="346"/>
                    <a:pt x="1036" y="37"/>
                    <a:pt x="417" y="1"/>
                  </a:cubicBezTo>
                  <a:cubicBezTo>
                    <a:pt x="411" y="1"/>
                    <a:pt x="405" y="1"/>
                    <a:pt x="4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0"/>
            <p:cNvSpPr/>
            <p:nvPr/>
          </p:nvSpPr>
          <p:spPr>
            <a:xfrm>
              <a:off x="1185207" y="1598045"/>
              <a:ext cx="101044" cy="101407"/>
            </a:xfrm>
            <a:custGeom>
              <a:avLst/>
              <a:gdLst/>
              <a:ahLst/>
              <a:cxnLst/>
              <a:rect l="l" t="t" r="r" b="b"/>
              <a:pathLst>
                <a:path w="3061" h="3072" extrusionOk="0">
                  <a:moveTo>
                    <a:pt x="1536" y="0"/>
                  </a:moveTo>
                  <a:cubicBezTo>
                    <a:pt x="679" y="0"/>
                    <a:pt x="0" y="691"/>
                    <a:pt x="0" y="1536"/>
                  </a:cubicBezTo>
                  <a:cubicBezTo>
                    <a:pt x="0" y="2381"/>
                    <a:pt x="679" y="3072"/>
                    <a:pt x="1536" y="3072"/>
                  </a:cubicBezTo>
                  <a:cubicBezTo>
                    <a:pt x="2382" y="3072"/>
                    <a:pt x="3060" y="2381"/>
                    <a:pt x="3060" y="1536"/>
                  </a:cubicBezTo>
                  <a:cubicBezTo>
                    <a:pt x="3060" y="691"/>
                    <a:pt x="2382" y="0"/>
                    <a:pt x="1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0"/>
            <p:cNvSpPr/>
            <p:nvPr/>
          </p:nvSpPr>
          <p:spPr>
            <a:xfrm>
              <a:off x="1356571" y="1804367"/>
              <a:ext cx="47204" cy="47600"/>
            </a:xfrm>
            <a:custGeom>
              <a:avLst/>
              <a:gdLst/>
              <a:ahLst/>
              <a:cxnLst/>
              <a:rect l="l" t="t" r="r" b="b"/>
              <a:pathLst>
                <a:path w="1430" h="1442" extrusionOk="0">
                  <a:moveTo>
                    <a:pt x="715" y="1"/>
                  </a:moveTo>
                  <a:cubicBezTo>
                    <a:pt x="322" y="1"/>
                    <a:pt x="1" y="322"/>
                    <a:pt x="1" y="727"/>
                  </a:cubicBezTo>
                  <a:cubicBezTo>
                    <a:pt x="1" y="1120"/>
                    <a:pt x="322" y="1442"/>
                    <a:pt x="715" y="1442"/>
                  </a:cubicBezTo>
                  <a:cubicBezTo>
                    <a:pt x="1108" y="1442"/>
                    <a:pt x="1429" y="1120"/>
                    <a:pt x="1429" y="727"/>
                  </a:cubicBezTo>
                  <a:cubicBezTo>
                    <a:pt x="1429" y="322"/>
                    <a:pt x="1108" y="1"/>
                    <a:pt x="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0"/>
            <p:cNvSpPr/>
            <p:nvPr/>
          </p:nvSpPr>
          <p:spPr>
            <a:xfrm>
              <a:off x="2554168" y="1670340"/>
              <a:ext cx="163135" cy="163135"/>
            </a:xfrm>
            <a:custGeom>
              <a:avLst/>
              <a:gdLst/>
              <a:ahLst/>
              <a:cxnLst/>
              <a:rect l="l" t="t" r="r" b="b"/>
              <a:pathLst>
                <a:path w="4942" h="4942" extrusionOk="0">
                  <a:moveTo>
                    <a:pt x="2477" y="1"/>
                  </a:moveTo>
                  <a:cubicBezTo>
                    <a:pt x="1108" y="1"/>
                    <a:pt x="1" y="1108"/>
                    <a:pt x="1" y="2477"/>
                  </a:cubicBezTo>
                  <a:cubicBezTo>
                    <a:pt x="1" y="3835"/>
                    <a:pt x="1108" y="4942"/>
                    <a:pt x="2477" y="4942"/>
                  </a:cubicBezTo>
                  <a:cubicBezTo>
                    <a:pt x="3847" y="4942"/>
                    <a:pt x="4942" y="3835"/>
                    <a:pt x="4942" y="2477"/>
                  </a:cubicBezTo>
                  <a:cubicBezTo>
                    <a:pt x="4942" y="1108"/>
                    <a:pt x="3847" y="1"/>
                    <a:pt x="2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0"/>
            <p:cNvSpPr/>
            <p:nvPr/>
          </p:nvSpPr>
          <p:spPr>
            <a:xfrm>
              <a:off x="2955491" y="2715456"/>
              <a:ext cx="121477" cy="121873"/>
            </a:xfrm>
            <a:custGeom>
              <a:avLst/>
              <a:gdLst/>
              <a:ahLst/>
              <a:cxnLst/>
              <a:rect l="l" t="t" r="r" b="b"/>
              <a:pathLst>
                <a:path w="3680" h="3692" extrusionOk="0">
                  <a:moveTo>
                    <a:pt x="1846" y="1"/>
                  </a:moveTo>
                  <a:cubicBezTo>
                    <a:pt x="822" y="1"/>
                    <a:pt x="0" y="822"/>
                    <a:pt x="0" y="1846"/>
                  </a:cubicBezTo>
                  <a:cubicBezTo>
                    <a:pt x="0" y="2870"/>
                    <a:pt x="822" y="3691"/>
                    <a:pt x="1846" y="3691"/>
                  </a:cubicBezTo>
                  <a:cubicBezTo>
                    <a:pt x="2858" y="3691"/>
                    <a:pt x="3679" y="2870"/>
                    <a:pt x="3679" y="1846"/>
                  </a:cubicBezTo>
                  <a:cubicBezTo>
                    <a:pt x="3679" y="822"/>
                    <a:pt x="2858" y="1"/>
                    <a:pt x="1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0"/>
            <p:cNvSpPr/>
            <p:nvPr/>
          </p:nvSpPr>
          <p:spPr>
            <a:xfrm>
              <a:off x="2834437" y="2432084"/>
              <a:ext cx="57008" cy="57008"/>
            </a:xfrm>
            <a:custGeom>
              <a:avLst/>
              <a:gdLst/>
              <a:ahLst/>
              <a:cxnLst/>
              <a:rect l="l" t="t" r="r" b="b"/>
              <a:pathLst>
                <a:path w="1727" h="1727" extrusionOk="0">
                  <a:moveTo>
                    <a:pt x="857" y="0"/>
                  </a:moveTo>
                  <a:cubicBezTo>
                    <a:pt x="381" y="0"/>
                    <a:pt x="0" y="381"/>
                    <a:pt x="0" y="857"/>
                  </a:cubicBezTo>
                  <a:cubicBezTo>
                    <a:pt x="0" y="1334"/>
                    <a:pt x="381" y="1727"/>
                    <a:pt x="857" y="1727"/>
                  </a:cubicBezTo>
                  <a:cubicBezTo>
                    <a:pt x="1345" y="1727"/>
                    <a:pt x="1726" y="1334"/>
                    <a:pt x="1726" y="857"/>
                  </a:cubicBezTo>
                  <a:cubicBezTo>
                    <a:pt x="1726" y="381"/>
                    <a:pt x="1345" y="0"/>
                    <a:pt x="8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0"/>
            <p:cNvSpPr/>
            <p:nvPr/>
          </p:nvSpPr>
          <p:spPr>
            <a:xfrm>
              <a:off x="1093237" y="2884476"/>
              <a:ext cx="133657" cy="133657"/>
            </a:xfrm>
            <a:custGeom>
              <a:avLst/>
              <a:gdLst/>
              <a:ahLst/>
              <a:cxnLst/>
              <a:rect l="l" t="t" r="r" b="b"/>
              <a:pathLst>
                <a:path w="4049" h="4049" extrusionOk="0">
                  <a:moveTo>
                    <a:pt x="2024" y="0"/>
                  </a:moveTo>
                  <a:cubicBezTo>
                    <a:pt x="905" y="0"/>
                    <a:pt x="0" y="905"/>
                    <a:pt x="0" y="2024"/>
                  </a:cubicBezTo>
                  <a:cubicBezTo>
                    <a:pt x="0" y="3143"/>
                    <a:pt x="905" y="4048"/>
                    <a:pt x="2024" y="4048"/>
                  </a:cubicBezTo>
                  <a:cubicBezTo>
                    <a:pt x="3144" y="4048"/>
                    <a:pt x="4049" y="3143"/>
                    <a:pt x="4049" y="2024"/>
                  </a:cubicBezTo>
                  <a:cubicBezTo>
                    <a:pt x="4049" y="905"/>
                    <a:pt x="3144" y="0"/>
                    <a:pt x="20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0"/>
            <p:cNvSpPr/>
            <p:nvPr/>
          </p:nvSpPr>
          <p:spPr>
            <a:xfrm>
              <a:off x="783125" y="2277227"/>
              <a:ext cx="163135" cy="163135"/>
            </a:xfrm>
            <a:custGeom>
              <a:avLst/>
              <a:gdLst/>
              <a:ahLst/>
              <a:cxnLst/>
              <a:rect l="l" t="t" r="r" b="b"/>
              <a:pathLst>
                <a:path w="4942" h="4942" extrusionOk="0">
                  <a:moveTo>
                    <a:pt x="2477" y="548"/>
                  </a:moveTo>
                  <a:cubicBezTo>
                    <a:pt x="3537" y="548"/>
                    <a:pt x="4394" y="1417"/>
                    <a:pt x="4406" y="2489"/>
                  </a:cubicBezTo>
                  <a:cubicBezTo>
                    <a:pt x="4406" y="3560"/>
                    <a:pt x="3537" y="4417"/>
                    <a:pt x="2477" y="4417"/>
                  </a:cubicBezTo>
                  <a:cubicBezTo>
                    <a:pt x="1405" y="4417"/>
                    <a:pt x="536" y="3548"/>
                    <a:pt x="536" y="2489"/>
                  </a:cubicBezTo>
                  <a:cubicBezTo>
                    <a:pt x="536" y="1417"/>
                    <a:pt x="1417" y="548"/>
                    <a:pt x="2477" y="548"/>
                  </a:cubicBezTo>
                  <a:close/>
                  <a:moveTo>
                    <a:pt x="2477" y="0"/>
                  </a:moveTo>
                  <a:cubicBezTo>
                    <a:pt x="1108" y="0"/>
                    <a:pt x="0" y="1095"/>
                    <a:pt x="0" y="2477"/>
                  </a:cubicBezTo>
                  <a:cubicBezTo>
                    <a:pt x="0" y="3846"/>
                    <a:pt x="1120" y="4941"/>
                    <a:pt x="2477" y="4941"/>
                  </a:cubicBezTo>
                  <a:cubicBezTo>
                    <a:pt x="3834" y="4941"/>
                    <a:pt x="4941" y="3846"/>
                    <a:pt x="4941" y="2477"/>
                  </a:cubicBezTo>
                  <a:cubicBezTo>
                    <a:pt x="4941" y="1095"/>
                    <a:pt x="3846" y="0"/>
                    <a:pt x="24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0"/>
            <p:cNvSpPr/>
            <p:nvPr/>
          </p:nvSpPr>
          <p:spPr>
            <a:xfrm>
              <a:off x="2954303" y="3503115"/>
              <a:ext cx="167064" cy="167064"/>
            </a:xfrm>
            <a:custGeom>
              <a:avLst/>
              <a:gdLst/>
              <a:ahLst/>
              <a:cxnLst/>
              <a:rect l="l" t="t" r="r" b="b"/>
              <a:pathLst>
                <a:path w="5061" h="5061" extrusionOk="0">
                  <a:moveTo>
                    <a:pt x="2537" y="548"/>
                  </a:moveTo>
                  <a:cubicBezTo>
                    <a:pt x="3620" y="548"/>
                    <a:pt x="4513" y="1441"/>
                    <a:pt x="4513" y="2525"/>
                  </a:cubicBezTo>
                  <a:cubicBezTo>
                    <a:pt x="4513" y="3620"/>
                    <a:pt x="3632" y="4513"/>
                    <a:pt x="2537" y="4513"/>
                  </a:cubicBezTo>
                  <a:cubicBezTo>
                    <a:pt x="1441" y="4513"/>
                    <a:pt x="548" y="3632"/>
                    <a:pt x="548" y="2525"/>
                  </a:cubicBezTo>
                  <a:cubicBezTo>
                    <a:pt x="548" y="1441"/>
                    <a:pt x="1429" y="548"/>
                    <a:pt x="2537" y="548"/>
                  </a:cubicBezTo>
                  <a:close/>
                  <a:moveTo>
                    <a:pt x="2537" y="1"/>
                  </a:moveTo>
                  <a:cubicBezTo>
                    <a:pt x="1132" y="1"/>
                    <a:pt x="0" y="1132"/>
                    <a:pt x="0" y="2525"/>
                  </a:cubicBezTo>
                  <a:cubicBezTo>
                    <a:pt x="0" y="3930"/>
                    <a:pt x="1132" y="5061"/>
                    <a:pt x="2537" y="5061"/>
                  </a:cubicBezTo>
                  <a:cubicBezTo>
                    <a:pt x="3918" y="5061"/>
                    <a:pt x="5061" y="3930"/>
                    <a:pt x="5061" y="2525"/>
                  </a:cubicBezTo>
                  <a:cubicBezTo>
                    <a:pt x="5061" y="1132"/>
                    <a:pt x="3930" y="1"/>
                    <a:pt x="25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0"/>
            <p:cNvSpPr/>
            <p:nvPr/>
          </p:nvSpPr>
          <p:spPr>
            <a:xfrm>
              <a:off x="3203508" y="4585963"/>
              <a:ext cx="76649" cy="76649"/>
            </a:xfrm>
            <a:custGeom>
              <a:avLst/>
              <a:gdLst/>
              <a:ahLst/>
              <a:cxnLst/>
              <a:rect l="l" t="t" r="r" b="b"/>
              <a:pathLst>
                <a:path w="2322" h="2322" extrusionOk="0">
                  <a:moveTo>
                    <a:pt x="1155" y="536"/>
                  </a:moveTo>
                  <a:cubicBezTo>
                    <a:pt x="1500" y="536"/>
                    <a:pt x="1786" y="822"/>
                    <a:pt x="1786" y="1155"/>
                  </a:cubicBezTo>
                  <a:cubicBezTo>
                    <a:pt x="1786" y="1500"/>
                    <a:pt x="1500" y="1786"/>
                    <a:pt x="1155" y="1786"/>
                  </a:cubicBezTo>
                  <a:cubicBezTo>
                    <a:pt x="810" y="1786"/>
                    <a:pt x="536" y="1500"/>
                    <a:pt x="536" y="1155"/>
                  </a:cubicBezTo>
                  <a:cubicBezTo>
                    <a:pt x="536" y="822"/>
                    <a:pt x="822" y="536"/>
                    <a:pt x="1155" y="536"/>
                  </a:cubicBezTo>
                  <a:close/>
                  <a:moveTo>
                    <a:pt x="1155" y="0"/>
                  </a:moveTo>
                  <a:cubicBezTo>
                    <a:pt x="524" y="0"/>
                    <a:pt x="0" y="524"/>
                    <a:pt x="0" y="1155"/>
                  </a:cubicBezTo>
                  <a:cubicBezTo>
                    <a:pt x="0" y="1798"/>
                    <a:pt x="524" y="2322"/>
                    <a:pt x="1155" y="2322"/>
                  </a:cubicBezTo>
                  <a:cubicBezTo>
                    <a:pt x="1798" y="2322"/>
                    <a:pt x="2322" y="1798"/>
                    <a:pt x="2322" y="1155"/>
                  </a:cubicBezTo>
                  <a:cubicBezTo>
                    <a:pt x="2322" y="524"/>
                    <a:pt x="1798" y="0"/>
                    <a:pt x="11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0"/>
            <p:cNvSpPr/>
            <p:nvPr/>
          </p:nvSpPr>
          <p:spPr>
            <a:xfrm>
              <a:off x="908107" y="2516594"/>
              <a:ext cx="90051" cy="122632"/>
            </a:xfrm>
            <a:custGeom>
              <a:avLst/>
              <a:gdLst/>
              <a:ahLst/>
              <a:cxnLst/>
              <a:rect l="l" t="t" r="r" b="b"/>
              <a:pathLst>
                <a:path w="2728" h="3715" extrusionOk="0">
                  <a:moveTo>
                    <a:pt x="894" y="0"/>
                  </a:moveTo>
                  <a:lnTo>
                    <a:pt x="1" y="3715"/>
                  </a:lnTo>
                  <a:lnTo>
                    <a:pt x="2727" y="3715"/>
                  </a:lnTo>
                  <a:lnTo>
                    <a:pt x="8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0"/>
            <p:cNvSpPr/>
            <p:nvPr/>
          </p:nvSpPr>
          <p:spPr>
            <a:xfrm>
              <a:off x="3111901" y="4282124"/>
              <a:ext cx="129729" cy="161980"/>
            </a:xfrm>
            <a:custGeom>
              <a:avLst/>
              <a:gdLst/>
              <a:ahLst/>
              <a:cxnLst/>
              <a:rect l="l" t="t" r="r" b="b"/>
              <a:pathLst>
                <a:path w="3930" h="4907" extrusionOk="0">
                  <a:moveTo>
                    <a:pt x="870" y="1"/>
                  </a:moveTo>
                  <a:lnTo>
                    <a:pt x="1" y="4906"/>
                  </a:lnTo>
                  <a:lnTo>
                    <a:pt x="1" y="4906"/>
                  </a:lnTo>
                  <a:lnTo>
                    <a:pt x="3930" y="4108"/>
                  </a:lnTo>
                  <a:lnTo>
                    <a:pt x="87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0"/>
            <p:cNvSpPr/>
            <p:nvPr/>
          </p:nvSpPr>
          <p:spPr>
            <a:xfrm>
              <a:off x="2318762" y="1463225"/>
              <a:ext cx="128937" cy="161551"/>
            </a:xfrm>
            <a:custGeom>
              <a:avLst/>
              <a:gdLst/>
              <a:ahLst/>
              <a:cxnLst/>
              <a:rect l="l" t="t" r="r" b="b"/>
              <a:pathLst>
                <a:path w="3906" h="4894" extrusionOk="0">
                  <a:moveTo>
                    <a:pt x="857" y="0"/>
                  </a:moveTo>
                  <a:lnTo>
                    <a:pt x="0" y="4894"/>
                  </a:lnTo>
                  <a:lnTo>
                    <a:pt x="3905" y="4108"/>
                  </a:lnTo>
                  <a:lnTo>
                    <a:pt x="8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Cybersecurity Infographics by Slidesgo">
  <a:themeElements>
    <a:clrScheme name="Simple Light">
      <a:dk1>
        <a:srgbClr val="000000"/>
      </a:dk1>
      <a:lt1>
        <a:srgbClr val="FFFFFF"/>
      </a:lt1>
      <a:dk2>
        <a:srgbClr val="E0E0E0"/>
      </a:dk2>
      <a:lt2>
        <a:srgbClr val="EEEEEE"/>
      </a:lt2>
      <a:accent1>
        <a:srgbClr val="2E294E"/>
      </a:accent1>
      <a:accent2>
        <a:srgbClr val="DD90B6"/>
      </a:accent2>
      <a:accent3>
        <a:srgbClr val="A060AD"/>
      </a:accent3>
      <a:accent4>
        <a:srgbClr val="8058BE"/>
      </a:accent4>
      <a:accent5>
        <a:srgbClr val="424B66"/>
      </a:accent5>
      <a:accent6>
        <a:srgbClr val="1C1C66"/>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558</Words>
  <Application>Microsoft Office PowerPoint</Application>
  <PresentationFormat>On-screen Show (16:9)</PresentationFormat>
  <Paragraphs>94</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Cybersecurity Infographics by Slidesgo</vt:lpstr>
      <vt:lpstr>Gemastik  (Cybersecurity - keamanan siber)</vt:lpstr>
      <vt:lpstr>(Gemastik) - Keamanan siber</vt:lpstr>
      <vt:lpstr>Contoh Format FLAG Gemastik</vt:lpstr>
      <vt:lpstr>Format perlombaan keamanan siber (gemastik)</vt:lpstr>
      <vt:lpstr>Kategori soal keamanan siber</vt:lpstr>
      <vt:lpstr>Digital Forensic</vt:lpstr>
      <vt:lpstr>Web exploitation</vt:lpstr>
      <vt:lpstr>PWN</vt:lpstr>
      <vt:lpstr>Reverse Engineering</vt:lpstr>
      <vt:lpstr>Cryptography</vt:lpstr>
      <vt:lpstr>SETUP YOUR OWN TEAM</vt:lpstr>
      <vt:lpstr>Tools</vt:lpstr>
      <vt:lpstr>Tips &amp; Trick</vt:lpstr>
      <vt:lpstr>Tips &amp; Trick</vt:lpstr>
      <vt:lpstr>Platform belajar CTF</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&amp; Trick Lolos Gemastik  (Cybersecurity - keamanan siber)</dc:title>
  <cp:lastModifiedBy>Rio Darmawan</cp:lastModifiedBy>
  <cp:revision>4</cp:revision>
  <dcterms:modified xsi:type="dcterms:W3CDTF">2026-01-27T07:33:01Z</dcterms:modified>
</cp:coreProperties>
</file>